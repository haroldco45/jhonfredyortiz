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media/image34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2" r:id="rId2"/>
    <p:sldId id="214570603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145706032" r:id="rId1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0029"/>
    <a:srgbClr val="001F60"/>
    <a:srgbClr val="FFE800"/>
    <a:srgbClr val="F7F6FC"/>
    <a:srgbClr val="FA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2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C857B-E90F-4FD8-F795-DA7A81FCC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2742996"/>
            <a:ext cx="15078075" cy="3045193"/>
          </a:xfrm>
        </p:spPr>
        <p:txBody>
          <a:bodyPr anchor="b"/>
          <a:lstStyle>
            <a:lvl1pPr algn="ctr">
              <a:defRPr sz="9894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D58ABE-4831-639A-4AC4-252982ED4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028"/>
            <a:ext cx="15078075" cy="609077"/>
          </a:xfrm>
        </p:spPr>
        <p:txBody>
          <a:bodyPr/>
          <a:lstStyle>
            <a:lvl1pPr marL="0" indent="0" algn="ctr">
              <a:buNone/>
              <a:defRPr sz="3958"/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9CA31D-24A1-ACED-274B-59A344F4C2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205" y="10517696"/>
            <a:ext cx="4623943" cy="276999"/>
          </a:xfrm>
        </p:spPr>
        <p:txBody>
          <a:bodyPr/>
          <a:lstStyle/>
          <a:p>
            <a:fld id="{B82CA57D-566F-48A1-9F82-C8B88D3EBC49}" type="datetimeFigureOut">
              <a:rPr lang="es-419" smtClean="0"/>
              <a:t>17/2/2026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E51069-BCC8-E02D-41AE-75BB1CB13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35394" y="10517696"/>
            <a:ext cx="6433312" cy="276999"/>
          </a:xfrm>
        </p:spPr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CDA358-AF69-4DBE-0D1B-F694170C9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74953" y="10517696"/>
            <a:ext cx="4623943" cy="276999"/>
          </a:xfrm>
        </p:spPr>
        <p:txBody>
          <a:bodyPr/>
          <a:lstStyle/>
          <a:p>
            <a:fld id="{A7058555-1B4C-46FF-A316-52FDC8CA967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86285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jp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32.png"/><Relationship Id="rId4" Type="http://schemas.openxmlformats.org/officeDocument/2006/relationships/image" Target="../media/image18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38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37.png"/><Relationship Id="rId5" Type="http://schemas.openxmlformats.org/officeDocument/2006/relationships/image" Target="../media/image19.png"/><Relationship Id="rId10" Type="http://schemas.openxmlformats.org/officeDocument/2006/relationships/image" Target="../media/image36.png"/><Relationship Id="rId4" Type="http://schemas.openxmlformats.org/officeDocument/2006/relationships/image" Target="../media/image18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44.png"/><Relationship Id="rId5" Type="http://schemas.openxmlformats.org/officeDocument/2006/relationships/image" Target="../media/image19.png"/><Relationship Id="rId10" Type="http://schemas.openxmlformats.org/officeDocument/2006/relationships/image" Target="../media/image43.png"/><Relationship Id="rId4" Type="http://schemas.openxmlformats.org/officeDocument/2006/relationships/image" Target="../media/image18.png"/><Relationship Id="rId9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50.png"/><Relationship Id="rId2" Type="http://schemas.openxmlformats.org/officeDocument/2006/relationships/image" Target="../media/image45.jp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49.png"/><Relationship Id="rId5" Type="http://schemas.openxmlformats.org/officeDocument/2006/relationships/image" Target="../media/image19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18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59.png"/><Relationship Id="rId5" Type="http://schemas.openxmlformats.org/officeDocument/2006/relationships/image" Target="../media/image19.png"/><Relationship Id="rId10" Type="http://schemas.openxmlformats.org/officeDocument/2006/relationships/image" Target="../media/image58.png"/><Relationship Id="rId4" Type="http://schemas.openxmlformats.org/officeDocument/2006/relationships/image" Target="../media/image18.png"/><Relationship Id="rId9" Type="http://schemas.openxmlformats.org/officeDocument/2006/relationships/image" Target="../media/image5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65.png"/><Relationship Id="rId17" Type="http://schemas.openxmlformats.org/officeDocument/2006/relationships/image" Target="../media/image70.svg"/><Relationship Id="rId2" Type="http://schemas.openxmlformats.org/officeDocument/2006/relationships/image" Target="../media/image60.jp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64.png"/><Relationship Id="rId5" Type="http://schemas.openxmlformats.org/officeDocument/2006/relationships/image" Target="../media/image19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18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76.pn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75.png"/><Relationship Id="rId5" Type="http://schemas.openxmlformats.org/officeDocument/2006/relationships/image" Target="../media/image19.png"/><Relationship Id="rId10" Type="http://schemas.openxmlformats.org/officeDocument/2006/relationships/image" Target="../media/image74.png"/><Relationship Id="rId4" Type="http://schemas.openxmlformats.org/officeDocument/2006/relationships/image" Target="../media/image18.png"/><Relationship Id="rId9" Type="http://schemas.openxmlformats.org/officeDocument/2006/relationships/image" Target="../media/image7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82.pn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81.png"/><Relationship Id="rId5" Type="http://schemas.openxmlformats.org/officeDocument/2006/relationships/image" Target="../media/image19.png"/><Relationship Id="rId10" Type="http://schemas.openxmlformats.org/officeDocument/2006/relationships/image" Target="../media/image80.png"/><Relationship Id="rId4" Type="http://schemas.openxmlformats.org/officeDocument/2006/relationships/image" Target="../media/image18.png"/><Relationship Id="rId9" Type="http://schemas.openxmlformats.org/officeDocument/2006/relationships/image" Target="../media/image7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88.pn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87.png"/><Relationship Id="rId5" Type="http://schemas.openxmlformats.org/officeDocument/2006/relationships/image" Target="../media/image19.png"/><Relationship Id="rId10" Type="http://schemas.openxmlformats.org/officeDocument/2006/relationships/image" Target="../media/image86.png"/><Relationship Id="rId4" Type="http://schemas.openxmlformats.org/officeDocument/2006/relationships/image" Target="../media/image18.png"/><Relationship Id="rId9" Type="http://schemas.openxmlformats.org/officeDocument/2006/relationships/image" Target="../media/image85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9.png"/><Relationship Id="rId21" Type="http://schemas.openxmlformats.org/officeDocument/2006/relationships/image" Target="../media/image103.png"/><Relationship Id="rId42" Type="http://schemas.openxmlformats.org/officeDocument/2006/relationships/image" Target="../media/image124.png"/><Relationship Id="rId63" Type="http://schemas.openxmlformats.org/officeDocument/2006/relationships/image" Target="../media/image145.png"/><Relationship Id="rId84" Type="http://schemas.openxmlformats.org/officeDocument/2006/relationships/image" Target="../media/image166.png"/><Relationship Id="rId138" Type="http://schemas.openxmlformats.org/officeDocument/2006/relationships/image" Target="../media/image220.png"/><Relationship Id="rId159" Type="http://schemas.openxmlformats.org/officeDocument/2006/relationships/image" Target="../media/image241.png"/><Relationship Id="rId170" Type="http://schemas.openxmlformats.org/officeDocument/2006/relationships/image" Target="../media/image252.png"/><Relationship Id="rId191" Type="http://schemas.openxmlformats.org/officeDocument/2006/relationships/image" Target="../media/image273.png"/><Relationship Id="rId205" Type="http://schemas.openxmlformats.org/officeDocument/2006/relationships/image" Target="../media/image287.png"/><Relationship Id="rId226" Type="http://schemas.openxmlformats.org/officeDocument/2006/relationships/image" Target="../media/image308.png"/><Relationship Id="rId107" Type="http://schemas.openxmlformats.org/officeDocument/2006/relationships/image" Target="../media/image189.png"/><Relationship Id="rId11" Type="http://schemas.openxmlformats.org/officeDocument/2006/relationships/image" Target="../media/image93.png"/><Relationship Id="rId32" Type="http://schemas.openxmlformats.org/officeDocument/2006/relationships/image" Target="../media/image114.png"/><Relationship Id="rId53" Type="http://schemas.openxmlformats.org/officeDocument/2006/relationships/image" Target="../media/image135.png"/><Relationship Id="rId74" Type="http://schemas.openxmlformats.org/officeDocument/2006/relationships/image" Target="../media/image156.png"/><Relationship Id="rId128" Type="http://schemas.openxmlformats.org/officeDocument/2006/relationships/image" Target="../media/image210.png"/><Relationship Id="rId149" Type="http://schemas.openxmlformats.org/officeDocument/2006/relationships/image" Target="../media/image231.png"/><Relationship Id="rId5" Type="http://schemas.openxmlformats.org/officeDocument/2006/relationships/image" Target="../media/image19.png"/><Relationship Id="rId95" Type="http://schemas.openxmlformats.org/officeDocument/2006/relationships/image" Target="../media/image177.png"/><Relationship Id="rId160" Type="http://schemas.openxmlformats.org/officeDocument/2006/relationships/image" Target="../media/image242.png"/><Relationship Id="rId181" Type="http://schemas.openxmlformats.org/officeDocument/2006/relationships/image" Target="../media/image263.png"/><Relationship Id="rId216" Type="http://schemas.openxmlformats.org/officeDocument/2006/relationships/image" Target="../media/image298.png"/><Relationship Id="rId237" Type="http://schemas.openxmlformats.org/officeDocument/2006/relationships/image" Target="../media/image319.png"/><Relationship Id="rId22" Type="http://schemas.openxmlformats.org/officeDocument/2006/relationships/image" Target="../media/image104.png"/><Relationship Id="rId43" Type="http://schemas.openxmlformats.org/officeDocument/2006/relationships/image" Target="../media/image125.png"/><Relationship Id="rId64" Type="http://schemas.openxmlformats.org/officeDocument/2006/relationships/image" Target="../media/image146.png"/><Relationship Id="rId118" Type="http://schemas.openxmlformats.org/officeDocument/2006/relationships/image" Target="../media/image200.png"/><Relationship Id="rId139" Type="http://schemas.openxmlformats.org/officeDocument/2006/relationships/image" Target="../media/image221.png"/><Relationship Id="rId85" Type="http://schemas.openxmlformats.org/officeDocument/2006/relationships/image" Target="../media/image167.png"/><Relationship Id="rId150" Type="http://schemas.openxmlformats.org/officeDocument/2006/relationships/image" Target="../media/image232.png"/><Relationship Id="rId171" Type="http://schemas.openxmlformats.org/officeDocument/2006/relationships/image" Target="../media/image253.png"/><Relationship Id="rId192" Type="http://schemas.openxmlformats.org/officeDocument/2006/relationships/image" Target="../media/image274.png"/><Relationship Id="rId206" Type="http://schemas.openxmlformats.org/officeDocument/2006/relationships/image" Target="../media/image288.png"/><Relationship Id="rId227" Type="http://schemas.openxmlformats.org/officeDocument/2006/relationships/image" Target="../media/image309.png"/><Relationship Id="rId12" Type="http://schemas.openxmlformats.org/officeDocument/2006/relationships/image" Target="../media/image94.png"/><Relationship Id="rId33" Type="http://schemas.openxmlformats.org/officeDocument/2006/relationships/image" Target="../media/image115.png"/><Relationship Id="rId108" Type="http://schemas.openxmlformats.org/officeDocument/2006/relationships/image" Target="../media/image190.png"/><Relationship Id="rId129" Type="http://schemas.openxmlformats.org/officeDocument/2006/relationships/image" Target="../media/image211.png"/><Relationship Id="rId54" Type="http://schemas.openxmlformats.org/officeDocument/2006/relationships/image" Target="../media/image136.png"/><Relationship Id="rId75" Type="http://schemas.openxmlformats.org/officeDocument/2006/relationships/image" Target="../media/image157.png"/><Relationship Id="rId96" Type="http://schemas.openxmlformats.org/officeDocument/2006/relationships/image" Target="../media/image178.png"/><Relationship Id="rId140" Type="http://schemas.openxmlformats.org/officeDocument/2006/relationships/image" Target="../media/image222.png"/><Relationship Id="rId161" Type="http://schemas.openxmlformats.org/officeDocument/2006/relationships/image" Target="../media/image243.png"/><Relationship Id="rId182" Type="http://schemas.openxmlformats.org/officeDocument/2006/relationships/image" Target="../media/image264.png"/><Relationship Id="rId217" Type="http://schemas.openxmlformats.org/officeDocument/2006/relationships/image" Target="../media/image299.png"/><Relationship Id="rId6" Type="http://schemas.openxmlformats.org/officeDocument/2006/relationships/image" Target="../media/image20.png"/><Relationship Id="rId238" Type="http://schemas.openxmlformats.org/officeDocument/2006/relationships/image" Target="../media/image320.png"/><Relationship Id="rId23" Type="http://schemas.openxmlformats.org/officeDocument/2006/relationships/image" Target="../media/image105.png"/><Relationship Id="rId119" Type="http://schemas.openxmlformats.org/officeDocument/2006/relationships/image" Target="../media/image201.png"/><Relationship Id="rId44" Type="http://schemas.openxmlformats.org/officeDocument/2006/relationships/image" Target="../media/image126.png"/><Relationship Id="rId65" Type="http://schemas.openxmlformats.org/officeDocument/2006/relationships/image" Target="../media/image147.png"/><Relationship Id="rId86" Type="http://schemas.openxmlformats.org/officeDocument/2006/relationships/image" Target="../media/image168.png"/><Relationship Id="rId130" Type="http://schemas.openxmlformats.org/officeDocument/2006/relationships/image" Target="../media/image212.png"/><Relationship Id="rId151" Type="http://schemas.openxmlformats.org/officeDocument/2006/relationships/image" Target="../media/image233.png"/><Relationship Id="rId172" Type="http://schemas.openxmlformats.org/officeDocument/2006/relationships/image" Target="../media/image254.png"/><Relationship Id="rId193" Type="http://schemas.openxmlformats.org/officeDocument/2006/relationships/image" Target="../media/image275.png"/><Relationship Id="rId207" Type="http://schemas.openxmlformats.org/officeDocument/2006/relationships/image" Target="../media/image289.png"/><Relationship Id="rId228" Type="http://schemas.openxmlformats.org/officeDocument/2006/relationships/image" Target="../media/image310.png"/><Relationship Id="rId13" Type="http://schemas.openxmlformats.org/officeDocument/2006/relationships/image" Target="../media/image95.png"/><Relationship Id="rId109" Type="http://schemas.openxmlformats.org/officeDocument/2006/relationships/image" Target="../media/image191.png"/><Relationship Id="rId34" Type="http://schemas.openxmlformats.org/officeDocument/2006/relationships/image" Target="../media/image116.png"/><Relationship Id="rId55" Type="http://schemas.openxmlformats.org/officeDocument/2006/relationships/image" Target="../media/image137.png"/><Relationship Id="rId76" Type="http://schemas.openxmlformats.org/officeDocument/2006/relationships/image" Target="../media/image158.png"/><Relationship Id="rId97" Type="http://schemas.openxmlformats.org/officeDocument/2006/relationships/image" Target="../media/image179.png"/><Relationship Id="rId120" Type="http://schemas.openxmlformats.org/officeDocument/2006/relationships/image" Target="../media/image202.png"/><Relationship Id="rId141" Type="http://schemas.openxmlformats.org/officeDocument/2006/relationships/image" Target="../media/image223.png"/><Relationship Id="rId7" Type="http://schemas.openxmlformats.org/officeDocument/2006/relationships/image" Target="../media/image21.png"/><Relationship Id="rId162" Type="http://schemas.openxmlformats.org/officeDocument/2006/relationships/image" Target="../media/image244.png"/><Relationship Id="rId183" Type="http://schemas.openxmlformats.org/officeDocument/2006/relationships/image" Target="../media/image265.png"/><Relationship Id="rId218" Type="http://schemas.openxmlformats.org/officeDocument/2006/relationships/image" Target="../media/image300.png"/><Relationship Id="rId239" Type="http://schemas.openxmlformats.org/officeDocument/2006/relationships/image" Target="../media/image321.png"/><Relationship Id="rId24" Type="http://schemas.openxmlformats.org/officeDocument/2006/relationships/image" Target="../media/image106.png"/><Relationship Id="rId45" Type="http://schemas.openxmlformats.org/officeDocument/2006/relationships/image" Target="../media/image127.png"/><Relationship Id="rId66" Type="http://schemas.openxmlformats.org/officeDocument/2006/relationships/image" Target="../media/image148.png"/><Relationship Id="rId87" Type="http://schemas.openxmlformats.org/officeDocument/2006/relationships/image" Target="../media/image169.png"/><Relationship Id="rId110" Type="http://schemas.openxmlformats.org/officeDocument/2006/relationships/image" Target="../media/image192.png"/><Relationship Id="rId131" Type="http://schemas.openxmlformats.org/officeDocument/2006/relationships/image" Target="../media/image213.png"/><Relationship Id="rId152" Type="http://schemas.openxmlformats.org/officeDocument/2006/relationships/image" Target="../media/image234.png"/><Relationship Id="rId173" Type="http://schemas.openxmlformats.org/officeDocument/2006/relationships/image" Target="../media/image255.png"/><Relationship Id="rId194" Type="http://schemas.openxmlformats.org/officeDocument/2006/relationships/image" Target="../media/image276.png"/><Relationship Id="rId208" Type="http://schemas.openxmlformats.org/officeDocument/2006/relationships/image" Target="../media/image290.png"/><Relationship Id="rId229" Type="http://schemas.openxmlformats.org/officeDocument/2006/relationships/image" Target="../media/image311.png"/><Relationship Id="rId240" Type="http://schemas.openxmlformats.org/officeDocument/2006/relationships/image" Target="../media/image322.png"/><Relationship Id="rId14" Type="http://schemas.openxmlformats.org/officeDocument/2006/relationships/image" Target="../media/image96.png"/><Relationship Id="rId35" Type="http://schemas.openxmlformats.org/officeDocument/2006/relationships/image" Target="../media/image117.png"/><Relationship Id="rId56" Type="http://schemas.openxmlformats.org/officeDocument/2006/relationships/image" Target="../media/image138.png"/><Relationship Id="rId77" Type="http://schemas.openxmlformats.org/officeDocument/2006/relationships/image" Target="../media/image159.png"/><Relationship Id="rId100" Type="http://schemas.openxmlformats.org/officeDocument/2006/relationships/image" Target="../media/image182.png"/><Relationship Id="rId8" Type="http://schemas.openxmlformats.org/officeDocument/2006/relationships/image" Target="../media/image90.png"/><Relationship Id="rId98" Type="http://schemas.openxmlformats.org/officeDocument/2006/relationships/image" Target="../media/image180.png"/><Relationship Id="rId121" Type="http://schemas.openxmlformats.org/officeDocument/2006/relationships/image" Target="../media/image203.png"/><Relationship Id="rId142" Type="http://schemas.openxmlformats.org/officeDocument/2006/relationships/image" Target="../media/image224.png"/><Relationship Id="rId163" Type="http://schemas.openxmlformats.org/officeDocument/2006/relationships/image" Target="../media/image245.png"/><Relationship Id="rId184" Type="http://schemas.openxmlformats.org/officeDocument/2006/relationships/image" Target="../media/image266.png"/><Relationship Id="rId219" Type="http://schemas.openxmlformats.org/officeDocument/2006/relationships/image" Target="../media/image301.png"/><Relationship Id="rId230" Type="http://schemas.openxmlformats.org/officeDocument/2006/relationships/image" Target="../media/image312.png"/><Relationship Id="rId25" Type="http://schemas.openxmlformats.org/officeDocument/2006/relationships/image" Target="../media/image107.png"/><Relationship Id="rId46" Type="http://schemas.openxmlformats.org/officeDocument/2006/relationships/image" Target="../media/image128.png"/><Relationship Id="rId67" Type="http://schemas.openxmlformats.org/officeDocument/2006/relationships/image" Target="../media/image149.png"/><Relationship Id="rId88" Type="http://schemas.openxmlformats.org/officeDocument/2006/relationships/image" Target="../media/image170.png"/><Relationship Id="rId111" Type="http://schemas.openxmlformats.org/officeDocument/2006/relationships/image" Target="../media/image193.png"/><Relationship Id="rId132" Type="http://schemas.openxmlformats.org/officeDocument/2006/relationships/image" Target="../media/image214.png"/><Relationship Id="rId153" Type="http://schemas.openxmlformats.org/officeDocument/2006/relationships/image" Target="../media/image235.png"/><Relationship Id="rId174" Type="http://schemas.openxmlformats.org/officeDocument/2006/relationships/image" Target="../media/image256.png"/><Relationship Id="rId195" Type="http://schemas.openxmlformats.org/officeDocument/2006/relationships/image" Target="../media/image277.png"/><Relationship Id="rId209" Type="http://schemas.openxmlformats.org/officeDocument/2006/relationships/image" Target="../media/image291.png"/><Relationship Id="rId220" Type="http://schemas.openxmlformats.org/officeDocument/2006/relationships/image" Target="../media/image302.png"/><Relationship Id="rId241" Type="http://schemas.openxmlformats.org/officeDocument/2006/relationships/image" Target="../media/image323.png"/><Relationship Id="rId15" Type="http://schemas.openxmlformats.org/officeDocument/2006/relationships/image" Target="../media/image97.png"/><Relationship Id="rId36" Type="http://schemas.openxmlformats.org/officeDocument/2006/relationships/image" Target="../media/image118.png"/><Relationship Id="rId57" Type="http://schemas.openxmlformats.org/officeDocument/2006/relationships/image" Target="../media/image139.png"/><Relationship Id="rId106" Type="http://schemas.openxmlformats.org/officeDocument/2006/relationships/image" Target="../media/image188.png"/><Relationship Id="rId127" Type="http://schemas.openxmlformats.org/officeDocument/2006/relationships/image" Target="../media/image209.png"/><Relationship Id="rId10" Type="http://schemas.openxmlformats.org/officeDocument/2006/relationships/image" Target="../media/image92.png"/><Relationship Id="rId31" Type="http://schemas.openxmlformats.org/officeDocument/2006/relationships/image" Target="../media/image113.png"/><Relationship Id="rId52" Type="http://schemas.openxmlformats.org/officeDocument/2006/relationships/image" Target="../media/image134.png"/><Relationship Id="rId73" Type="http://schemas.openxmlformats.org/officeDocument/2006/relationships/image" Target="../media/image155.png"/><Relationship Id="rId78" Type="http://schemas.openxmlformats.org/officeDocument/2006/relationships/image" Target="../media/image160.png"/><Relationship Id="rId94" Type="http://schemas.openxmlformats.org/officeDocument/2006/relationships/image" Target="../media/image176.png"/><Relationship Id="rId99" Type="http://schemas.openxmlformats.org/officeDocument/2006/relationships/image" Target="../media/image181.png"/><Relationship Id="rId101" Type="http://schemas.openxmlformats.org/officeDocument/2006/relationships/image" Target="../media/image183.png"/><Relationship Id="rId122" Type="http://schemas.openxmlformats.org/officeDocument/2006/relationships/image" Target="../media/image204.png"/><Relationship Id="rId143" Type="http://schemas.openxmlformats.org/officeDocument/2006/relationships/image" Target="../media/image225.png"/><Relationship Id="rId148" Type="http://schemas.openxmlformats.org/officeDocument/2006/relationships/image" Target="../media/image230.png"/><Relationship Id="rId164" Type="http://schemas.openxmlformats.org/officeDocument/2006/relationships/image" Target="../media/image246.png"/><Relationship Id="rId169" Type="http://schemas.openxmlformats.org/officeDocument/2006/relationships/image" Target="../media/image251.png"/><Relationship Id="rId185" Type="http://schemas.openxmlformats.org/officeDocument/2006/relationships/image" Target="../media/image267.png"/><Relationship Id="rId4" Type="http://schemas.openxmlformats.org/officeDocument/2006/relationships/image" Target="../media/image18.png"/><Relationship Id="rId9" Type="http://schemas.openxmlformats.org/officeDocument/2006/relationships/image" Target="../media/image91.png"/><Relationship Id="rId180" Type="http://schemas.openxmlformats.org/officeDocument/2006/relationships/image" Target="../media/image262.png"/><Relationship Id="rId210" Type="http://schemas.openxmlformats.org/officeDocument/2006/relationships/image" Target="../media/image292.png"/><Relationship Id="rId215" Type="http://schemas.openxmlformats.org/officeDocument/2006/relationships/image" Target="../media/image297.png"/><Relationship Id="rId236" Type="http://schemas.openxmlformats.org/officeDocument/2006/relationships/image" Target="../media/image318.png"/><Relationship Id="rId26" Type="http://schemas.openxmlformats.org/officeDocument/2006/relationships/image" Target="../media/image108.png"/><Relationship Id="rId231" Type="http://schemas.openxmlformats.org/officeDocument/2006/relationships/image" Target="../media/image313.png"/><Relationship Id="rId47" Type="http://schemas.openxmlformats.org/officeDocument/2006/relationships/image" Target="../media/image129.png"/><Relationship Id="rId68" Type="http://schemas.openxmlformats.org/officeDocument/2006/relationships/image" Target="../media/image150.png"/><Relationship Id="rId89" Type="http://schemas.openxmlformats.org/officeDocument/2006/relationships/image" Target="../media/image171.png"/><Relationship Id="rId112" Type="http://schemas.openxmlformats.org/officeDocument/2006/relationships/image" Target="../media/image194.png"/><Relationship Id="rId133" Type="http://schemas.openxmlformats.org/officeDocument/2006/relationships/image" Target="../media/image215.png"/><Relationship Id="rId154" Type="http://schemas.openxmlformats.org/officeDocument/2006/relationships/image" Target="../media/image236.png"/><Relationship Id="rId175" Type="http://schemas.openxmlformats.org/officeDocument/2006/relationships/image" Target="../media/image257.png"/><Relationship Id="rId196" Type="http://schemas.openxmlformats.org/officeDocument/2006/relationships/image" Target="../media/image278.png"/><Relationship Id="rId200" Type="http://schemas.openxmlformats.org/officeDocument/2006/relationships/image" Target="../media/image282.png"/><Relationship Id="rId16" Type="http://schemas.openxmlformats.org/officeDocument/2006/relationships/image" Target="../media/image98.png"/><Relationship Id="rId221" Type="http://schemas.openxmlformats.org/officeDocument/2006/relationships/image" Target="../media/image303.png"/><Relationship Id="rId242" Type="http://schemas.openxmlformats.org/officeDocument/2006/relationships/image" Target="../media/image324.png"/><Relationship Id="rId37" Type="http://schemas.openxmlformats.org/officeDocument/2006/relationships/image" Target="../media/image119.png"/><Relationship Id="rId58" Type="http://schemas.openxmlformats.org/officeDocument/2006/relationships/image" Target="../media/image140.png"/><Relationship Id="rId79" Type="http://schemas.openxmlformats.org/officeDocument/2006/relationships/image" Target="../media/image161.png"/><Relationship Id="rId102" Type="http://schemas.openxmlformats.org/officeDocument/2006/relationships/image" Target="../media/image184.png"/><Relationship Id="rId123" Type="http://schemas.openxmlformats.org/officeDocument/2006/relationships/image" Target="../media/image205.png"/><Relationship Id="rId144" Type="http://schemas.openxmlformats.org/officeDocument/2006/relationships/image" Target="../media/image226.png"/><Relationship Id="rId90" Type="http://schemas.openxmlformats.org/officeDocument/2006/relationships/image" Target="../media/image172.png"/><Relationship Id="rId165" Type="http://schemas.openxmlformats.org/officeDocument/2006/relationships/image" Target="../media/image247.png"/><Relationship Id="rId186" Type="http://schemas.openxmlformats.org/officeDocument/2006/relationships/image" Target="../media/image268.png"/><Relationship Id="rId211" Type="http://schemas.openxmlformats.org/officeDocument/2006/relationships/image" Target="../media/image293.png"/><Relationship Id="rId232" Type="http://schemas.openxmlformats.org/officeDocument/2006/relationships/image" Target="../media/image314.png"/><Relationship Id="rId27" Type="http://schemas.openxmlformats.org/officeDocument/2006/relationships/image" Target="../media/image109.png"/><Relationship Id="rId48" Type="http://schemas.openxmlformats.org/officeDocument/2006/relationships/image" Target="../media/image130.png"/><Relationship Id="rId69" Type="http://schemas.openxmlformats.org/officeDocument/2006/relationships/image" Target="../media/image151.png"/><Relationship Id="rId113" Type="http://schemas.openxmlformats.org/officeDocument/2006/relationships/image" Target="../media/image195.png"/><Relationship Id="rId134" Type="http://schemas.openxmlformats.org/officeDocument/2006/relationships/image" Target="../media/image216.png"/><Relationship Id="rId80" Type="http://schemas.openxmlformats.org/officeDocument/2006/relationships/image" Target="../media/image162.png"/><Relationship Id="rId155" Type="http://schemas.openxmlformats.org/officeDocument/2006/relationships/image" Target="../media/image237.png"/><Relationship Id="rId176" Type="http://schemas.openxmlformats.org/officeDocument/2006/relationships/image" Target="../media/image258.png"/><Relationship Id="rId197" Type="http://schemas.openxmlformats.org/officeDocument/2006/relationships/image" Target="../media/image279.png"/><Relationship Id="rId201" Type="http://schemas.openxmlformats.org/officeDocument/2006/relationships/image" Target="../media/image283.png"/><Relationship Id="rId222" Type="http://schemas.openxmlformats.org/officeDocument/2006/relationships/image" Target="../media/image304.png"/><Relationship Id="rId243" Type="http://schemas.openxmlformats.org/officeDocument/2006/relationships/image" Target="../media/image325.png"/><Relationship Id="rId17" Type="http://schemas.openxmlformats.org/officeDocument/2006/relationships/image" Target="../media/image99.png"/><Relationship Id="rId38" Type="http://schemas.openxmlformats.org/officeDocument/2006/relationships/image" Target="../media/image120.png"/><Relationship Id="rId59" Type="http://schemas.openxmlformats.org/officeDocument/2006/relationships/image" Target="../media/image141.png"/><Relationship Id="rId103" Type="http://schemas.openxmlformats.org/officeDocument/2006/relationships/image" Target="../media/image185.png"/><Relationship Id="rId124" Type="http://schemas.openxmlformats.org/officeDocument/2006/relationships/image" Target="../media/image206.png"/><Relationship Id="rId70" Type="http://schemas.openxmlformats.org/officeDocument/2006/relationships/image" Target="../media/image152.png"/><Relationship Id="rId91" Type="http://schemas.openxmlformats.org/officeDocument/2006/relationships/image" Target="../media/image173.png"/><Relationship Id="rId145" Type="http://schemas.openxmlformats.org/officeDocument/2006/relationships/image" Target="../media/image227.png"/><Relationship Id="rId166" Type="http://schemas.openxmlformats.org/officeDocument/2006/relationships/image" Target="../media/image248.png"/><Relationship Id="rId187" Type="http://schemas.openxmlformats.org/officeDocument/2006/relationships/image" Target="../media/image269.png"/><Relationship Id="rId1" Type="http://schemas.openxmlformats.org/officeDocument/2006/relationships/slideLayout" Target="../slideLayouts/slideLayout5.xml"/><Relationship Id="rId212" Type="http://schemas.openxmlformats.org/officeDocument/2006/relationships/image" Target="../media/image294.png"/><Relationship Id="rId233" Type="http://schemas.openxmlformats.org/officeDocument/2006/relationships/image" Target="../media/image315.png"/><Relationship Id="rId28" Type="http://schemas.openxmlformats.org/officeDocument/2006/relationships/image" Target="../media/image110.png"/><Relationship Id="rId49" Type="http://schemas.openxmlformats.org/officeDocument/2006/relationships/image" Target="../media/image131.png"/><Relationship Id="rId114" Type="http://schemas.openxmlformats.org/officeDocument/2006/relationships/image" Target="../media/image196.png"/><Relationship Id="rId60" Type="http://schemas.openxmlformats.org/officeDocument/2006/relationships/image" Target="../media/image142.png"/><Relationship Id="rId81" Type="http://schemas.openxmlformats.org/officeDocument/2006/relationships/image" Target="../media/image163.png"/><Relationship Id="rId135" Type="http://schemas.openxmlformats.org/officeDocument/2006/relationships/image" Target="../media/image217.png"/><Relationship Id="rId156" Type="http://schemas.openxmlformats.org/officeDocument/2006/relationships/image" Target="../media/image238.png"/><Relationship Id="rId177" Type="http://schemas.openxmlformats.org/officeDocument/2006/relationships/image" Target="../media/image259.png"/><Relationship Id="rId198" Type="http://schemas.openxmlformats.org/officeDocument/2006/relationships/image" Target="../media/image280.png"/><Relationship Id="rId202" Type="http://schemas.openxmlformats.org/officeDocument/2006/relationships/image" Target="../media/image284.png"/><Relationship Id="rId223" Type="http://schemas.openxmlformats.org/officeDocument/2006/relationships/image" Target="../media/image305.png"/><Relationship Id="rId18" Type="http://schemas.openxmlformats.org/officeDocument/2006/relationships/image" Target="../media/image100.png"/><Relationship Id="rId39" Type="http://schemas.openxmlformats.org/officeDocument/2006/relationships/image" Target="../media/image121.png"/><Relationship Id="rId50" Type="http://schemas.openxmlformats.org/officeDocument/2006/relationships/image" Target="../media/image132.png"/><Relationship Id="rId104" Type="http://schemas.openxmlformats.org/officeDocument/2006/relationships/image" Target="../media/image186.png"/><Relationship Id="rId125" Type="http://schemas.openxmlformats.org/officeDocument/2006/relationships/image" Target="../media/image207.png"/><Relationship Id="rId146" Type="http://schemas.openxmlformats.org/officeDocument/2006/relationships/image" Target="../media/image228.png"/><Relationship Id="rId167" Type="http://schemas.openxmlformats.org/officeDocument/2006/relationships/image" Target="../media/image249.png"/><Relationship Id="rId188" Type="http://schemas.openxmlformats.org/officeDocument/2006/relationships/image" Target="../media/image270.png"/><Relationship Id="rId71" Type="http://schemas.openxmlformats.org/officeDocument/2006/relationships/image" Target="../media/image153.png"/><Relationship Id="rId92" Type="http://schemas.openxmlformats.org/officeDocument/2006/relationships/image" Target="../media/image174.png"/><Relationship Id="rId213" Type="http://schemas.openxmlformats.org/officeDocument/2006/relationships/image" Target="../media/image295.png"/><Relationship Id="rId234" Type="http://schemas.openxmlformats.org/officeDocument/2006/relationships/image" Target="../media/image316.png"/><Relationship Id="rId2" Type="http://schemas.openxmlformats.org/officeDocument/2006/relationships/image" Target="../media/image89.jpg"/><Relationship Id="rId29" Type="http://schemas.openxmlformats.org/officeDocument/2006/relationships/image" Target="../media/image111.png"/><Relationship Id="rId40" Type="http://schemas.openxmlformats.org/officeDocument/2006/relationships/image" Target="../media/image122.png"/><Relationship Id="rId115" Type="http://schemas.openxmlformats.org/officeDocument/2006/relationships/image" Target="../media/image197.png"/><Relationship Id="rId136" Type="http://schemas.openxmlformats.org/officeDocument/2006/relationships/image" Target="../media/image218.png"/><Relationship Id="rId157" Type="http://schemas.openxmlformats.org/officeDocument/2006/relationships/image" Target="../media/image239.png"/><Relationship Id="rId178" Type="http://schemas.openxmlformats.org/officeDocument/2006/relationships/image" Target="../media/image260.png"/><Relationship Id="rId61" Type="http://schemas.openxmlformats.org/officeDocument/2006/relationships/image" Target="../media/image143.png"/><Relationship Id="rId82" Type="http://schemas.openxmlformats.org/officeDocument/2006/relationships/image" Target="../media/image164.png"/><Relationship Id="rId199" Type="http://schemas.openxmlformats.org/officeDocument/2006/relationships/image" Target="../media/image281.png"/><Relationship Id="rId203" Type="http://schemas.openxmlformats.org/officeDocument/2006/relationships/image" Target="../media/image285.png"/><Relationship Id="rId19" Type="http://schemas.openxmlformats.org/officeDocument/2006/relationships/image" Target="../media/image101.png"/><Relationship Id="rId224" Type="http://schemas.openxmlformats.org/officeDocument/2006/relationships/image" Target="../media/image306.png"/><Relationship Id="rId30" Type="http://schemas.openxmlformats.org/officeDocument/2006/relationships/image" Target="../media/image112.png"/><Relationship Id="rId105" Type="http://schemas.openxmlformats.org/officeDocument/2006/relationships/image" Target="../media/image187.png"/><Relationship Id="rId126" Type="http://schemas.openxmlformats.org/officeDocument/2006/relationships/image" Target="../media/image208.png"/><Relationship Id="rId147" Type="http://schemas.openxmlformats.org/officeDocument/2006/relationships/image" Target="../media/image229.png"/><Relationship Id="rId168" Type="http://schemas.openxmlformats.org/officeDocument/2006/relationships/image" Target="../media/image250.png"/><Relationship Id="rId51" Type="http://schemas.openxmlformats.org/officeDocument/2006/relationships/image" Target="../media/image133.png"/><Relationship Id="rId72" Type="http://schemas.openxmlformats.org/officeDocument/2006/relationships/image" Target="../media/image154.png"/><Relationship Id="rId93" Type="http://schemas.openxmlformats.org/officeDocument/2006/relationships/image" Target="../media/image175.png"/><Relationship Id="rId189" Type="http://schemas.openxmlformats.org/officeDocument/2006/relationships/image" Target="../media/image271.png"/><Relationship Id="rId3" Type="http://schemas.openxmlformats.org/officeDocument/2006/relationships/image" Target="../media/image17.png"/><Relationship Id="rId214" Type="http://schemas.openxmlformats.org/officeDocument/2006/relationships/image" Target="../media/image296.png"/><Relationship Id="rId235" Type="http://schemas.openxmlformats.org/officeDocument/2006/relationships/image" Target="../media/image317.png"/><Relationship Id="rId116" Type="http://schemas.openxmlformats.org/officeDocument/2006/relationships/image" Target="../media/image198.png"/><Relationship Id="rId137" Type="http://schemas.openxmlformats.org/officeDocument/2006/relationships/image" Target="../media/image219.png"/><Relationship Id="rId158" Type="http://schemas.openxmlformats.org/officeDocument/2006/relationships/image" Target="../media/image240.png"/><Relationship Id="rId20" Type="http://schemas.openxmlformats.org/officeDocument/2006/relationships/image" Target="../media/image102.png"/><Relationship Id="rId41" Type="http://schemas.openxmlformats.org/officeDocument/2006/relationships/image" Target="../media/image123.png"/><Relationship Id="rId62" Type="http://schemas.openxmlformats.org/officeDocument/2006/relationships/image" Target="../media/image144.png"/><Relationship Id="rId83" Type="http://schemas.openxmlformats.org/officeDocument/2006/relationships/image" Target="../media/image165.png"/><Relationship Id="rId179" Type="http://schemas.openxmlformats.org/officeDocument/2006/relationships/image" Target="../media/image261.png"/><Relationship Id="rId190" Type="http://schemas.openxmlformats.org/officeDocument/2006/relationships/image" Target="../media/image272.png"/><Relationship Id="rId204" Type="http://schemas.openxmlformats.org/officeDocument/2006/relationships/image" Target="../media/image286.png"/><Relationship Id="rId225" Type="http://schemas.openxmlformats.org/officeDocument/2006/relationships/image" Target="../media/image30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32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329.png"/><Relationship Id="rId4" Type="http://schemas.openxmlformats.org/officeDocument/2006/relationships/image" Target="../media/image18.png"/><Relationship Id="rId9" Type="http://schemas.openxmlformats.org/officeDocument/2006/relationships/image" Target="../media/image3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33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334.png"/><Relationship Id="rId5" Type="http://schemas.openxmlformats.org/officeDocument/2006/relationships/image" Target="../media/image19.png"/><Relationship Id="rId10" Type="http://schemas.openxmlformats.org/officeDocument/2006/relationships/image" Target="../media/image333.png"/><Relationship Id="rId4" Type="http://schemas.openxmlformats.org/officeDocument/2006/relationships/image" Target="../media/image18.png"/><Relationship Id="rId9" Type="http://schemas.openxmlformats.org/officeDocument/2006/relationships/image" Target="../media/image3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png"/><Relationship Id="rId13" Type="http://schemas.openxmlformats.org/officeDocument/2006/relationships/image" Target="../media/image341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340.png"/><Relationship Id="rId17" Type="http://schemas.openxmlformats.org/officeDocument/2006/relationships/image" Target="../media/image345.png"/><Relationship Id="rId2" Type="http://schemas.openxmlformats.org/officeDocument/2006/relationships/image" Target="../media/image335.jpg"/><Relationship Id="rId16" Type="http://schemas.openxmlformats.org/officeDocument/2006/relationships/image" Target="../media/image3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339.png"/><Relationship Id="rId5" Type="http://schemas.openxmlformats.org/officeDocument/2006/relationships/image" Target="../media/image19.png"/><Relationship Id="rId15" Type="http://schemas.openxmlformats.org/officeDocument/2006/relationships/image" Target="../media/image343.png"/><Relationship Id="rId10" Type="http://schemas.openxmlformats.org/officeDocument/2006/relationships/image" Target="../media/image338.png"/><Relationship Id="rId4" Type="http://schemas.openxmlformats.org/officeDocument/2006/relationships/image" Target="../media/image18.png"/><Relationship Id="rId9" Type="http://schemas.openxmlformats.org/officeDocument/2006/relationships/image" Target="../media/image337.png"/><Relationship Id="rId14" Type="http://schemas.openxmlformats.org/officeDocument/2006/relationships/image" Target="../media/image34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png"/><Relationship Id="rId13" Type="http://schemas.openxmlformats.org/officeDocument/2006/relationships/image" Target="../media/image35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351.png"/><Relationship Id="rId2" Type="http://schemas.openxmlformats.org/officeDocument/2006/relationships/image" Target="../media/image34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350.png"/><Relationship Id="rId5" Type="http://schemas.openxmlformats.org/officeDocument/2006/relationships/image" Target="../media/image19.png"/><Relationship Id="rId10" Type="http://schemas.openxmlformats.org/officeDocument/2006/relationships/image" Target="../media/image349.png"/><Relationship Id="rId4" Type="http://schemas.openxmlformats.org/officeDocument/2006/relationships/image" Target="../media/image18.png"/><Relationship Id="rId9" Type="http://schemas.openxmlformats.org/officeDocument/2006/relationships/image" Target="../media/image348.png"/><Relationship Id="rId14" Type="http://schemas.openxmlformats.org/officeDocument/2006/relationships/image" Target="../media/image35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798C0AE5-B3D2-0A4E-6D36-C81F50D1B457}"/>
              </a:ext>
            </a:extLst>
          </p:cNvPr>
          <p:cNvGrpSpPr/>
          <p:nvPr/>
        </p:nvGrpSpPr>
        <p:grpSpPr>
          <a:xfrm>
            <a:off x="2" y="397"/>
            <a:ext cx="8598307" cy="11308556"/>
            <a:chOff x="1" y="0"/>
            <a:chExt cx="5214387" cy="6858000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A58E4F5E-87D6-296F-C7D6-8D533B5BD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5493" t="5633" r="32349" b="25767"/>
            <a:stretch/>
          </p:blipFill>
          <p:spPr>
            <a:xfrm>
              <a:off x="1" y="0"/>
              <a:ext cx="5214387" cy="6858000"/>
            </a:xfrm>
            <a:prstGeom prst="rect">
              <a:avLst/>
            </a:prstGeom>
          </p:spPr>
        </p:pic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F038C7E-668E-D76C-E562-B9472D179E1D}"/>
                </a:ext>
              </a:extLst>
            </p:cNvPr>
            <p:cNvSpPr/>
            <p:nvPr/>
          </p:nvSpPr>
          <p:spPr>
            <a:xfrm>
              <a:off x="596191" y="0"/>
              <a:ext cx="1742564" cy="1459523"/>
            </a:xfrm>
            <a:prstGeom prst="rect">
              <a:avLst/>
            </a:prstGeom>
            <a:solidFill>
              <a:srgbClr val="F49E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AB012A5E-DCC3-A51B-54F1-88D85C0E8B45}"/>
                </a:ext>
              </a:extLst>
            </p:cNvPr>
            <p:cNvSpPr/>
            <p:nvPr/>
          </p:nvSpPr>
          <p:spPr>
            <a:xfrm>
              <a:off x="2203827" y="2393634"/>
              <a:ext cx="742566" cy="638324"/>
            </a:xfrm>
            <a:prstGeom prst="rect">
              <a:avLst/>
            </a:prstGeom>
            <a:solidFill>
              <a:srgbClr val="F49E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>
                <a:solidFill>
                  <a:srgbClr val="F49230"/>
                </a:solidFill>
              </a:endParaRPr>
            </a:p>
          </p:txBody>
        </p:sp>
      </p:grpSp>
      <p:pic>
        <p:nvPicPr>
          <p:cNvPr id="23" name="Google Shape;122;p23">
            <a:extLst>
              <a:ext uri="{FF2B5EF4-FFF2-40B4-BE49-F238E27FC236}">
                <a16:creationId xmlns:a16="http://schemas.microsoft.com/office/drawing/2014/main" id="{D8FE5722-D0D5-996A-BDCC-311CDFC112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1095"/>
          <a:stretch/>
        </p:blipFill>
        <p:spPr>
          <a:xfrm rot="10800000">
            <a:off x="-11" y="397"/>
            <a:ext cx="12120879" cy="11308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2;p23">
            <a:extLst>
              <a:ext uri="{FF2B5EF4-FFF2-40B4-BE49-F238E27FC236}">
                <a16:creationId xmlns:a16="http://schemas.microsoft.com/office/drawing/2014/main" id="{77CA416E-7C1D-D273-598D-88B254A554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3576"/>
          <a:stretch/>
        </p:blipFill>
        <p:spPr>
          <a:xfrm flipH="1">
            <a:off x="10233365" y="397"/>
            <a:ext cx="3647438" cy="11308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2CD587B-5BDC-A2DD-6722-CE758751183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8691" y="1646817"/>
            <a:ext cx="15901037" cy="643495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4112B3FC-07C3-FD96-7194-CE16097C6C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72815">
            <a:off x="5744388" y="6359509"/>
            <a:ext cx="6778206" cy="1260195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2D3ADE7D-A6A1-CDC3-2DB0-5C4E4C45E4C6}"/>
              </a:ext>
            </a:extLst>
          </p:cNvPr>
          <p:cNvSpPr txBox="1"/>
          <p:nvPr/>
        </p:nvSpPr>
        <p:spPr>
          <a:xfrm>
            <a:off x="8891481" y="8062808"/>
            <a:ext cx="3647438" cy="701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958" b="1" dirty="0">
                <a:solidFill>
                  <a:srgbClr val="001F60"/>
                </a:solidFill>
                <a:latin typeface="Lato Black" panose="020F0A02020204030203" pitchFamily="34" charset="0"/>
              </a:rPr>
              <a:t>PRÓPOSITO</a:t>
            </a:r>
            <a:endParaRPr lang="es-CO" sz="3958" b="1" dirty="0">
              <a:solidFill>
                <a:srgbClr val="001F60"/>
              </a:solidFill>
              <a:latin typeface="Lato Black" panose="020F0A02020204030203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F55858C-3F48-BB7B-BE38-C50A90D0CFE8}"/>
              </a:ext>
            </a:extLst>
          </p:cNvPr>
          <p:cNvSpPr txBox="1"/>
          <p:nvPr/>
        </p:nvSpPr>
        <p:spPr>
          <a:xfrm>
            <a:off x="8891480" y="8824073"/>
            <a:ext cx="9978645" cy="1107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98" dirty="0">
                <a:solidFill>
                  <a:srgbClr val="001F60"/>
                </a:solidFill>
                <a:latin typeface="Lato Semibold" panose="020F0502020204030203" pitchFamily="34" charset="0"/>
              </a:rPr>
              <a:t>Cuidar la economía de los hogares con productos de múltiples beneficios a bajo costo.</a:t>
            </a:r>
          </a:p>
        </p:txBody>
      </p:sp>
    </p:spTree>
    <p:extLst>
      <p:ext uri="{BB962C8B-B14F-4D97-AF65-F5344CB8AC3E}">
        <p14:creationId xmlns:p14="http://schemas.microsoft.com/office/powerpoint/2010/main" val="3561165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Un par de personas sentadas en un sofá&#10;&#10;El contenido generado por IA puede ser incorrecto.">
            <a:extLst>
              <a:ext uri="{FF2B5EF4-FFF2-40B4-BE49-F238E27FC236}">
                <a16:creationId xmlns:a16="http://schemas.microsoft.com/office/drawing/2014/main" id="{EEE0D6DC-B0DA-1241-DD3D-1C91C8585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1" t="93" r="15860" b="-4466"/>
          <a:stretch/>
        </p:blipFill>
        <p:spPr>
          <a:xfrm>
            <a:off x="6085401" y="398"/>
            <a:ext cx="14018700" cy="11500869"/>
          </a:xfrm>
          <a:prstGeom prst="rect">
            <a:avLst/>
          </a:prstGeom>
        </p:spPr>
      </p:pic>
      <p:pic>
        <p:nvPicPr>
          <p:cNvPr id="7" name="Google Shape;122;p23">
            <a:extLst>
              <a:ext uri="{FF2B5EF4-FFF2-40B4-BE49-F238E27FC236}">
                <a16:creationId xmlns:a16="http://schemas.microsoft.com/office/drawing/2014/main" id="{39F467BE-1032-F8BA-02A9-61A574693F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1095"/>
          <a:stretch/>
        </p:blipFill>
        <p:spPr>
          <a:xfrm>
            <a:off x="3464464" y="-20128"/>
            <a:ext cx="7823399" cy="11315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22;p23">
            <a:extLst>
              <a:ext uri="{FF2B5EF4-FFF2-40B4-BE49-F238E27FC236}">
                <a16:creationId xmlns:a16="http://schemas.microsoft.com/office/drawing/2014/main" id="{0BB540DF-D135-DC64-8A16-899F25C7E2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1095"/>
          <a:stretch/>
        </p:blipFill>
        <p:spPr>
          <a:xfrm rot="16200000">
            <a:off x="6978048" y="-1604264"/>
            <a:ext cx="6051982" cy="202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0469DB8-3EC4-A06A-983D-21A651C8524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3293" y="1262318"/>
            <a:ext cx="7070580" cy="286137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3CE7FF8-0E8E-AAEE-0BCE-7D8B6E210B18}"/>
              </a:ext>
            </a:extLst>
          </p:cNvPr>
          <p:cNvSpPr txBox="1"/>
          <p:nvPr/>
        </p:nvSpPr>
        <p:spPr>
          <a:xfrm>
            <a:off x="7518737" y="8655351"/>
            <a:ext cx="37045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i="1" dirty="0">
                <a:solidFill>
                  <a:srgbClr val="001F60"/>
                </a:solidFill>
                <a:latin typeface="Lato Black" panose="020F0A02020204030203" pitchFamily="34" charset="0"/>
              </a:rPr>
              <a:t>RELACIÓN </a:t>
            </a:r>
          </a:p>
          <a:p>
            <a:pPr algn="ctr"/>
            <a:r>
              <a:rPr lang="es-ES" i="1" dirty="0">
                <a:solidFill>
                  <a:srgbClr val="001F60"/>
                </a:solidFill>
                <a:latin typeface="Lato Black" panose="020F0A02020204030203" pitchFamily="34" charset="0"/>
              </a:rPr>
              <a:t>COSTO - CALIDAD</a:t>
            </a:r>
            <a:endParaRPr lang="es-CO" i="1" dirty="0">
              <a:solidFill>
                <a:srgbClr val="001F60"/>
              </a:solidFill>
              <a:latin typeface="Lato Black" panose="020F0A0202020403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DC93AA7-4D32-2E49-B47B-72E7018948B2}"/>
              </a:ext>
            </a:extLst>
          </p:cNvPr>
          <p:cNvSpPr txBox="1"/>
          <p:nvPr/>
        </p:nvSpPr>
        <p:spPr>
          <a:xfrm>
            <a:off x="11149325" y="9456472"/>
            <a:ext cx="3673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i="1" dirty="0">
                <a:solidFill>
                  <a:srgbClr val="001F60"/>
                </a:solidFill>
                <a:latin typeface="Lato Black" panose="020F0A02020204030203" pitchFamily="34" charset="0"/>
              </a:rPr>
              <a:t>SKUS</a:t>
            </a:r>
          </a:p>
          <a:p>
            <a:pPr algn="ctr"/>
            <a:r>
              <a:rPr lang="es-ES" i="1" dirty="0">
                <a:solidFill>
                  <a:srgbClr val="001F60"/>
                </a:solidFill>
                <a:latin typeface="Lato Black" panose="020F0A02020204030203" pitchFamily="34" charset="0"/>
              </a:rPr>
              <a:t>PRODUCTOS ALTA ROTACIÓN</a:t>
            </a:r>
            <a:endParaRPr lang="es-CO" i="1" dirty="0">
              <a:solidFill>
                <a:srgbClr val="001F60"/>
              </a:solidFill>
              <a:latin typeface="Lato Black" panose="020F0A0202020403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F0964C9-98A7-E240-80DE-EC52C29A72B1}"/>
              </a:ext>
            </a:extLst>
          </p:cNvPr>
          <p:cNvSpPr txBox="1"/>
          <p:nvPr/>
        </p:nvSpPr>
        <p:spPr>
          <a:xfrm>
            <a:off x="14822374" y="9786420"/>
            <a:ext cx="40088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i="1" dirty="0">
                <a:solidFill>
                  <a:srgbClr val="001F60"/>
                </a:solidFill>
                <a:latin typeface="Lato Black" panose="020F0A02020204030203" pitchFamily="34" charset="0"/>
              </a:rPr>
              <a:t>PRECIO Y PRESENTACIONES COMPETITIVAS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BDF620B-FD44-CA26-3921-C979C42973DA}"/>
              </a:ext>
            </a:extLst>
          </p:cNvPr>
          <p:cNvSpPr txBox="1"/>
          <p:nvPr/>
        </p:nvSpPr>
        <p:spPr>
          <a:xfrm>
            <a:off x="10626044" y="7197984"/>
            <a:ext cx="1248862" cy="186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543" b="1" dirty="0">
                <a:solidFill>
                  <a:srgbClr val="283054"/>
                </a:solidFill>
              </a:rPr>
              <a:t>+</a:t>
            </a:r>
            <a:endParaRPr lang="es-CO" sz="11543" b="1" dirty="0">
              <a:solidFill>
                <a:srgbClr val="283054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7AE6D13-7FAF-563A-DF8D-02256381C001}"/>
              </a:ext>
            </a:extLst>
          </p:cNvPr>
          <p:cNvSpPr txBox="1"/>
          <p:nvPr/>
        </p:nvSpPr>
        <p:spPr>
          <a:xfrm>
            <a:off x="14278520" y="7824677"/>
            <a:ext cx="1248862" cy="186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543" b="1" dirty="0">
                <a:solidFill>
                  <a:srgbClr val="283054"/>
                </a:solidFill>
              </a:rPr>
              <a:t>+</a:t>
            </a:r>
            <a:endParaRPr lang="es-CO" sz="11543" b="1" dirty="0">
              <a:solidFill>
                <a:srgbClr val="283054"/>
              </a:solidFill>
            </a:endParaRPr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722F39E8-0C32-DA51-FA48-9E1A16DD7C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848" y="4745186"/>
            <a:ext cx="7134057" cy="2999144"/>
          </a:xfrm>
          <a:prstGeom prst="rect">
            <a:avLst/>
          </a:prstGeom>
        </p:spPr>
      </p:pic>
      <p:grpSp>
        <p:nvGrpSpPr>
          <p:cNvPr id="26" name="Grupo 25">
            <a:extLst>
              <a:ext uri="{FF2B5EF4-FFF2-40B4-BE49-F238E27FC236}">
                <a16:creationId xmlns:a16="http://schemas.microsoft.com/office/drawing/2014/main" id="{B46D9DAC-C07D-67E4-2214-1FBDA9081C85}"/>
              </a:ext>
            </a:extLst>
          </p:cNvPr>
          <p:cNvGrpSpPr/>
          <p:nvPr/>
        </p:nvGrpSpPr>
        <p:grpSpPr>
          <a:xfrm>
            <a:off x="11806301" y="6721038"/>
            <a:ext cx="2620775" cy="2620775"/>
            <a:chOff x="6154450" y="4314908"/>
            <a:chExt cx="2266950" cy="2160684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62E91994-4322-39CB-05E3-FE6F147556CB}"/>
                </a:ext>
              </a:extLst>
            </p:cNvPr>
            <p:cNvSpPr/>
            <p:nvPr/>
          </p:nvSpPr>
          <p:spPr>
            <a:xfrm>
              <a:off x="6154450" y="4314908"/>
              <a:ext cx="2266950" cy="2160684"/>
            </a:xfrm>
            <a:prstGeom prst="ellipse">
              <a:avLst/>
            </a:prstGeom>
            <a:solidFill>
              <a:srgbClr val="C30A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dirty="0">
                <a:solidFill>
                  <a:srgbClr val="C30A2F"/>
                </a:solidFill>
              </a:endParaRPr>
            </a:p>
          </p:txBody>
        </p:sp>
        <p:pic>
          <p:nvPicPr>
            <p:cNvPr id="25" name="Gráfico 24">
              <a:extLst>
                <a:ext uri="{FF2B5EF4-FFF2-40B4-BE49-F238E27FC236}">
                  <a16:creationId xmlns:a16="http://schemas.microsoft.com/office/drawing/2014/main" id="{0FFBFC0B-96CE-8B09-436B-33086E738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99183" y="4769934"/>
              <a:ext cx="1508328" cy="1391433"/>
            </a:xfrm>
            <a:prstGeom prst="rect">
              <a:avLst/>
            </a:prstGeom>
          </p:spPr>
        </p:pic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7A07BF8A-46DF-1CDE-B608-4DE5A8E1ADA3}"/>
              </a:ext>
            </a:extLst>
          </p:cNvPr>
          <p:cNvGrpSpPr/>
          <p:nvPr/>
        </p:nvGrpSpPr>
        <p:grpSpPr>
          <a:xfrm>
            <a:off x="8269615" y="5920296"/>
            <a:ext cx="2620775" cy="2620775"/>
            <a:chOff x="6109623" y="4230943"/>
            <a:chExt cx="1861465" cy="1826962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5546EBB3-F18D-9CAB-2D93-03FCC0028BCB}"/>
                </a:ext>
              </a:extLst>
            </p:cNvPr>
            <p:cNvSpPr/>
            <p:nvPr/>
          </p:nvSpPr>
          <p:spPr>
            <a:xfrm>
              <a:off x="6109623" y="4230943"/>
              <a:ext cx="1861465" cy="1826962"/>
            </a:xfrm>
            <a:prstGeom prst="ellipse">
              <a:avLst/>
            </a:prstGeom>
            <a:solidFill>
              <a:srgbClr val="C30A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dirty="0">
                <a:solidFill>
                  <a:srgbClr val="C30A2F"/>
                </a:solidFill>
              </a:endParaRPr>
            </a:p>
          </p:txBody>
        </p:sp>
        <p:pic>
          <p:nvPicPr>
            <p:cNvPr id="28" name="Gráfico 27">
              <a:extLst>
                <a:ext uri="{FF2B5EF4-FFF2-40B4-BE49-F238E27FC236}">
                  <a16:creationId xmlns:a16="http://schemas.microsoft.com/office/drawing/2014/main" id="{0D4161C5-6A03-1FEF-5627-A56440DCF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488492" y="4567779"/>
              <a:ext cx="1103726" cy="1048541"/>
            </a:xfrm>
            <a:prstGeom prst="rect">
              <a:avLst/>
            </a:prstGeom>
          </p:spPr>
        </p:pic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03414CFE-2D8A-6205-519A-8ECD68F0F5BF}"/>
              </a:ext>
            </a:extLst>
          </p:cNvPr>
          <p:cNvGrpSpPr/>
          <p:nvPr/>
        </p:nvGrpSpPr>
        <p:grpSpPr>
          <a:xfrm>
            <a:off x="15685794" y="7232262"/>
            <a:ext cx="2620775" cy="2620775"/>
            <a:chOff x="-2315031" y="5862568"/>
            <a:chExt cx="1861465" cy="1826962"/>
          </a:xfrm>
        </p:grpSpPr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DA2B048C-6F06-1A87-F79D-3873EC1BB1F2}"/>
                </a:ext>
              </a:extLst>
            </p:cNvPr>
            <p:cNvSpPr/>
            <p:nvPr/>
          </p:nvSpPr>
          <p:spPr>
            <a:xfrm>
              <a:off x="-2315031" y="5862568"/>
              <a:ext cx="1861465" cy="1826962"/>
            </a:xfrm>
            <a:prstGeom prst="ellipse">
              <a:avLst/>
            </a:prstGeom>
            <a:solidFill>
              <a:srgbClr val="C30A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dirty="0">
                <a:solidFill>
                  <a:srgbClr val="C30A2F"/>
                </a:solidFill>
              </a:endParaRPr>
            </a:p>
          </p:txBody>
        </p:sp>
        <p:pic>
          <p:nvPicPr>
            <p:cNvPr id="43" name="Gráfico 42">
              <a:extLst>
                <a:ext uri="{FF2B5EF4-FFF2-40B4-BE49-F238E27FC236}">
                  <a16:creationId xmlns:a16="http://schemas.microsoft.com/office/drawing/2014/main" id="{E5883451-E22F-E985-5338-78EB8F279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1890312" y="6187327"/>
              <a:ext cx="1051847" cy="13413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9947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695795" cy="1130854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228882" y="0"/>
            <a:ext cx="5518785" cy="2331085"/>
          </a:xfrm>
          <a:custGeom>
            <a:avLst/>
            <a:gdLst/>
            <a:ahLst/>
            <a:cxnLst/>
            <a:rect l="l" t="t" r="r" b="b"/>
            <a:pathLst>
              <a:path w="5518784" h="2331085">
                <a:moveTo>
                  <a:pt x="5518229" y="0"/>
                </a:moveTo>
                <a:lnTo>
                  <a:pt x="1408700" y="0"/>
                </a:lnTo>
                <a:lnTo>
                  <a:pt x="0" y="2331059"/>
                </a:lnTo>
                <a:lnTo>
                  <a:pt x="4109529" y="2331059"/>
                </a:lnTo>
                <a:lnTo>
                  <a:pt x="5518229" y="0"/>
                </a:lnTo>
                <a:close/>
              </a:path>
            </a:pathLst>
          </a:custGeom>
          <a:solidFill>
            <a:srgbClr val="EE00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25584" y="2258625"/>
            <a:ext cx="4789805" cy="1560830"/>
          </a:xfrm>
          <a:custGeom>
            <a:avLst/>
            <a:gdLst/>
            <a:ahLst/>
            <a:cxnLst/>
            <a:rect l="l" t="t" r="r" b="b"/>
            <a:pathLst>
              <a:path w="4789805" h="1560829">
                <a:moveTo>
                  <a:pt x="2394900" y="0"/>
                </a:moveTo>
                <a:lnTo>
                  <a:pt x="497806" y="218475"/>
                </a:lnTo>
                <a:lnTo>
                  <a:pt x="0" y="1479483"/>
                </a:lnTo>
                <a:lnTo>
                  <a:pt x="2339153" y="1560538"/>
                </a:lnTo>
                <a:lnTo>
                  <a:pt x="4789791" y="1168131"/>
                </a:lnTo>
                <a:lnTo>
                  <a:pt x="3925765" y="359821"/>
                </a:lnTo>
                <a:lnTo>
                  <a:pt x="2394900" y="0"/>
                </a:lnTo>
                <a:close/>
              </a:path>
            </a:pathLst>
          </a:custGeom>
          <a:solidFill>
            <a:srgbClr val="02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01193" y="1706923"/>
            <a:ext cx="833119" cy="836294"/>
          </a:xfrm>
          <a:custGeom>
            <a:avLst/>
            <a:gdLst/>
            <a:ahLst/>
            <a:cxnLst/>
            <a:rect l="l" t="t" r="r" b="b"/>
            <a:pathLst>
              <a:path w="833120" h="836294">
                <a:moveTo>
                  <a:pt x="212775" y="69176"/>
                </a:moveTo>
                <a:lnTo>
                  <a:pt x="209194" y="26504"/>
                </a:lnTo>
                <a:lnTo>
                  <a:pt x="180009" y="0"/>
                </a:lnTo>
                <a:lnTo>
                  <a:pt x="164934" y="3848"/>
                </a:lnTo>
                <a:lnTo>
                  <a:pt x="128752" y="32778"/>
                </a:lnTo>
                <a:lnTo>
                  <a:pt x="102374" y="71767"/>
                </a:lnTo>
                <a:lnTo>
                  <a:pt x="81661" y="113588"/>
                </a:lnTo>
                <a:lnTo>
                  <a:pt x="65087" y="157391"/>
                </a:lnTo>
                <a:lnTo>
                  <a:pt x="51092" y="202323"/>
                </a:lnTo>
                <a:lnTo>
                  <a:pt x="39751" y="249885"/>
                </a:lnTo>
                <a:lnTo>
                  <a:pt x="28968" y="309778"/>
                </a:lnTo>
                <a:lnTo>
                  <a:pt x="19227" y="375513"/>
                </a:lnTo>
                <a:lnTo>
                  <a:pt x="10998" y="440613"/>
                </a:lnTo>
                <a:lnTo>
                  <a:pt x="4724" y="498563"/>
                </a:lnTo>
                <a:lnTo>
                  <a:pt x="914" y="542912"/>
                </a:lnTo>
                <a:lnTo>
                  <a:pt x="0" y="567143"/>
                </a:lnTo>
                <a:lnTo>
                  <a:pt x="88" y="568604"/>
                </a:lnTo>
                <a:lnTo>
                  <a:pt x="482" y="570064"/>
                </a:lnTo>
                <a:lnTo>
                  <a:pt x="1104" y="571500"/>
                </a:lnTo>
                <a:lnTo>
                  <a:pt x="5969" y="577811"/>
                </a:lnTo>
                <a:lnTo>
                  <a:pt x="12928" y="580923"/>
                </a:lnTo>
                <a:lnTo>
                  <a:pt x="20548" y="580555"/>
                </a:lnTo>
                <a:lnTo>
                  <a:pt x="54267" y="528777"/>
                </a:lnTo>
                <a:lnTo>
                  <a:pt x="76669" y="483158"/>
                </a:lnTo>
                <a:lnTo>
                  <a:pt x="97396" y="436765"/>
                </a:lnTo>
                <a:lnTo>
                  <a:pt x="116878" y="389775"/>
                </a:lnTo>
                <a:lnTo>
                  <a:pt x="135534" y="342404"/>
                </a:lnTo>
                <a:lnTo>
                  <a:pt x="153771" y="294830"/>
                </a:lnTo>
                <a:lnTo>
                  <a:pt x="172593" y="243103"/>
                </a:lnTo>
                <a:lnTo>
                  <a:pt x="189103" y="190779"/>
                </a:lnTo>
                <a:lnTo>
                  <a:pt x="202425" y="137604"/>
                </a:lnTo>
                <a:lnTo>
                  <a:pt x="211645" y="83324"/>
                </a:lnTo>
                <a:lnTo>
                  <a:pt x="212775" y="69176"/>
                </a:lnTo>
                <a:close/>
              </a:path>
              <a:path w="833120" h="836294">
                <a:moveTo>
                  <a:pt x="562851" y="248729"/>
                </a:moveTo>
                <a:lnTo>
                  <a:pt x="544855" y="207225"/>
                </a:lnTo>
                <a:lnTo>
                  <a:pt x="514921" y="197891"/>
                </a:lnTo>
                <a:lnTo>
                  <a:pt x="499465" y="203288"/>
                </a:lnTo>
                <a:lnTo>
                  <a:pt x="444830" y="235127"/>
                </a:lnTo>
                <a:lnTo>
                  <a:pt x="413258" y="262318"/>
                </a:lnTo>
                <a:lnTo>
                  <a:pt x="384632" y="292735"/>
                </a:lnTo>
                <a:lnTo>
                  <a:pt x="358419" y="325589"/>
                </a:lnTo>
                <a:lnTo>
                  <a:pt x="297154" y="408393"/>
                </a:lnTo>
                <a:lnTo>
                  <a:pt x="205955" y="533146"/>
                </a:lnTo>
                <a:lnTo>
                  <a:pt x="111633" y="663206"/>
                </a:lnTo>
                <a:lnTo>
                  <a:pt x="111061" y="675030"/>
                </a:lnTo>
                <a:lnTo>
                  <a:pt x="117690" y="683475"/>
                </a:lnTo>
                <a:lnTo>
                  <a:pt x="129679" y="685469"/>
                </a:lnTo>
                <a:lnTo>
                  <a:pt x="157886" y="668782"/>
                </a:lnTo>
                <a:lnTo>
                  <a:pt x="203873" y="640029"/>
                </a:lnTo>
                <a:lnTo>
                  <a:pt x="268046" y="592543"/>
                </a:lnTo>
                <a:lnTo>
                  <a:pt x="309372" y="559816"/>
                </a:lnTo>
                <a:lnTo>
                  <a:pt x="349808" y="526046"/>
                </a:lnTo>
                <a:lnTo>
                  <a:pt x="389178" y="491058"/>
                </a:lnTo>
                <a:lnTo>
                  <a:pt x="427316" y="454647"/>
                </a:lnTo>
                <a:lnTo>
                  <a:pt x="464045" y="416636"/>
                </a:lnTo>
                <a:lnTo>
                  <a:pt x="499173" y="376834"/>
                </a:lnTo>
                <a:lnTo>
                  <a:pt x="525957" y="340702"/>
                </a:lnTo>
                <a:lnTo>
                  <a:pt x="549490" y="302133"/>
                </a:lnTo>
                <a:lnTo>
                  <a:pt x="562851" y="248729"/>
                </a:lnTo>
                <a:close/>
              </a:path>
              <a:path w="833120" h="836294">
                <a:moveTo>
                  <a:pt x="833094" y="681164"/>
                </a:moveTo>
                <a:lnTo>
                  <a:pt x="819988" y="660260"/>
                </a:lnTo>
                <a:lnTo>
                  <a:pt x="792708" y="646252"/>
                </a:lnTo>
                <a:lnTo>
                  <a:pt x="762850" y="640549"/>
                </a:lnTo>
                <a:lnTo>
                  <a:pt x="732878" y="639394"/>
                </a:lnTo>
                <a:lnTo>
                  <a:pt x="702932" y="641705"/>
                </a:lnTo>
                <a:lnTo>
                  <a:pt x="620979" y="656755"/>
                </a:lnTo>
                <a:lnTo>
                  <a:pt x="569163" y="668388"/>
                </a:lnTo>
                <a:lnTo>
                  <a:pt x="517690" y="681266"/>
                </a:lnTo>
                <a:lnTo>
                  <a:pt x="466598" y="695413"/>
                </a:lnTo>
                <a:lnTo>
                  <a:pt x="415848" y="710819"/>
                </a:lnTo>
                <a:lnTo>
                  <a:pt x="365480" y="727494"/>
                </a:lnTo>
                <a:lnTo>
                  <a:pt x="315455" y="745413"/>
                </a:lnTo>
                <a:lnTo>
                  <a:pt x="265811" y="764590"/>
                </a:lnTo>
                <a:lnTo>
                  <a:pt x="216535" y="785037"/>
                </a:lnTo>
                <a:lnTo>
                  <a:pt x="196545" y="813308"/>
                </a:lnTo>
                <a:lnTo>
                  <a:pt x="200164" y="822794"/>
                </a:lnTo>
                <a:lnTo>
                  <a:pt x="206463" y="828979"/>
                </a:lnTo>
                <a:lnTo>
                  <a:pt x="214769" y="832535"/>
                </a:lnTo>
                <a:lnTo>
                  <a:pt x="224383" y="834085"/>
                </a:lnTo>
                <a:lnTo>
                  <a:pt x="260261" y="836053"/>
                </a:lnTo>
                <a:lnTo>
                  <a:pt x="311404" y="835113"/>
                </a:lnTo>
                <a:lnTo>
                  <a:pt x="362458" y="833386"/>
                </a:lnTo>
                <a:lnTo>
                  <a:pt x="413410" y="830707"/>
                </a:lnTo>
                <a:lnTo>
                  <a:pt x="464248" y="826871"/>
                </a:lnTo>
                <a:lnTo>
                  <a:pt x="514972" y="821715"/>
                </a:lnTo>
                <a:lnTo>
                  <a:pt x="565543" y="815047"/>
                </a:lnTo>
                <a:lnTo>
                  <a:pt x="615962" y="806678"/>
                </a:lnTo>
                <a:lnTo>
                  <a:pt x="666203" y="796442"/>
                </a:lnTo>
                <a:lnTo>
                  <a:pt x="738505" y="776427"/>
                </a:lnTo>
                <a:lnTo>
                  <a:pt x="804494" y="740054"/>
                </a:lnTo>
                <a:lnTo>
                  <a:pt x="831329" y="706005"/>
                </a:lnTo>
                <a:lnTo>
                  <a:pt x="833094" y="681164"/>
                </a:lnTo>
                <a:close/>
              </a:path>
            </a:pathLst>
          </a:custGeom>
          <a:solidFill>
            <a:srgbClr val="02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2664" y="1780495"/>
            <a:ext cx="7421414" cy="259479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726103" y="515663"/>
            <a:ext cx="12724765" cy="9245600"/>
          </a:xfrm>
          <a:custGeom>
            <a:avLst/>
            <a:gdLst/>
            <a:ahLst/>
            <a:cxnLst/>
            <a:rect l="l" t="t" r="r" b="b"/>
            <a:pathLst>
              <a:path w="12724765" h="9245600">
                <a:moveTo>
                  <a:pt x="259753" y="748118"/>
                </a:moveTo>
                <a:lnTo>
                  <a:pt x="105689" y="748118"/>
                </a:lnTo>
                <a:lnTo>
                  <a:pt x="105689" y="436968"/>
                </a:lnTo>
                <a:lnTo>
                  <a:pt x="18135" y="436968"/>
                </a:lnTo>
                <a:lnTo>
                  <a:pt x="18135" y="748118"/>
                </a:lnTo>
                <a:lnTo>
                  <a:pt x="18135" y="821778"/>
                </a:lnTo>
                <a:lnTo>
                  <a:pt x="259753" y="821778"/>
                </a:lnTo>
                <a:lnTo>
                  <a:pt x="259753" y="748118"/>
                </a:lnTo>
                <a:close/>
              </a:path>
              <a:path w="12724765" h="9245600">
                <a:moveTo>
                  <a:pt x="306844" y="17056"/>
                </a:moveTo>
                <a:lnTo>
                  <a:pt x="291934" y="10909"/>
                </a:lnTo>
                <a:lnTo>
                  <a:pt x="270548" y="5435"/>
                </a:lnTo>
                <a:lnTo>
                  <a:pt x="243484" y="1498"/>
                </a:lnTo>
                <a:lnTo>
                  <a:pt x="211518" y="0"/>
                </a:lnTo>
                <a:lnTo>
                  <a:pt x="162991" y="4394"/>
                </a:lnTo>
                <a:lnTo>
                  <a:pt x="118452" y="17449"/>
                </a:lnTo>
                <a:lnTo>
                  <a:pt x="79184" y="38887"/>
                </a:lnTo>
                <a:lnTo>
                  <a:pt x="46431" y="68491"/>
                </a:lnTo>
                <a:lnTo>
                  <a:pt x="21475" y="105994"/>
                </a:lnTo>
                <a:lnTo>
                  <a:pt x="5575" y="151168"/>
                </a:lnTo>
                <a:lnTo>
                  <a:pt x="0" y="203746"/>
                </a:lnTo>
                <a:lnTo>
                  <a:pt x="4216" y="248958"/>
                </a:lnTo>
                <a:lnTo>
                  <a:pt x="16827" y="289941"/>
                </a:lnTo>
                <a:lnTo>
                  <a:pt x="37757" y="325704"/>
                </a:lnTo>
                <a:lnTo>
                  <a:pt x="66929" y="355244"/>
                </a:lnTo>
                <a:lnTo>
                  <a:pt x="104279" y="377571"/>
                </a:lnTo>
                <a:lnTo>
                  <a:pt x="149720" y="391706"/>
                </a:lnTo>
                <a:lnTo>
                  <a:pt x="203200" y="396633"/>
                </a:lnTo>
                <a:lnTo>
                  <a:pt x="236143" y="395122"/>
                </a:lnTo>
                <a:lnTo>
                  <a:pt x="286664" y="385889"/>
                </a:lnTo>
                <a:lnTo>
                  <a:pt x="289140" y="311835"/>
                </a:lnTo>
                <a:lnTo>
                  <a:pt x="274142" y="316801"/>
                </a:lnTo>
                <a:lnTo>
                  <a:pt x="256082" y="320738"/>
                </a:lnTo>
                <a:lnTo>
                  <a:pt x="236245" y="323329"/>
                </a:lnTo>
                <a:lnTo>
                  <a:pt x="215938" y="324256"/>
                </a:lnTo>
                <a:lnTo>
                  <a:pt x="163715" y="315480"/>
                </a:lnTo>
                <a:lnTo>
                  <a:pt x="124828" y="290398"/>
                </a:lnTo>
                <a:lnTo>
                  <a:pt x="100571" y="250850"/>
                </a:lnTo>
                <a:lnTo>
                  <a:pt x="92202" y="198691"/>
                </a:lnTo>
                <a:lnTo>
                  <a:pt x="101739" y="142735"/>
                </a:lnTo>
                <a:lnTo>
                  <a:pt x="127914" y="102984"/>
                </a:lnTo>
                <a:lnTo>
                  <a:pt x="167030" y="79248"/>
                </a:lnTo>
                <a:lnTo>
                  <a:pt x="215430" y="71374"/>
                </a:lnTo>
                <a:lnTo>
                  <a:pt x="237667" y="72567"/>
                </a:lnTo>
                <a:lnTo>
                  <a:pt x="257403" y="75768"/>
                </a:lnTo>
                <a:lnTo>
                  <a:pt x="274548" y="80378"/>
                </a:lnTo>
                <a:lnTo>
                  <a:pt x="288975" y="85826"/>
                </a:lnTo>
                <a:lnTo>
                  <a:pt x="306844" y="17056"/>
                </a:lnTo>
                <a:close/>
              </a:path>
              <a:path w="12724765" h="9245600">
                <a:moveTo>
                  <a:pt x="501408" y="106641"/>
                </a:moveTo>
                <a:lnTo>
                  <a:pt x="494906" y="105219"/>
                </a:lnTo>
                <a:lnTo>
                  <a:pt x="490804" y="105029"/>
                </a:lnTo>
                <a:lnTo>
                  <a:pt x="482739" y="105029"/>
                </a:lnTo>
                <a:lnTo>
                  <a:pt x="461403" y="108343"/>
                </a:lnTo>
                <a:lnTo>
                  <a:pt x="439978" y="118694"/>
                </a:lnTo>
                <a:lnTo>
                  <a:pt x="420954" y="136715"/>
                </a:lnTo>
                <a:lnTo>
                  <a:pt x="406831" y="163017"/>
                </a:lnTo>
                <a:lnTo>
                  <a:pt x="404685" y="163017"/>
                </a:lnTo>
                <a:lnTo>
                  <a:pt x="401497" y="111302"/>
                </a:lnTo>
                <a:lnTo>
                  <a:pt x="326377" y="111302"/>
                </a:lnTo>
                <a:lnTo>
                  <a:pt x="327393" y="130073"/>
                </a:lnTo>
                <a:lnTo>
                  <a:pt x="328104" y="150990"/>
                </a:lnTo>
                <a:lnTo>
                  <a:pt x="328523" y="175082"/>
                </a:lnTo>
                <a:lnTo>
                  <a:pt x="328663" y="203390"/>
                </a:lnTo>
                <a:lnTo>
                  <a:pt x="328663" y="390652"/>
                </a:lnTo>
                <a:lnTo>
                  <a:pt x="416229" y="390652"/>
                </a:lnTo>
                <a:lnTo>
                  <a:pt x="416229" y="242265"/>
                </a:lnTo>
                <a:lnTo>
                  <a:pt x="416750" y="235496"/>
                </a:lnTo>
                <a:lnTo>
                  <a:pt x="437972" y="197739"/>
                </a:lnTo>
                <a:lnTo>
                  <a:pt x="477774" y="185877"/>
                </a:lnTo>
                <a:lnTo>
                  <a:pt x="487591" y="185877"/>
                </a:lnTo>
                <a:lnTo>
                  <a:pt x="494639" y="186893"/>
                </a:lnTo>
                <a:lnTo>
                  <a:pt x="501408" y="188315"/>
                </a:lnTo>
                <a:lnTo>
                  <a:pt x="501408" y="106641"/>
                </a:lnTo>
                <a:close/>
              </a:path>
              <a:path w="12724765" h="9245600">
                <a:moveTo>
                  <a:pt x="523760" y="821626"/>
                </a:moveTo>
                <a:lnTo>
                  <a:pt x="519607" y="774623"/>
                </a:lnTo>
                <a:lnTo>
                  <a:pt x="519557" y="773582"/>
                </a:lnTo>
                <a:lnTo>
                  <a:pt x="519468" y="766991"/>
                </a:lnTo>
                <a:lnTo>
                  <a:pt x="519353" y="758710"/>
                </a:lnTo>
                <a:lnTo>
                  <a:pt x="519290" y="689521"/>
                </a:lnTo>
                <a:lnTo>
                  <a:pt x="519290" y="656564"/>
                </a:lnTo>
                <a:lnTo>
                  <a:pt x="513194" y="610057"/>
                </a:lnTo>
                <a:lnTo>
                  <a:pt x="505587" y="595769"/>
                </a:lnTo>
                <a:lnTo>
                  <a:pt x="492772" y="571690"/>
                </a:lnTo>
                <a:lnTo>
                  <a:pt x="454799" y="545617"/>
                </a:lnTo>
                <a:lnTo>
                  <a:pt x="434454" y="542290"/>
                </a:lnTo>
                <a:lnTo>
                  <a:pt x="434454" y="689521"/>
                </a:lnTo>
                <a:lnTo>
                  <a:pt x="434454" y="725004"/>
                </a:lnTo>
                <a:lnTo>
                  <a:pt x="402869" y="764489"/>
                </a:lnTo>
                <a:lnTo>
                  <a:pt x="387591" y="766991"/>
                </a:lnTo>
                <a:lnTo>
                  <a:pt x="373786" y="764933"/>
                </a:lnTo>
                <a:lnTo>
                  <a:pt x="362788" y="758710"/>
                </a:lnTo>
                <a:lnTo>
                  <a:pt x="355523" y="748258"/>
                </a:lnTo>
                <a:lnTo>
                  <a:pt x="352894" y="733552"/>
                </a:lnTo>
                <a:lnTo>
                  <a:pt x="359168" y="712597"/>
                </a:lnTo>
                <a:lnTo>
                  <a:pt x="376428" y="698969"/>
                </a:lnTo>
                <a:lnTo>
                  <a:pt x="402297" y="691616"/>
                </a:lnTo>
                <a:lnTo>
                  <a:pt x="434454" y="689521"/>
                </a:lnTo>
                <a:lnTo>
                  <a:pt x="434454" y="542290"/>
                </a:lnTo>
                <a:lnTo>
                  <a:pt x="396049" y="536003"/>
                </a:lnTo>
                <a:lnTo>
                  <a:pt x="360057" y="538353"/>
                </a:lnTo>
                <a:lnTo>
                  <a:pt x="329476" y="544347"/>
                </a:lnTo>
                <a:lnTo>
                  <a:pt x="304876" y="552437"/>
                </a:lnTo>
                <a:lnTo>
                  <a:pt x="286753" y="561035"/>
                </a:lnTo>
                <a:lnTo>
                  <a:pt x="302856" y="616623"/>
                </a:lnTo>
                <a:lnTo>
                  <a:pt x="318833" y="608660"/>
                </a:lnTo>
                <a:lnTo>
                  <a:pt x="337870" y="602005"/>
                </a:lnTo>
                <a:lnTo>
                  <a:pt x="358787" y="597458"/>
                </a:lnTo>
                <a:lnTo>
                  <a:pt x="380352" y="595769"/>
                </a:lnTo>
                <a:lnTo>
                  <a:pt x="406730" y="599262"/>
                </a:lnTo>
                <a:lnTo>
                  <a:pt x="422389" y="608152"/>
                </a:lnTo>
                <a:lnTo>
                  <a:pt x="429907" y="619848"/>
                </a:lnTo>
                <a:lnTo>
                  <a:pt x="431838" y="631736"/>
                </a:lnTo>
                <a:lnTo>
                  <a:pt x="431838" y="635304"/>
                </a:lnTo>
                <a:lnTo>
                  <a:pt x="376478" y="639419"/>
                </a:lnTo>
                <a:lnTo>
                  <a:pt x="330771" y="652005"/>
                </a:lnTo>
                <a:lnTo>
                  <a:pt x="296252" y="673265"/>
                </a:lnTo>
                <a:lnTo>
                  <a:pt x="274421" y="703351"/>
                </a:lnTo>
                <a:lnTo>
                  <a:pt x="266814" y="742442"/>
                </a:lnTo>
                <a:lnTo>
                  <a:pt x="272961" y="774623"/>
                </a:lnTo>
                <a:lnTo>
                  <a:pt x="290791" y="801903"/>
                </a:lnTo>
                <a:lnTo>
                  <a:pt x="319354" y="820826"/>
                </a:lnTo>
                <a:lnTo>
                  <a:pt x="357720" y="827900"/>
                </a:lnTo>
                <a:lnTo>
                  <a:pt x="381723" y="825703"/>
                </a:lnTo>
                <a:lnTo>
                  <a:pt x="403479" y="819226"/>
                </a:lnTo>
                <a:lnTo>
                  <a:pt x="422427" y="808570"/>
                </a:lnTo>
                <a:lnTo>
                  <a:pt x="438035" y="793864"/>
                </a:lnTo>
                <a:lnTo>
                  <a:pt x="439889" y="793864"/>
                </a:lnTo>
                <a:lnTo>
                  <a:pt x="445046" y="821626"/>
                </a:lnTo>
                <a:lnTo>
                  <a:pt x="523760" y="821626"/>
                </a:lnTo>
                <a:close/>
              </a:path>
              <a:path w="12724765" h="9245600">
                <a:moveTo>
                  <a:pt x="767867" y="244500"/>
                </a:moveTo>
                <a:lnTo>
                  <a:pt x="765225" y="219405"/>
                </a:lnTo>
                <a:lnTo>
                  <a:pt x="763562" y="203466"/>
                </a:lnTo>
                <a:lnTo>
                  <a:pt x="749909" y="165557"/>
                </a:lnTo>
                <a:lnTo>
                  <a:pt x="747788" y="162788"/>
                </a:lnTo>
                <a:lnTo>
                  <a:pt x="725868" y="134226"/>
                </a:lnTo>
                <a:lnTo>
                  <a:pt x="690359" y="112903"/>
                </a:lnTo>
                <a:lnTo>
                  <a:pt x="686600" y="112293"/>
                </a:lnTo>
                <a:lnTo>
                  <a:pt x="686600" y="219405"/>
                </a:lnTo>
                <a:lnTo>
                  <a:pt x="583260" y="219405"/>
                </a:lnTo>
                <a:lnTo>
                  <a:pt x="587565" y="200812"/>
                </a:lnTo>
                <a:lnTo>
                  <a:pt x="597471" y="182435"/>
                </a:lnTo>
                <a:lnTo>
                  <a:pt x="613841" y="168389"/>
                </a:lnTo>
                <a:lnTo>
                  <a:pt x="637565" y="162788"/>
                </a:lnTo>
                <a:lnTo>
                  <a:pt x="662038" y="168694"/>
                </a:lnTo>
                <a:lnTo>
                  <a:pt x="677062" y="183261"/>
                </a:lnTo>
                <a:lnTo>
                  <a:pt x="684606" y="201739"/>
                </a:lnTo>
                <a:lnTo>
                  <a:pt x="686600" y="219405"/>
                </a:lnTo>
                <a:lnTo>
                  <a:pt x="686600" y="112293"/>
                </a:lnTo>
                <a:lnTo>
                  <a:pt x="642302" y="105029"/>
                </a:lnTo>
                <a:lnTo>
                  <a:pt x="590232" y="113766"/>
                </a:lnTo>
                <a:lnTo>
                  <a:pt x="550418" y="137198"/>
                </a:lnTo>
                <a:lnTo>
                  <a:pt x="522452" y="171221"/>
                </a:lnTo>
                <a:lnTo>
                  <a:pt x="505955" y="211683"/>
                </a:lnTo>
                <a:lnTo>
                  <a:pt x="500545" y="254482"/>
                </a:lnTo>
                <a:lnTo>
                  <a:pt x="506958" y="302412"/>
                </a:lnTo>
                <a:lnTo>
                  <a:pt x="525894" y="342125"/>
                </a:lnTo>
                <a:lnTo>
                  <a:pt x="556577" y="371665"/>
                </a:lnTo>
                <a:lnTo>
                  <a:pt x="598335" y="390207"/>
                </a:lnTo>
                <a:lnTo>
                  <a:pt x="650519" y="396633"/>
                </a:lnTo>
                <a:lnTo>
                  <a:pt x="678256" y="395528"/>
                </a:lnTo>
                <a:lnTo>
                  <a:pt x="704684" y="392226"/>
                </a:lnTo>
                <a:lnTo>
                  <a:pt x="729513" y="386715"/>
                </a:lnTo>
                <a:lnTo>
                  <a:pt x="752398" y="378980"/>
                </a:lnTo>
                <a:lnTo>
                  <a:pt x="742975" y="332066"/>
                </a:lnTo>
                <a:lnTo>
                  <a:pt x="740600" y="320217"/>
                </a:lnTo>
                <a:lnTo>
                  <a:pt x="722718" y="325399"/>
                </a:lnTo>
                <a:lnTo>
                  <a:pt x="704151" y="329095"/>
                </a:lnTo>
                <a:lnTo>
                  <a:pt x="684479" y="331317"/>
                </a:lnTo>
                <a:lnTo>
                  <a:pt x="663232" y="332066"/>
                </a:lnTo>
                <a:lnTo>
                  <a:pt x="633996" y="328828"/>
                </a:lnTo>
                <a:lnTo>
                  <a:pt x="609269" y="318998"/>
                </a:lnTo>
                <a:lnTo>
                  <a:pt x="591718" y="302412"/>
                </a:lnTo>
                <a:lnTo>
                  <a:pt x="583971" y="278904"/>
                </a:lnTo>
                <a:lnTo>
                  <a:pt x="764730" y="278904"/>
                </a:lnTo>
                <a:lnTo>
                  <a:pt x="765873" y="272948"/>
                </a:lnTo>
                <a:lnTo>
                  <a:pt x="766876" y="264972"/>
                </a:lnTo>
                <a:lnTo>
                  <a:pt x="767588" y="255358"/>
                </a:lnTo>
                <a:lnTo>
                  <a:pt x="767867" y="244500"/>
                </a:lnTo>
                <a:close/>
              </a:path>
              <a:path w="12724765" h="9245600">
                <a:moveTo>
                  <a:pt x="820204" y="542290"/>
                </a:moveTo>
                <a:lnTo>
                  <a:pt x="728281" y="542290"/>
                </a:lnTo>
                <a:lnTo>
                  <a:pt x="692200" y="672185"/>
                </a:lnTo>
                <a:lnTo>
                  <a:pt x="687679" y="689686"/>
                </a:lnTo>
                <a:lnTo>
                  <a:pt x="683641" y="706501"/>
                </a:lnTo>
                <a:lnTo>
                  <a:pt x="680008" y="723150"/>
                </a:lnTo>
                <a:lnTo>
                  <a:pt x="676656" y="740117"/>
                </a:lnTo>
                <a:lnTo>
                  <a:pt x="674789" y="740117"/>
                </a:lnTo>
                <a:lnTo>
                  <a:pt x="663486" y="689597"/>
                </a:lnTo>
                <a:lnTo>
                  <a:pt x="620877" y="542290"/>
                </a:lnTo>
                <a:lnTo>
                  <a:pt x="526046" y="542290"/>
                </a:lnTo>
                <a:lnTo>
                  <a:pt x="628281" y="821626"/>
                </a:lnTo>
                <a:lnTo>
                  <a:pt x="715505" y="821626"/>
                </a:lnTo>
                <a:lnTo>
                  <a:pt x="820204" y="542290"/>
                </a:lnTo>
                <a:close/>
              </a:path>
              <a:path w="12724765" h="9245600">
                <a:moveTo>
                  <a:pt x="1069060" y="821626"/>
                </a:moveTo>
                <a:lnTo>
                  <a:pt x="1064907" y="774623"/>
                </a:lnTo>
                <a:lnTo>
                  <a:pt x="1064856" y="773582"/>
                </a:lnTo>
                <a:lnTo>
                  <a:pt x="1064768" y="766991"/>
                </a:lnTo>
                <a:lnTo>
                  <a:pt x="1064653" y="758710"/>
                </a:lnTo>
                <a:lnTo>
                  <a:pt x="1064590" y="689521"/>
                </a:lnTo>
                <a:lnTo>
                  <a:pt x="1064590" y="656564"/>
                </a:lnTo>
                <a:lnTo>
                  <a:pt x="1058494" y="610057"/>
                </a:lnTo>
                <a:lnTo>
                  <a:pt x="1050899" y="595769"/>
                </a:lnTo>
                <a:lnTo>
                  <a:pt x="1038072" y="571690"/>
                </a:lnTo>
                <a:lnTo>
                  <a:pt x="1000099" y="545617"/>
                </a:lnTo>
                <a:lnTo>
                  <a:pt x="979754" y="542290"/>
                </a:lnTo>
                <a:lnTo>
                  <a:pt x="979754" y="689521"/>
                </a:lnTo>
                <a:lnTo>
                  <a:pt x="979754" y="725004"/>
                </a:lnTo>
                <a:lnTo>
                  <a:pt x="948182" y="764489"/>
                </a:lnTo>
                <a:lnTo>
                  <a:pt x="932903" y="766991"/>
                </a:lnTo>
                <a:lnTo>
                  <a:pt x="919086" y="764933"/>
                </a:lnTo>
                <a:lnTo>
                  <a:pt x="908088" y="758710"/>
                </a:lnTo>
                <a:lnTo>
                  <a:pt x="900823" y="748258"/>
                </a:lnTo>
                <a:lnTo>
                  <a:pt x="898194" y="733552"/>
                </a:lnTo>
                <a:lnTo>
                  <a:pt x="904468" y="712597"/>
                </a:lnTo>
                <a:lnTo>
                  <a:pt x="921727" y="698969"/>
                </a:lnTo>
                <a:lnTo>
                  <a:pt x="947610" y="691616"/>
                </a:lnTo>
                <a:lnTo>
                  <a:pt x="979754" y="689521"/>
                </a:lnTo>
                <a:lnTo>
                  <a:pt x="979754" y="542290"/>
                </a:lnTo>
                <a:lnTo>
                  <a:pt x="941362" y="536003"/>
                </a:lnTo>
                <a:lnTo>
                  <a:pt x="905357" y="538353"/>
                </a:lnTo>
                <a:lnTo>
                  <a:pt x="874788" y="544347"/>
                </a:lnTo>
                <a:lnTo>
                  <a:pt x="850176" y="552437"/>
                </a:lnTo>
                <a:lnTo>
                  <a:pt x="832065" y="561035"/>
                </a:lnTo>
                <a:lnTo>
                  <a:pt x="848156" y="616623"/>
                </a:lnTo>
                <a:lnTo>
                  <a:pt x="864133" y="608660"/>
                </a:lnTo>
                <a:lnTo>
                  <a:pt x="883183" y="602005"/>
                </a:lnTo>
                <a:lnTo>
                  <a:pt x="904087" y="597458"/>
                </a:lnTo>
                <a:lnTo>
                  <a:pt x="925652" y="595769"/>
                </a:lnTo>
                <a:lnTo>
                  <a:pt x="952030" y="599262"/>
                </a:lnTo>
                <a:lnTo>
                  <a:pt x="967701" y="608152"/>
                </a:lnTo>
                <a:lnTo>
                  <a:pt x="975207" y="619848"/>
                </a:lnTo>
                <a:lnTo>
                  <a:pt x="977150" y="631736"/>
                </a:lnTo>
                <a:lnTo>
                  <a:pt x="977150" y="635304"/>
                </a:lnTo>
                <a:lnTo>
                  <a:pt x="921778" y="639419"/>
                </a:lnTo>
                <a:lnTo>
                  <a:pt x="876071" y="652005"/>
                </a:lnTo>
                <a:lnTo>
                  <a:pt x="841552" y="673265"/>
                </a:lnTo>
                <a:lnTo>
                  <a:pt x="819734" y="703351"/>
                </a:lnTo>
                <a:lnTo>
                  <a:pt x="812114" y="742442"/>
                </a:lnTo>
                <a:lnTo>
                  <a:pt x="818273" y="774623"/>
                </a:lnTo>
                <a:lnTo>
                  <a:pt x="836091" y="801903"/>
                </a:lnTo>
                <a:lnTo>
                  <a:pt x="864666" y="820826"/>
                </a:lnTo>
                <a:lnTo>
                  <a:pt x="903020" y="827900"/>
                </a:lnTo>
                <a:lnTo>
                  <a:pt x="927036" y="825703"/>
                </a:lnTo>
                <a:lnTo>
                  <a:pt x="948778" y="819226"/>
                </a:lnTo>
                <a:lnTo>
                  <a:pt x="967727" y="808570"/>
                </a:lnTo>
                <a:lnTo>
                  <a:pt x="983335" y="793864"/>
                </a:lnTo>
                <a:lnTo>
                  <a:pt x="985202" y="793864"/>
                </a:lnTo>
                <a:lnTo>
                  <a:pt x="990346" y="821626"/>
                </a:lnTo>
                <a:lnTo>
                  <a:pt x="1069060" y="821626"/>
                </a:lnTo>
                <a:close/>
              </a:path>
              <a:path w="12724765" h="9245600">
                <a:moveTo>
                  <a:pt x="1218806" y="226237"/>
                </a:moveTo>
                <a:lnTo>
                  <a:pt x="1211567" y="172085"/>
                </a:lnTo>
                <a:lnTo>
                  <a:pt x="1191615" y="134327"/>
                </a:lnTo>
                <a:lnTo>
                  <a:pt x="1161580" y="112229"/>
                </a:lnTo>
                <a:lnTo>
                  <a:pt x="1124127" y="105029"/>
                </a:lnTo>
                <a:lnTo>
                  <a:pt x="1109103" y="105918"/>
                </a:lnTo>
                <a:lnTo>
                  <a:pt x="1070775" y="118846"/>
                </a:lnTo>
                <a:lnTo>
                  <a:pt x="1034237" y="152908"/>
                </a:lnTo>
                <a:lnTo>
                  <a:pt x="1033094" y="152908"/>
                </a:lnTo>
                <a:lnTo>
                  <a:pt x="1021092" y="133045"/>
                </a:lnTo>
                <a:lnTo>
                  <a:pt x="1003757" y="117970"/>
                </a:lnTo>
                <a:lnTo>
                  <a:pt x="981849" y="108381"/>
                </a:lnTo>
                <a:lnTo>
                  <a:pt x="956106" y="105029"/>
                </a:lnTo>
                <a:lnTo>
                  <a:pt x="924318" y="109435"/>
                </a:lnTo>
                <a:lnTo>
                  <a:pt x="900188" y="120446"/>
                </a:lnTo>
                <a:lnTo>
                  <a:pt x="882802" y="134772"/>
                </a:lnTo>
                <a:lnTo>
                  <a:pt x="871258" y="149123"/>
                </a:lnTo>
                <a:lnTo>
                  <a:pt x="869429" y="149123"/>
                </a:lnTo>
                <a:lnTo>
                  <a:pt x="865720" y="111315"/>
                </a:lnTo>
                <a:lnTo>
                  <a:pt x="791819" y="111315"/>
                </a:lnTo>
                <a:lnTo>
                  <a:pt x="793419" y="152260"/>
                </a:lnTo>
                <a:lnTo>
                  <a:pt x="793927" y="175437"/>
                </a:lnTo>
                <a:lnTo>
                  <a:pt x="794105" y="200533"/>
                </a:lnTo>
                <a:lnTo>
                  <a:pt x="794105" y="390639"/>
                </a:lnTo>
                <a:lnTo>
                  <a:pt x="879182" y="390639"/>
                </a:lnTo>
                <a:lnTo>
                  <a:pt x="879182" y="220878"/>
                </a:lnTo>
                <a:lnTo>
                  <a:pt x="879881" y="212966"/>
                </a:lnTo>
                <a:lnTo>
                  <a:pt x="908291" y="177876"/>
                </a:lnTo>
                <a:lnTo>
                  <a:pt x="923429" y="174980"/>
                </a:lnTo>
                <a:lnTo>
                  <a:pt x="941514" y="179260"/>
                </a:lnTo>
                <a:lnTo>
                  <a:pt x="954125" y="191325"/>
                </a:lnTo>
                <a:lnTo>
                  <a:pt x="961517" y="209981"/>
                </a:lnTo>
                <a:lnTo>
                  <a:pt x="963930" y="234061"/>
                </a:lnTo>
                <a:lnTo>
                  <a:pt x="963930" y="390639"/>
                </a:lnTo>
                <a:lnTo>
                  <a:pt x="1048994" y="390639"/>
                </a:lnTo>
                <a:lnTo>
                  <a:pt x="1048994" y="220319"/>
                </a:lnTo>
                <a:lnTo>
                  <a:pt x="1050010" y="211531"/>
                </a:lnTo>
                <a:lnTo>
                  <a:pt x="1078357" y="177380"/>
                </a:lnTo>
                <a:lnTo>
                  <a:pt x="1092365" y="174980"/>
                </a:lnTo>
                <a:lnTo>
                  <a:pt x="1110754" y="179285"/>
                </a:lnTo>
                <a:lnTo>
                  <a:pt x="1123657" y="191795"/>
                </a:lnTo>
                <a:lnTo>
                  <a:pt x="1131252" y="211874"/>
                </a:lnTo>
                <a:lnTo>
                  <a:pt x="1133741" y="238925"/>
                </a:lnTo>
                <a:lnTo>
                  <a:pt x="1133741" y="390639"/>
                </a:lnTo>
                <a:lnTo>
                  <a:pt x="1218806" y="390639"/>
                </a:lnTo>
                <a:lnTo>
                  <a:pt x="1218806" y="226237"/>
                </a:lnTo>
                <a:close/>
              </a:path>
              <a:path w="12724765" h="9245600">
                <a:moveTo>
                  <a:pt x="1397190" y="678294"/>
                </a:moveTo>
                <a:lnTo>
                  <a:pt x="1387589" y="618451"/>
                </a:lnTo>
                <a:lnTo>
                  <a:pt x="1379270" y="604012"/>
                </a:lnTo>
                <a:lnTo>
                  <a:pt x="1366253" y="581393"/>
                </a:lnTo>
                <a:lnTo>
                  <a:pt x="1361846" y="573722"/>
                </a:lnTo>
                <a:lnTo>
                  <a:pt x="1324571" y="545706"/>
                </a:lnTo>
                <a:lnTo>
                  <a:pt x="1308442" y="542175"/>
                </a:lnTo>
                <a:lnTo>
                  <a:pt x="1308442" y="682345"/>
                </a:lnTo>
                <a:lnTo>
                  <a:pt x="1304328" y="714692"/>
                </a:lnTo>
                <a:lnTo>
                  <a:pt x="1292440" y="739635"/>
                </a:lnTo>
                <a:lnTo>
                  <a:pt x="1273467" y="755688"/>
                </a:lnTo>
                <a:lnTo>
                  <a:pt x="1248130" y="761365"/>
                </a:lnTo>
                <a:lnTo>
                  <a:pt x="1230274" y="758202"/>
                </a:lnTo>
                <a:lnTo>
                  <a:pt x="1197025" y="720166"/>
                </a:lnTo>
                <a:lnTo>
                  <a:pt x="1195260" y="708583"/>
                </a:lnTo>
                <a:lnTo>
                  <a:pt x="1195260" y="658152"/>
                </a:lnTo>
                <a:lnTo>
                  <a:pt x="1216088" y="616458"/>
                </a:lnTo>
                <a:lnTo>
                  <a:pt x="1249514" y="604012"/>
                </a:lnTo>
                <a:lnTo>
                  <a:pt x="1275143" y="610006"/>
                </a:lnTo>
                <a:lnTo>
                  <a:pt x="1293583" y="626529"/>
                </a:lnTo>
                <a:lnTo>
                  <a:pt x="1304709" y="651370"/>
                </a:lnTo>
                <a:lnTo>
                  <a:pt x="1308442" y="682345"/>
                </a:lnTo>
                <a:lnTo>
                  <a:pt x="1308442" y="542175"/>
                </a:lnTo>
                <a:lnTo>
                  <a:pt x="1280350" y="536016"/>
                </a:lnTo>
                <a:lnTo>
                  <a:pt x="1251432" y="538949"/>
                </a:lnTo>
                <a:lnTo>
                  <a:pt x="1226045" y="547649"/>
                </a:lnTo>
                <a:lnTo>
                  <a:pt x="1204391" y="561860"/>
                </a:lnTo>
                <a:lnTo>
                  <a:pt x="1186713" y="581393"/>
                </a:lnTo>
                <a:lnTo>
                  <a:pt x="1185545" y="581393"/>
                </a:lnTo>
                <a:lnTo>
                  <a:pt x="1181506" y="542277"/>
                </a:lnTo>
                <a:lnTo>
                  <a:pt x="1105535" y="542277"/>
                </a:lnTo>
                <a:lnTo>
                  <a:pt x="1106360" y="561860"/>
                </a:lnTo>
                <a:lnTo>
                  <a:pt x="1106995" y="581393"/>
                </a:lnTo>
                <a:lnTo>
                  <a:pt x="1107821" y="934631"/>
                </a:lnTo>
                <a:lnTo>
                  <a:pt x="1195260" y="934631"/>
                </a:lnTo>
                <a:lnTo>
                  <a:pt x="1195260" y="796048"/>
                </a:lnTo>
                <a:lnTo>
                  <a:pt x="1196403" y="796048"/>
                </a:lnTo>
                <a:lnTo>
                  <a:pt x="1208316" y="808799"/>
                </a:lnTo>
                <a:lnTo>
                  <a:pt x="1224915" y="818896"/>
                </a:lnTo>
                <a:lnTo>
                  <a:pt x="1245489" y="825525"/>
                </a:lnTo>
                <a:lnTo>
                  <a:pt x="1269301" y="827913"/>
                </a:lnTo>
                <a:lnTo>
                  <a:pt x="1306626" y="822121"/>
                </a:lnTo>
                <a:lnTo>
                  <a:pt x="1341348" y="804570"/>
                </a:lnTo>
                <a:lnTo>
                  <a:pt x="1349654" y="796048"/>
                </a:lnTo>
                <a:lnTo>
                  <a:pt x="1370190" y="774954"/>
                </a:lnTo>
                <a:lnTo>
                  <a:pt x="1376565" y="761365"/>
                </a:lnTo>
                <a:lnTo>
                  <a:pt x="1389900" y="732955"/>
                </a:lnTo>
                <a:lnTo>
                  <a:pt x="1397190" y="678294"/>
                </a:lnTo>
                <a:close/>
              </a:path>
              <a:path w="12724765" h="9245600">
                <a:moveTo>
                  <a:pt x="1501127" y="390652"/>
                </a:moveTo>
                <a:lnTo>
                  <a:pt x="1496974" y="343649"/>
                </a:lnTo>
                <a:lnTo>
                  <a:pt x="1496923" y="342595"/>
                </a:lnTo>
                <a:lnTo>
                  <a:pt x="1496834" y="336016"/>
                </a:lnTo>
                <a:lnTo>
                  <a:pt x="1496720" y="327723"/>
                </a:lnTo>
                <a:lnTo>
                  <a:pt x="1496656" y="258546"/>
                </a:lnTo>
                <a:lnTo>
                  <a:pt x="1496656" y="225590"/>
                </a:lnTo>
                <a:lnTo>
                  <a:pt x="1490560" y="179082"/>
                </a:lnTo>
                <a:lnTo>
                  <a:pt x="1482966" y="164795"/>
                </a:lnTo>
                <a:lnTo>
                  <a:pt x="1470139" y="140703"/>
                </a:lnTo>
                <a:lnTo>
                  <a:pt x="1432166" y="114642"/>
                </a:lnTo>
                <a:lnTo>
                  <a:pt x="1411820" y="111315"/>
                </a:lnTo>
                <a:lnTo>
                  <a:pt x="1411820" y="258546"/>
                </a:lnTo>
                <a:lnTo>
                  <a:pt x="1411820" y="294030"/>
                </a:lnTo>
                <a:lnTo>
                  <a:pt x="1380248" y="333514"/>
                </a:lnTo>
                <a:lnTo>
                  <a:pt x="1364970" y="336016"/>
                </a:lnTo>
                <a:lnTo>
                  <a:pt x="1351153" y="333946"/>
                </a:lnTo>
                <a:lnTo>
                  <a:pt x="1340154" y="327723"/>
                </a:lnTo>
                <a:lnTo>
                  <a:pt x="1332890" y="317284"/>
                </a:lnTo>
                <a:lnTo>
                  <a:pt x="1330261" y="302564"/>
                </a:lnTo>
                <a:lnTo>
                  <a:pt x="1336535" y="281622"/>
                </a:lnTo>
                <a:lnTo>
                  <a:pt x="1353794" y="267995"/>
                </a:lnTo>
                <a:lnTo>
                  <a:pt x="1379677" y="260642"/>
                </a:lnTo>
                <a:lnTo>
                  <a:pt x="1411820" y="258546"/>
                </a:lnTo>
                <a:lnTo>
                  <a:pt x="1411820" y="111315"/>
                </a:lnTo>
                <a:lnTo>
                  <a:pt x="1373428" y="105029"/>
                </a:lnTo>
                <a:lnTo>
                  <a:pt x="1337424" y="107378"/>
                </a:lnTo>
                <a:lnTo>
                  <a:pt x="1306855" y="113372"/>
                </a:lnTo>
                <a:lnTo>
                  <a:pt x="1282242" y="121462"/>
                </a:lnTo>
                <a:lnTo>
                  <a:pt x="1264132" y="130060"/>
                </a:lnTo>
                <a:lnTo>
                  <a:pt x="1280223" y="185648"/>
                </a:lnTo>
                <a:lnTo>
                  <a:pt x="1296200" y="177673"/>
                </a:lnTo>
                <a:lnTo>
                  <a:pt x="1315250" y="171030"/>
                </a:lnTo>
                <a:lnTo>
                  <a:pt x="1336154" y="166484"/>
                </a:lnTo>
                <a:lnTo>
                  <a:pt x="1357718" y="164795"/>
                </a:lnTo>
                <a:lnTo>
                  <a:pt x="1384096" y="168287"/>
                </a:lnTo>
                <a:lnTo>
                  <a:pt x="1399768" y="177177"/>
                </a:lnTo>
                <a:lnTo>
                  <a:pt x="1407287" y="188861"/>
                </a:lnTo>
                <a:lnTo>
                  <a:pt x="1409217" y="200761"/>
                </a:lnTo>
                <a:lnTo>
                  <a:pt x="1409217" y="204330"/>
                </a:lnTo>
                <a:lnTo>
                  <a:pt x="1353845" y="208432"/>
                </a:lnTo>
                <a:lnTo>
                  <a:pt x="1308138" y="221030"/>
                </a:lnTo>
                <a:lnTo>
                  <a:pt x="1273619" y="242277"/>
                </a:lnTo>
                <a:lnTo>
                  <a:pt x="1251800" y="272364"/>
                </a:lnTo>
                <a:lnTo>
                  <a:pt x="1244180" y="311467"/>
                </a:lnTo>
                <a:lnTo>
                  <a:pt x="1250340" y="343649"/>
                </a:lnTo>
                <a:lnTo>
                  <a:pt x="1268158" y="370928"/>
                </a:lnTo>
                <a:lnTo>
                  <a:pt x="1296733" y="389839"/>
                </a:lnTo>
                <a:lnTo>
                  <a:pt x="1335087" y="396925"/>
                </a:lnTo>
                <a:lnTo>
                  <a:pt x="1359103" y="394728"/>
                </a:lnTo>
                <a:lnTo>
                  <a:pt x="1380845" y="388251"/>
                </a:lnTo>
                <a:lnTo>
                  <a:pt x="1399794" y="377596"/>
                </a:lnTo>
                <a:lnTo>
                  <a:pt x="1415402" y="362889"/>
                </a:lnTo>
                <a:lnTo>
                  <a:pt x="1417269" y="362889"/>
                </a:lnTo>
                <a:lnTo>
                  <a:pt x="1422412" y="390652"/>
                </a:lnTo>
                <a:lnTo>
                  <a:pt x="1501127" y="390652"/>
                </a:lnTo>
                <a:close/>
              </a:path>
              <a:path w="12724765" h="9245600">
                <a:moveTo>
                  <a:pt x="1513154" y="416420"/>
                </a:moveTo>
                <a:lnTo>
                  <a:pt x="1425600" y="416420"/>
                </a:lnTo>
                <a:lnTo>
                  <a:pt x="1425600" y="821626"/>
                </a:lnTo>
                <a:lnTo>
                  <a:pt x="1513154" y="821626"/>
                </a:lnTo>
                <a:lnTo>
                  <a:pt x="1513154" y="416420"/>
                </a:lnTo>
                <a:close/>
              </a:path>
              <a:path w="12724765" h="9245600">
                <a:moveTo>
                  <a:pt x="1796478" y="821626"/>
                </a:moveTo>
                <a:lnTo>
                  <a:pt x="1792325" y="774623"/>
                </a:lnTo>
                <a:lnTo>
                  <a:pt x="1792274" y="773582"/>
                </a:lnTo>
                <a:lnTo>
                  <a:pt x="1792185" y="766991"/>
                </a:lnTo>
                <a:lnTo>
                  <a:pt x="1792071" y="758710"/>
                </a:lnTo>
                <a:lnTo>
                  <a:pt x="1792008" y="689521"/>
                </a:lnTo>
                <a:lnTo>
                  <a:pt x="1792008" y="656564"/>
                </a:lnTo>
                <a:lnTo>
                  <a:pt x="1785924" y="610057"/>
                </a:lnTo>
                <a:lnTo>
                  <a:pt x="1778317" y="595769"/>
                </a:lnTo>
                <a:lnTo>
                  <a:pt x="1765503" y="571690"/>
                </a:lnTo>
                <a:lnTo>
                  <a:pt x="1727530" y="545617"/>
                </a:lnTo>
                <a:lnTo>
                  <a:pt x="1707172" y="542290"/>
                </a:lnTo>
                <a:lnTo>
                  <a:pt x="1707172" y="689521"/>
                </a:lnTo>
                <a:lnTo>
                  <a:pt x="1707172" y="725004"/>
                </a:lnTo>
                <a:lnTo>
                  <a:pt x="1675599" y="764489"/>
                </a:lnTo>
                <a:lnTo>
                  <a:pt x="1660321" y="766991"/>
                </a:lnTo>
                <a:lnTo>
                  <a:pt x="1646504" y="764933"/>
                </a:lnTo>
                <a:lnTo>
                  <a:pt x="1635506" y="758710"/>
                </a:lnTo>
                <a:lnTo>
                  <a:pt x="1628241" y="748258"/>
                </a:lnTo>
                <a:lnTo>
                  <a:pt x="1625612" y="733552"/>
                </a:lnTo>
                <a:lnTo>
                  <a:pt x="1631886" y="712597"/>
                </a:lnTo>
                <a:lnTo>
                  <a:pt x="1649145" y="698969"/>
                </a:lnTo>
                <a:lnTo>
                  <a:pt x="1675028" y="691616"/>
                </a:lnTo>
                <a:lnTo>
                  <a:pt x="1707172" y="689521"/>
                </a:lnTo>
                <a:lnTo>
                  <a:pt x="1707172" y="542290"/>
                </a:lnTo>
                <a:lnTo>
                  <a:pt x="1668780" y="536003"/>
                </a:lnTo>
                <a:lnTo>
                  <a:pt x="1632775" y="538353"/>
                </a:lnTo>
                <a:lnTo>
                  <a:pt x="1602206" y="544347"/>
                </a:lnTo>
                <a:lnTo>
                  <a:pt x="1577594" y="552437"/>
                </a:lnTo>
                <a:lnTo>
                  <a:pt x="1559483" y="561035"/>
                </a:lnTo>
                <a:lnTo>
                  <a:pt x="1575574" y="616623"/>
                </a:lnTo>
                <a:lnTo>
                  <a:pt x="1591551" y="608660"/>
                </a:lnTo>
                <a:lnTo>
                  <a:pt x="1610601" y="602005"/>
                </a:lnTo>
                <a:lnTo>
                  <a:pt x="1631505" y="597458"/>
                </a:lnTo>
                <a:lnTo>
                  <a:pt x="1653070" y="595769"/>
                </a:lnTo>
                <a:lnTo>
                  <a:pt x="1679460" y="599262"/>
                </a:lnTo>
                <a:lnTo>
                  <a:pt x="1695119" y="608152"/>
                </a:lnTo>
                <a:lnTo>
                  <a:pt x="1702638" y="619848"/>
                </a:lnTo>
                <a:lnTo>
                  <a:pt x="1704568" y="631736"/>
                </a:lnTo>
                <a:lnTo>
                  <a:pt x="1704568" y="635304"/>
                </a:lnTo>
                <a:lnTo>
                  <a:pt x="1649196" y="639419"/>
                </a:lnTo>
                <a:lnTo>
                  <a:pt x="1603489" y="652005"/>
                </a:lnTo>
                <a:lnTo>
                  <a:pt x="1568970" y="673265"/>
                </a:lnTo>
                <a:lnTo>
                  <a:pt x="1547152" y="703351"/>
                </a:lnTo>
                <a:lnTo>
                  <a:pt x="1539532" y="742442"/>
                </a:lnTo>
                <a:lnTo>
                  <a:pt x="1545691" y="774623"/>
                </a:lnTo>
                <a:lnTo>
                  <a:pt x="1563509" y="801903"/>
                </a:lnTo>
                <a:lnTo>
                  <a:pt x="1592084" y="820826"/>
                </a:lnTo>
                <a:lnTo>
                  <a:pt x="1630438" y="827900"/>
                </a:lnTo>
                <a:lnTo>
                  <a:pt x="1654454" y="825703"/>
                </a:lnTo>
                <a:lnTo>
                  <a:pt x="1676196" y="819226"/>
                </a:lnTo>
                <a:lnTo>
                  <a:pt x="1695145" y="808570"/>
                </a:lnTo>
                <a:lnTo>
                  <a:pt x="1710753" y="793864"/>
                </a:lnTo>
                <a:lnTo>
                  <a:pt x="1712620" y="793864"/>
                </a:lnTo>
                <a:lnTo>
                  <a:pt x="1717776" y="821626"/>
                </a:lnTo>
                <a:lnTo>
                  <a:pt x="1796478" y="821626"/>
                </a:lnTo>
                <a:close/>
              </a:path>
              <a:path w="12724765" h="9245600">
                <a:moveTo>
                  <a:pt x="1991118" y="542277"/>
                </a:moveTo>
                <a:lnTo>
                  <a:pt x="1928190" y="542277"/>
                </a:lnTo>
                <a:lnTo>
                  <a:pt x="1928190" y="462622"/>
                </a:lnTo>
                <a:lnTo>
                  <a:pt x="1842668" y="482257"/>
                </a:lnTo>
                <a:lnTo>
                  <a:pt x="1842668" y="542277"/>
                </a:lnTo>
                <a:lnTo>
                  <a:pt x="1805317" y="542277"/>
                </a:lnTo>
                <a:lnTo>
                  <a:pt x="1805317" y="606336"/>
                </a:lnTo>
                <a:lnTo>
                  <a:pt x="1842668" y="606336"/>
                </a:lnTo>
                <a:lnTo>
                  <a:pt x="1842668" y="720585"/>
                </a:lnTo>
                <a:lnTo>
                  <a:pt x="1844167" y="747928"/>
                </a:lnTo>
                <a:lnTo>
                  <a:pt x="1856219" y="789038"/>
                </a:lnTo>
                <a:lnTo>
                  <a:pt x="1894459" y="820928"/>
                </a:lnTo>
                <a:lnTo>
                  <a:pt x="1932736" y="827608"/>
                </a:lnTo>
                <a:lnTo>
                  <a:pt x="1950326" y="827011"/>
                </a:lnTo>
                <a:lnTo>
                  <a:pt x="1965998" y="825398"/>
                </a:lnTo>
                <a:lnTo>
                  <a:pt x="1979206" y="823023"/>
                </a:lnTo>
                <a:lnTo>
                  <a:pt x="1989366" y="820153"/>
                </a:lnTo>
                <a:lnTo>
                  <a:pt x="1988667" y="754164"/>
                </a:lnTo>
                <a:lnTo>
                  <a:pt x="1983663" y="755167"/>
                </a:lnTo>
                <a:lnTo>
                  <a:pt x="1977656" y="755992"/>
                </a:lnTo>
                <a:lnTo>
                  <a:pt x="1970659" y="756564"/>
                </a:lnTo>
                <a:lnTo>
                  <a:pt x="1962696" y="756767"/>
                </a:lnTo>
                <a:lnTo>
                  <a:pt x="1946300" y="753808"/>
                </a:lnTo>
                <a:lnTo>
                  <a:pt x="1935657" y="744791"/>
                </a:lnTo>
                <a:lnTo>
                  <a:pt x="1929917" y="729449"/>
                </a:lnTo>
                <a:lnTo>
                  <a:pt x="1928190" y="707555"/>
                </a:lnTo>
                <a:lnTo>
                  <a:pt x="1928190" y="606336"/>
                </a:lnTo>
                <a:lnTo>
                  <a:pt x="1991118" y="606336"/>
                </a:lnTo>
                <a:lnTo>
                  <a:pt x="1991118" y="542277"/>
                </a:lnTo>
                <a:close/>
              </a:path>
              <a:path w="12724765" h="9245600">
                <a:moveTo>
                  <a:pt x="2290191" y="679157"/>
                </a:moveTo>
                <a:lnTo>
                  <a:pt x="2283561" y="631888"/>
                </a:lnTo>
                <a:lnTo>
                  <a:pt x="2267305" y="598043"/>
                </a:lnTo>
                <a:lnTo>
                  <a:pt x="2264562" y="592328"/>
                </a:lnTo>
                <a:lnTo>
                  <a:pt x="2234590" y="562127"/>
                </a:lnTo>
                <a:lnTo>
                  <a:pt x="2200084" y="545312"/>
                </a:lnTo>
                <a:lnTo>
                  <a:pt x="2200084" y="681570"/>
                </a:lnTo>
                <a:lnTo>
                  <a:pt x="2196274" y="715238"/>
                </a:lnTo>
                <a:lnTo>
                  <a:pt x="2196185" y="716000"/>
                </a:lnTo>
                <a:lnTo>
                  <a:pt x="2185035" y="742619"/>
                </a:lnTo>
                <a:lnTo>
                  <a:pt x="2167496" y="759777"/>
                </a:lnTo>
                <a:lnTo>
                  <a:pt x="2144420" y="765860"/>
                </a:lnTo>
                <a:lnTo>
                  <a:pt x="2119719" y="759460"/>
                </a:lnTo>
                <a:lnTo>
                  <a:pt x="2101684" y="741819"/>
                </a:lnTo>
                <a:lnTo>
                  <a:pt x="2090635" y="715238"/>
                </a:lnTo>
                <a:lnTo>
                  <a:pt x="2086889" y="682015"/>
                </a:lnTo>
                <a:lnTo>
                  <a:pt x="2090026" y="651433"/>
                </a:lnTo>
                <a:lnTo>
                  <a:pt x="2100059" y="624509"/>
                </a:lnTo>
                <a:lnTo>
                  <a:pt x="2117915" y="605345"/>
                </a:lnTo>
                <a:lnTo>
                  <a:pt x="2144496" y="598043"/>
                </a:lnTo>
                <a:lnTo>
                  <a:pt x="2169922" y="605345"/>
                </a:lnTo>
                <a:lnTo>
                  <a:pt x="2187143" y="624357"/>
                </a:lnTo>
                <a:lnTo>
                  <a:pt x="2196973" y="651141"/>
                </a:lnTo>
                <a:lnTo>
                  <a:pt x="2200084" y="681570"/>
                </a:lnTo>
                <a:lnTo>
                  <a:pt x="2200084" y="545312"/>
                </a:lnTo>
                <a:lnTo>
                  <a:pt x="2194941" y="542798"/>
                </a:lnTo>
                <a:lnTo>
                  <a:pt x="2147036" y="536003"/>
                </a:lnTo>
                <a:lnTo>
                  <a:pt x="2096287" y="542798"/>
                </a:lnTo>
                <a:lnTo>
                  <a:pt x="2096579" y="542798"/>
                </a:lnTo>
                <a:lnTo>
                  <a:pt x="2055101" y="562127"/>
                </a:lnTo>
                <a:lnTo>
                  <a:pt x="2023643" y="592950"/>
                </a:lnTo>
                <a:lnTo>
                  <a:pt x="2003729" y="633984"/>
                </a:lnTo>
                <a:lnTo>
                  <a:pt x="1996782" y="683983"/>
                </a:lnTo>
                <a:lnTo>
                  <a:pt x="2004034" y="733577"/>
                </a:lnTo>
                <a:lnTo>
                  <a:pt x="2024341" y="773607"/>
                </a:lnTo>
                <a:lnTo>
                  <a:pt x="2055533" y="803211"/>
                </a:lnTo>
                <a:lnTo>
                  <a:pt x="2095474" y="821588"/>
                </a:lnTo>
                <a:lnTo>
                  <a:pt x="2141994" y="827900"/>
                </a:lnTo>
                <a:lnTo>
                  <a:pt x="2186368" y="822236"/>
                </a:lnTo>
                <a:lnTo>
                  <a:pt x="2226729" y="804938"/>
                </a:lnTo>
                <a:lnTo>
                  <a:pt x="2259736" y="775614"/>
                </a:lnTo>
                <a:lnTo>
                  <a:pt x="2264943" y="765860"/>
                </a:lnTo>
                <a:lnTo>
                  <a:pt x="2282012" y="733831"/>
                </a:lnTo>
                <a:lnTo>
                  <a:pt x="2290191" y="679157"/>
                </a:lnTo>
                <a:close/>
              </a:path>
              <a:path w="12724765" h="9245600">
                <a:moveTo>
                  <a:pt x="2514879" y="737069"/>
                </a:moveTo>
                <a:lnTo>
                  <a:pt x="2496731" y="685558"/>
                </a:lnTo>
                <a:lnTo>
                  <a:pt x="2438819" y="651078"/>
                </a:lnTo>
                <a:lnTo>
                  <a:pt x="2417153" y="642950"/>
                </a:lnTo>
                <a:lnTo>
                  <a:pt x="2403094" y="635546"/>
                </a:lnTo>
                <a:lnTo>
                  <a:pt x="2395486" y="627862"/>
                </a:lnTo>
                <a:lnTo>
                  <a:pt x="2393213" y="618832"/>
                </a:lnTo>
                <a:lnTo>
                  <a:pt x="2395448" y="609384"/>
                </a:lnTo>
                <a:lnTo>
                  <a:pt x="2401989" y="602310"/>
                </a:lnTo>
                <a:lnTo>
                  <a:pt x="2412517" y="597877"/>
                </a:lnTo>
                <a:lnTo>
                  <a:pt x="2426766" y="596328"/>
                </a:lnTo>
                <a:lnTo>
                  <a:pt x="2444534" y="597865"/>
                </a:lnTo>
                <a:lnTo>
                  <a:pt x="2461399" y="601738"/>
                </a:lnTo>
                <a:lnTo>
                  <a:pt x="2476169" y="606844"/>
                </a:lnTo>
                <a:lnTo>
                  <a:pt x="2487676" y="612089"/>
                </a:lnTo>
                <a:lnTo>
                  <a:pt x="2502916" y="552284"/>
                </a:lnTo>
                <a:lnTo>
                  <a:pt x="2487904" y="546112"/>
                </a:lnTo>
                <a:lnTo>
                  <a:pt x="2469197" y="540918"/>
                </a:lnTo>
                <a:lnTo>
                  <a:pt x="2447544" y="537337"/>
                </a:lnTo>
                <a:lnTo>
                  <a:pt x="2423718" y="536003"/>
                </a:lnTo>
                <a:lnTo>
                  <a:pt x="2376411" y="542988"/>
                </a:lnTo>
                <a:lnTo>
                  <a:pt x="2340381" y="562267"/>
                </a:lnTo>
                <a:lnTo>
                  <a:pt x="2317419" y="591375"/>
                </a:lnTo>
                <a:lnTo>
                  <a:pt x="2309368" y="627862"/>
                </a:lnTo>
                <a:lnTo>
                  <a:pt x="2313533" y="652056"/>
                </a:lnTo>
                <a:lnTo>
                  <a:pt x="2327389" y="674738"/>
                </a:lnTo>
                <a:lnTo>
                  <a:pt x="2352281" y="694855"/>
                </a:lnTo>
                <a:lnTo>
                  <a:pt x="2389517" y="711339"/>
                </a:lnTo>
                <a:lnTo>
                  <a:pt x="2409596" y="718921"/>
                </a:lnTo>
                <a:lnTo>
                  <a:pt x="2422258" y="726135"/>
                </a:lnTo>
                <a:lnTo>
                  <a:pt x="2428875" y="734021"/>
                </a:lnTo>
                <a:lnTo>
                  <a:pt x="2430780" y="743648"/>
                </a:lnTo>
                <a:lnTo>
                  <a:pt x="2428608" y="753262"/>
                </a:lnTo>
                <a:lnTo>
                  <a:pt x="2421839" y="760526"/>
                </a:lnTo>
                <a:lnTo>
                  <a:pt x="2410129" y="765124"/>
                </a:lnTo>
                <a:lnTo>
                  <a:pt x="2393111" y="766724"/>
                </a:lnTo>
                <a:lnTo>
                  <a:pt x="2372906" y="764844"/>
                </a:lnTo>
                <a:lnTo>
                  <a:pt x="2352052" y="759980"/>
                </a:lnTo>
                <a:lnTo>
                  <a:pt x="2333002" y="753300"/>
                </a:lnTo>
                <a:lnTo>
                  <a:pt x="2318143" y="745947"/>
                </a:lnTo>
                <a:lnTo>
                  <a:pt x="2302319" y="807974"/>
                </a:lnTo>
                <a:lnTo>
                  <a:pt x="2320429" y="815848"/>
                </a:lnTo>
                <a:lnTo>
                  <a:pt x="2342146" y="822071"/>
                </a:lnTo>
                <a:lnTo>
                  <a:pt x="2366695" y="826147"/>
                </a:lnTo>
                <a:lnTo>
                  <a:pt x="2393365" y="827608"/>
                </a:lnTo>
                <a:lnTo>
                  <a:pt x="2446350" y="820788"/>
                </a:lnTo>
                <a:lnTo>
                  <a:pt x="2484336" y="801890"/>
                </a:lnTo>
                <a:lnTo>
                  <a:pt x="2507221" y="773201"/>
                </a:lnTo>
                <a:lnTo>
                  <a:pt x="2514879" y="737069"/>
                </a:lnTo>
                <a:close/>
              </a:path>
              <a:path w="12724765" h="9245600">
                <a:moveTo>
                  <a:pt x="12724511" y="9245397"/>
                </a:moveTo>
                <a:lnTo>
                  <a:pt x="12717552" y="9239974"/>
                </a:lnTo>
                <a:lnTo>
                  <a:pt x="12713107" y="9236659"/>
                </a:lnTo>
                <a:lnTo>
                  <a:pt x="12710897" y="9235186"/>
                </a:lnTo>
                <a:lnTo>
                  <a:pt x="12714808" y="9238653"/>
                </a:lnTo>
                <a:lnTo>
                  <a:pt x="12719317" y="9242069"/>
                </a:lnTo>
                <a:lnTo>
                  <a:pt x="12724511" y="92453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000208" y="9011750"/>
            <a:ext cx="2098675" cy="1929764"/>
          </a:xfrm>
          <a:custGeom>
            <a:avLst/>
            <a:gdLst/>
            <a:ahLst/>
            <a:cxnLst/>
            <a:rect l="l" t="t" r="r" b="b"/>
            <a:pathLst>
              <a:path w="2098675" h="1929765">
                <a:moveTo>
                  <a:pt x="36323" y="1271062"/>
                </a:moveTo>
                <a:lnTo>
                  <a:pt x="32135" y="1271764"/>
                </a:lnTo>
                <a:lnTo>
                  <a:pt x="27904" y="1272225"/>
                </a:lnTo>
                <a:lnTo>
                  <a:pt x="0" y="1273031"/>
                </a:lnTo>
                <a:lnTo>
                  <a:pt x="139456" y="1393142"/>
                </a:lnTo>
                <a:lnTo>
                  <a:pt x="383258" y="1606930"/>
                </a:lnTo>
                <a:lnTo>
                  <a:pt x="704564" y="1893850"/>
                </a:lnTo>
                <a:lnTo>
                  <a:pt x="708732" y="1897818"/>
                </a:lnTo>
                <a:lnTo>
                  <a:pt x="711611" y="1900645"/>
                </a:lnTo>
                <a:lnTo>
                  <a:pt x="713632" y="1902425"/>
                </a:lnTo>
                <a:lnTo>
                  <a:pt x="715695" y="1904153"/>
                </a:lnTo>
                <a:lnTo>
                  <a:pt x="760663" y="1926991"/>
                </a:lnTo>
                <a:lnTo>
                  <a:pt x="809950" y="1929252"/>
                </a:lnTo>
                <a:lnTo>
                  <a:pt x="854456" y="1914864"/>
                </a:lnTo>
                <a:lnTo>
                  <a:pt x="885082" y="1887756"/>
                </a:lnTo>
                <a:lnTo>
                  <a:pt x="891397" y="1880779"/>
                </a:lnTo>
                <a:lnTo>
                  <a:pt x="902606" y="1869063"/>
                </a:lnTo>
                <a:lnTo>
                  <a:pt x="908747" y="1862782"/>
                </a:lnTo>
                <a:lnTo>
                  <a:pt x="794902" y="1862782"/>
                </a:lnTo>
                <a:lnTo>
                  <a:pt x="746227" y="1858974"/>
                </a:lnTo>
                <a:lnTo>
                  <a:pt x="701413" y="1835223"/>
                </a:lnTo>
                <a:lnTo>
                  <a:pt x="36323" y="1271062"/>
                </a:lnTo>
                <a:close/>
              </a:path>
              <a:path w="2098675" h="1929765">
                <a:moveTo>
                  <a:pt x="1423431" y="0"/>
                </a:moveTo>
                <a:lnTo>
                  <a:pt x="1412857" y="839"/>
                </a:lnTo>
                <a:lnTo>
                  <a:pt x="1393724" y="2085"/>
                </a:lnTo>
                <a:lnTo>
                  <a:pt x="1403287" y="2085"/>
                </a:lnTo>
                <a:lnTo>
                  <a:pt x="1452745" y="12251"/>
                </a:lnTo>
                <a:lnTo>
                  <a:pt x="1496425" y="44503"/>
                </a:lnTo>
                <a:lnTo>
                  <a:pt x="1970038" y="518304"/>
                </a:lnTo>
                <a:lnTo>
                  <a:pt x="1988733" y="536462"/>
                </a:lnTo>
                <a:lnTo>
                  <a:pt x="1998619" y="545660"/>
                </a:lnTo>
                <a:lnTo>
                  <a:pt x="2020692" y="573014"/>
                </a:lnTo>
                <a:lnTo>
                  <a:pt x="2035267" y="614263"/>
                </a:lnTo>
                <a:lnTo>
                  <a:pt x="2030304" y="663549"/>
                </a:lnTo>
                <a:lnTo>
                  <a:pt x="1993761" y="715016"/>
                </a:lnTo>
                <a:lnTo>
                  <a:pt x="1972708" y="735256"/>
                </a:lnTo>
                <a:lnTo>
                  <a:pt x="1730030" y="971413"/>
                </a:lnTo>
                <a:lnTo>
                  <a:pt x="902645" y="1788179"/>
                </a:lnTo>
                <a:lnTo>
                  <a:pt x="886592" y="1804634"/>
                </a:lnTo>
                <a:lnTo>
                  <a:pt x="875235" y="1816529"/>
                </a:lnTo>
                <a:lnTo>
                  <a:pt x="868884" y="1823559"/>
                </a:lnTo>
                <a:lnTo>
                  <a:pt x="838700" y="1849895"/>
                </a:lnTo>
                <a:lnTo>
                  <a:pt x="794902" y="1862782"/>
                </a:lnTo>
                <a:lnTo>
                  <a:pt x="908747" y="1862782"/>
                </a:lnTo>
                <a:lnTo>
                  <a:pt x="918414" y="1852896"/>
                </a:lnTo>
                <a:lnTo>
                  <a:pt x="1791521" y="994075"/>
                </a:lnTo>
                <a:lnTo>
                  <a:pt x="2033241" y="759732"/>
                </a:lnTo>
                <a:lnTo>
                  <a:pt x="2054377" y="739487"/>
                </a:lnTo>
                <a:lnTo>
                  <a:pt x="2087796" y="696851"/>
                </a:lnTo>
                <a:lnTo>
                  <a:pt x="2098604" y="654886"/>
                </a:lnTo>
                <a:lnTo>
                  <a:pt x="2093209" y="616696"/>
                </a:lnTo>
                <a:lnTo>
                  <a:pt x="2078019" y="585389"/>
                </a:lnTo>
                <a:lnTo>
                  <a:pt x="2059445" y="564068"/>
                </a:lnTo>
                <a:lnTo>
                  <a:pt x="2049168" y="554543"/>
                </a:lnTo>
                <a:lnTo>
                  <a:pt x="2029734" y="535737"/>
                </a:lnTo>
                <a:lnTo>
                  <a:pt x="1537481" y="45016"/>
                </a:lnTo>
                <a:lnTo>
                  <a:pt x="1532194" y="38189"/>
                </a:lnTo>
                <a:lnTo>
                  <a:pt x="1526288" y="32398"/>
                </a:lnTo>
                <a:lnTo>
                  <a:pt x="1520027" y="27488"/>
                </a:lnTo>
                <a:lnTo>
                  <a:pt x="1484764" y="8313"/>
                </a:lnTo>
                <a:lnTo>
                  <a:pt x="1450069" y="839"/>
                </a:lnTo>
                <a:lnTo>
                  <a:pt x="1450577" y="839"/>
                </a:lnTo>
                <a:lnTo>
                  <a:pt x="1423431" y="0"/>
                </a:lnTo>
                <a:close/>
              </a:path>
            </a:pathLst>
          </a:custGeom>
          <a:solidFill>
            <a:srgbClr val="0020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325393" y="9020337"/>
            <a:ext cx="4710430" cy="1854200"/>
          </a:xfrm>
          <a:custGeom>
            <a:avLst/>
            <a:gdLst/>
            <a:ahLst/>
            <a:cxnLst/>
            <a:rect l="l" t="t" r="r" b="b"/>
            <a:pathLst>
              <a:path w="4710430" h="1854200">
                <a:moveTo>
                  <a:pt x="4186157" y="1181100"/>
                </a:moveTo>
                <a:lnTo>
                  <a:pt x="2481421" y="1181100"/>
                </a:lnTo>
                <a:lnTo>
                  <a:pt x="2487341" y="1193800"/>
                </a:lnTo>
                <a:lnTo>
                  <a:pt x="2494276" y="1206500"/>
                </a:lnTo>
                <a:lnTo>
                  <a:pt x="2502217" y="1219200"/>
                </a:lnTo>
                <a:lnTo>
                  <a:pt x="2511159" y="1231900"/>
                </a:lnTo>
                <a:lnTo>
                  <a:pt x="2524686" y="1231900"/>
                </a:lnTo>
                <a:lnTo>
                  <a:pt x="2539923" y="1244600"/>
                </a:lnTo>
                <a:lnTo>
                  <a:pt x="2556813" y="1257300"/>
                </a:lnTo>
                <a:lnTo>
                  <a:pt x="2575293" y="1257300"/>
                </a:lnTo>
                <a:lnTo>
                  <a:pt x="2584502" y="1270000"/>
                </a:lnTo>
                <a:lnTo>
                  <a:pt x="2711142" y="1270000"/>
                </a:lnTo>
                <a:lnTo>
                  <a:pt x="3050263" y="1549400"/>
                </a:lnTo>
                <a:lnTo>
                  <a:pt x="3136398" y="1625600"/>
                </a:lnTo>
                <a:lnTo>
                  <a:pt x="3176427" y="1663700"/>
                </a:lnTo>
                <a:lnTo>
                  <a:pt x="3214092" y="1689100"/>
                </a:lnTo>
                <a:lnTo>
                  <a:pt x="3249139" y="1727200"/>
                </a:lnTo>
                <a:lnTo>
                  <a:pt x="3281315" y="1752600"/>
                </a:lnTo>
                <a:lnTo>
                  <a:pt x="3310366" y="1778000"/>
                </a:lnTo>
                <a:lnTo>
                  <a:pt x="3336039" y="1803400"/>
                </a:lnTo>
                <a:lnTo>
                  <a:pt x="3358078" y="1816100"/>
                </a:lnTo>
                <a:lnTo>
                  <a:pt x="3376232" y="1828800"/>
                </a:lnTo>
                <a:lnTo>
                  <a:pt x="3421047" y="1854200"/>
                </a:lnTo>
                <a:lnTo>
                  <a:pt x="3469721" y="1854200"/>
                </a:lnTo>
                <a:lnTo>
                  <a:pt x="3513519" y="1841500"/>
                </a:lnTo>
                <a:lnTo>
                  <a:pt x="3543703" y="1816100"/>
                </a:lnTo>
                <a:lnTo>
                  <a:pt x="3550054" y="1816100"/>
                </a:lnTo>
                <a:lnTo>
                  <a:pt x="3561411" y="1803400"/>
                </a:lnTo>
                <a:lnTo>
                  <a:pt x="3577464" y="1790700"/>
                </a:lnTo>
                <a:lnTo>
                  <a:pt x="3597901" y="1765300"/>
                </a:lnTo>
                <a:lnTo>
                  <a:pt x="3622410" y="1739900"/>
                </a:lnTo>
                <a:lnTo>
                  <a:pt x="3650680" y="1714500"/>
                </a:lnTo>
                <a:lnTo>
                  <a:pt x="3682400" y="1676400"/>
                </a:lnTo>
                <a:lnTo>
                  <a:pt x="3717257" y="1651000"/>
                </a:lnTo>
                <a:lnTo>
                  <a:pt x="3754941" y="1612900"/>
                </a:lnTo>
                <a:lnTo>
                  <a:pt x="3795140" y="1574800"/>
                </a:lnTo>
                <a:lnTo>
                  <a:pt x="3837542" y="1524000"/>
                </a:lnTo>
                <a:lnTo>
                  <a:pt x="3881836" y="1485900"/>
                </a:lnTo>
                <a:lnTo>
                  <a:pt x="3927710" y="1435100"/>
                </a:lnTo>
                <a:lnTo>
                  <a:pt x="3974854" y="1397000"/>
                </a:lnTo>
                <a:lnTo>
                  <a:pt x="4022954" y="1346200"/>
                </a:lnTo>
                <a:lnTo>
                  <a:pt x="4169886" y="1193800"/>
                </a:lnTo>
                <a:lnTo>
                  <a:pt x="4186157" y="1181100"/>
                </a:lnTo>
                <a:close/>
              </a:path>
              <a:path w="4710430" h="1854200">
                <a:moveTo>
                  <a:pt x="1500917" y="1498600"/>
                </a:moveTo>
                <a:lnTo>
                  <a:pt x="1277538" y="1498600"/>
                </a:lnTo>
                <a:lnTo>
                  <a:pt x="1294462" y="1511300"/>
                </a:lnTo>
                <a:lnTo>
                  <a:pt x="1312975" y="1524000"/>
                </a:lnTo>
                <a:lnTo>
                  <a:pt x="1463794" y="1524000"/>
                </a:lnTo>
                <a:lnTo>
                  <a:pt x="1482585" y="1511300"/>
                </a:lnTo>
                <a:lnTo>
                  <a:pt x="1500917" y="1498600"/>
                </a:lnTo>
                <a:close/>
              </a:path>
              <a:path w="4710430" h="1854200">
                <a:moveTo>
                  <a:pt x="1530002" y="1270000"/>
                </a:moveTo>
                <a:lnTo>
                  <a:pt x="1202329" y="1270000"/>
                </a:lnTo>
                <a:lnTo>
                  <a:pt x="1201868" y="1295400"/>
                </a:lnTo>
                <a:lnTo>
                  <a:pt x="1201579" y="1320800"/>
                </a:lnTo>
                <a:lnTo>
                  <a:pt x="1201607" y="1358900"/>
                </a:lnTo>
                <a:lnTo>
                  <a:pt x="1202693" y="1371600"/>
                </a:lnTo>
                <a:lnTo>
                  <a:pt x="1204675" y="1397000"/>
                </a:lnTo>
                <a:lnTo>
                  <a:pt x="1207544" y="1409700"/>
                </a:lnTo>
                <a:lnTo>
                  <a:pt x="1211292" y="1422400"/>
                </a:lnTo>
                <a:lnTo>
                  <a:pt x="1217746" y="1435100"/>
                </a:lnTo>
                <a:lnTo>
                  <a:pt x="1226155" y="1460500"/>
                </a:lnTo>
                <a:lnTo>
                  <a:pt x="1236485" y="1473200"/>
                </a:lnTo>
                <a:lnTo>
                  <a:pt x="1248705" y="1485900"/>
                </a:lnTo>
                <a:lnTo>
                  <a:pt x="1262265" y="1498600"/>
                </a:lnTo>
                <a:lnTo>
                  <a:pt x="1501116" y="1498600"/>
                </a:lnTo>
                <a:lnTo>
                  <a:pt x="1521748" y="1460500"/>
                </a:lnTo>
                <a:lnTo>
                  <a:pt x="1525119" y="1409700"/>
                </a:lnTo>
                <a:lnTo>
                  <a:pt x="1526229" y="1397000"/>
                </a:lnTo>
                <a:lnTo>
                  <a:pt x="1527164" y="1371600"/>
                </a:lnTo>
                <a:lnTo>
                  <a:pt x="1527922" y="1358900"/>
                </a:lnTo>
                <a:lnTo>
                  <a:pt x="1528545" y="1333500"/>
                </a:lnTo>
                <a:lnTo>
                  <a:pt x="1530002" y="1270000"/>
                </a:lnTo>
                <a:close/>
              </a:path>
              <a:path w="4710430" h="1854200">
                <a:moveTo>
                  <a:pt x="134082" y="863600"/>
                </a:moveTo>
                <a:lnTo>
                  <a:pt x="86121" y="863600"/>
                </a:lnTo>
                <a:lnTo>
                  <a:pt x="58866" y="876300"/>
                </a:lnTo>
                <a:lnTo>
                  <a:pt x="10449" y="952500"/>
                </a:lnTo>
                <a:lnTo>
                  <a:pt x="2382" y="1003300"/>
                </a:lnTo>
                <a:lnTo>
                  <a:pt x="504" y="1041400"/>
                </a:lnTo>
                <a:lnTo>
                  <a:pt x="0" y="1079500"/>
                </a:lnTo>
                <a:lnTo>
                  <a:pt x="2511" y="1104900"/>
                </a:lnTo>
                <a:lnTo>
                  <a:pt x="9849" y="1117600"/>
                </a:lnTo>
                <a:lnTo>
                  <a:pt x="21979" y="1143000"/>
                </a:lnTo>
                <a:lnTo>
                  <a:pt x="54506" y="1181100"/>
                </a:lnTo>
                <a:lnTo>
                  <a:pt x="92760" y="1206500"/>
                </a:lnTo>
                <a:lnTo>
                  <a:pt x="138080" y="1231900"/>
                </a:lnTo>
                <a:lnTo>
                  <a:pt x="162683" y="1244600"/>
                </a:lnTo>
                <a:lnTo>
                  <a:pt x="188963" y="1244600"/>
                </a:lnTo>
                <a:lnTo>
                  <a:pt x="216831" y="1257300"/>
                </a:lnTo>
                <a:lnTo>
                  <a:pt x="246015" y="1257300"/>
                </a:lnTo>
                <a:lnTo>
                  <a:pt x="276402" y="1270000"/>
                </a:lnTo>
                <a:lnTo>
                  <a:pt x="418280" y="1270000"/>
                </a:lnTo>
                <a:lnTo>
                  <a:pt x="485042" y="1244600"/>
                </a:lnTo>
                <a:lnTo>
                  <a:pt x="544531" y="1219200"/>
                </a:lnTo>
                <a:lnTo>
                  <a:pt x="570385" y="1193800"/>
                </a:lnTo>
                <a:lnTo>
                  <a:pt x="593521" y="1181100"/>
                </a:lnTo>
                <a:lnTo>
                  <a:pt x="601791" y="1168400"/>
                </a:lnTo>
                <a:lnTo>
                  <a:pt x="609655" y="1155700"/>
                </a:lnTo>
                <a:lnTo>
                  <a:pt x="617117" y="1155700"/>
                </a:lnTo>
                <a:lnTo>
                  <a:pt x="624179" y="1143000"/>
                </a:lnTo>
                <a:lnTo>
                  <a:pt x="1871286" y="1143000"/>
                </a:lnTo>
                <a:lnTo>
                  <a:pt x="1879105" y="1130300"/>
                </a:lnTo>
                <a:lnTo>
                  <a:pt x="1886062" y="1130300"/>
                </a:lnTo>
                <a:lnTo>
                  <a:pt x="1892727" y="1117600"/>
                </a:lnTo>
                <a:lnTo>
                  <a:pt x="1899110" y="1104900"/>
                </a:lnTo>
                <a:lnTo>
                  <a:pt x="1905219" y="1092200"/>
                </a:lnTo>
                <a:lnTo>
                  <a:pt x="4278741" y="1092200"/>
                </a:lnTo>
                <a:lnTo>
                  <a:pt x="4314219" y="1054100"/>
                </a:lnTo>
                <a:lnTo>
                  <a:pt x="4360299" y="1016000"/>
                </a:lnTo>
                <a:lnTo>
                  <a:pt x="4382572" y="990600"/>
                </a:lnTo>
                <a:lnTo>
                  <a:pt x="926505" y="990600"/>
                </a:lnTo>
                <a:lnTo>
                  <a:pt x="923793" y="977900"/>
                </a:lnTo>
                <a:lnTo>
                  <a:pt x="923217" y="965200"/>
                </a:lnTo>
                <a:lnTo>
                  <a:pt x="923647" y="952500"/>
                </a:lnTo>
                <a:lnTo>
                  <a:pt x="925769" y="876300"/>
                </a:lnTo>
                <a:lnTo>
                  <a:pt x="147901" y="876300"/>
                </a:lnTo>
                <a:lnTo>
                  <a:pt x="134082" y="863600"/>
                </a:lnTo>
                <a:close/>
              </a:path>
              <a:path w="4710430" h="1854200">
                <a:moveTo>
                  <a:pt x="932149" y="1257300"/>
                </a:moveTo>
                <a:lnTo>
                  <a:pt x="775576" y="1257300"/>
                </a:lnTo>
                <a:lnTo>
                  <a:pt x="801137" y="1270000"/>
                </a:lnTo>
                <a:lnTo>
                  <a:pt x="916564" y="1270000"/>
                </a:lnTo>
                <a:lnTo>
                  <a:pt x="932149" y="1257300"/>
                </a:lnTo>
                <a:close/>
              </a:path>
              <a:path w="4710430" h="1854200">
                <a:moveTo>
                  <a:pt x="1530696" y="1257300"/>
                </a:moveTo>
                <a:lnTo>
                  <a:pt x="1084050" y="1257300"/>
                </a:lnTo>
                <a:lnTo>
                  <a:pt x="1099282" y="1270000"/>
                </a:lnTo>
                <a:lnTo>
                  <a:pt x="1530257" y="1270000"/>
                </a:lnTo>
                <a:lnTo>
                  <a:pt x="1530696" y="1257300"/>
                </a:lnTo>
                <a:close/>
              </a:path>
              <a:path w="4710430" h="1854200">
                <a:moveTo>
                  <a:pt x="1801716" y="1219200"/>
                </a:moveTo>
                <a:lnTo>
                  <a:pt x="1018607" y="1219200"/>
                </a:lnTo>
                <a:lnTo>
                  <a:pt x="1021016" y="1231900"/>
                </a:lnTo>
                <a:lnTo>
                  <a:pt x="1023508" y="1231900"/>
                </a:lnTo>
                <a:lnTo>
                  <a:pt x="1036525" y="1244600"/>
                </a:lnTo>
                <a:lnTo>
                  <a:pt x="1050991" y="1244600"/>
                </a:lnTo>
                <a:lnTo>
                  <a:pt x="1066851" y="1257300"/>
                </a:lnTo>
                <a:lnTo>
                  <a:pt x="1551299" y="1257300"/>
                </a:lnTo>
                <a:lnTo>
                  <a:pt x="1573158" y="1270000"/>
                </a:lnTo>
                <a:lnTo>
                  <a:pt x="1669810" y="1270000"/>
                </a:lnTo>
                <a:lnTo>
                  <a:pt x="1705094" y="1257300"/>
                </a:lnTo>
                <a:lnTo>
                  <a:pt x="1739004" y="1244600"/>
                </a:lnTo>
                <a:lnTo>
                  <a:pt x="1771422" y="1231900"/>
                </a:lnTo>
                <a:lnTo>
                  <a:pt x="1801716" y="1219200"/>
                </a:lnTo>
                <a:close/>
              </a:path>
              <a:path w="4710430" h="1854200">
                <a:moveTo>
                  <a:pt x="4278741" y="1092200"/>
                </a:moveTo>
                <a:lnTo>
                  <a:pt x="1908256" y="1092200"/>
                </a:lnTo>
                <a:lnTo>
                  <a:pt x="1909910" y="1104900"/>
                </a:lnTo>
                <a:lnTo>
                  <a:pt x="1949485" y="1155700"/>
                </a:lnTo>
                <a:lnTo>
                  <a:pt x="1998640" y="1206500"/>
                </a:lnTo>
                <a:lnTo>
                  <a:pt x="2025874" y="1219200"/>
                </a:lnTo>
                <a:lnTo>
                  <a:pt x="2054734" y="1244600"/>
                </a:lnTo>
                <a:lnTo>
                  <a:pt x="2085120" y="1244600"/>
                </a:lnTo>
                <a:lnTo>
                  <a:pt x="2116930" y="1257300"/>
                </a:lnTo>
                <a:lnTo>
                  <a:pt x="2142787" y="1270000"/>
                </a:lnTo>
                <a:lnTo>
                  <a:pt x="2281895" y="1270000"/>
                </a:lnTo>
                <a:lnTo>
                  <a:pt x="2304839" y="1257300"/>
                </a:lnTo>
                <a:lnTo>
                  <a:pt x="2352090" y="1257300"/>
                </a:lnTo>
                <a:lnTo>
                  <a:pt x="2375219" y="1244600"/>
                </a:lnTo>
                <a:lnTo>
                  <a:pt x="2397254" y="1231900"/>
                </a:lnTo>
                <a:lnTo>
                  <a:pt x="2418114" y="1231900"/>
                </a:lnTo>
                <a:lnTo>
                  <a:pt x="2435906" y="1219200"/>
                </a:lnTo>
                <a:lnTo>
                  <a:pt x="2452403" y="1206500"/>
                </a:lnTo>
                <a:lnTo>
                  <a:pt x="2467582" y="1193800"/>
                </a:lnTo>
                <a:lnTo>
                  <a:pt x="2481421" y="1181100"/>
                </a:lnTo>
                <a:lnTo>
                  <a:pt x="4186157" y="1181100"/>
                </a:lnTo>
                <a:lnTo>
                  <a:pt x="4218701" y="1155700"/>
                </a:lnTo>
                <a:lnTo>
                  <a:pt x="4266916" y="1104900"/>
                </a:lnTo>
                <a:lnTo>
                  <a:pt x="4278741" y="1092200"/>
                </a:lnTo>
                <a:close/>
              </a:path>
              <a:path w="4710430" h="1854200">
                <a:moveTo>
                  <a:pt x="1871286" y="1143000"/>
                </a:moveTo>
                <a:lnTo>
                  <a:pt x="624179" y="1143000"/>
                </a:lnTo>
                <a:lnTo>
                  <a:pt x="633834" y="1155700"/>
                </a:lnTo>
                <a:lnTo>
                  <a:pt x="644710" y="1181100"/>
                </a:lnTo>
                <a:lnTo>
                  <a:pt x="688281" y="1219200"/>
                </a:lnTo>
                <a:lnTo>
                  <a:pt x="729991" y="1244600"/>
                </a:lnTo>
                <a:lnTo>
                  <a:pt x="753327" y="1257300"/>
                </a:lnTo>
                <a:lnTo>
                  <a:pt x="948578" y="1257300"/>
                </a:lnTo>
                <a:lnTo>
                  <a:pt x="964780" y="1244600"/>
                </a:lnTo>
                <a:lnTo>
                  <a:pt x="980698" y="1244600"/>
                </a:lnTo>
                <a:lnTo>
                  <a:pt x="996273" y="1231900"/>
                </a:lnTo>
                <a:lnTo>
                  <a:pt x="1009969" y="1231900"/>
                </a:lnTo>
                <a:lnTo>
                  <a:pt x="1016304" y="1219200"/>
                </a:lnTo>
                <a:lnTo>
                  <a:pt x="1801716" y="1219200"/>
                </a:lnTo>
                <a:lnTo>
                  <a:pt x="1829822" y="1193800"/>
                </a:lnTo>
                <a:lnTo>
                  <a:pt x="1855649" y="1168400"/>
                </a:lnTo>
                <a:lnTo>
                  <a:pt x="1871286" y="1143000"/>
                </a:lnTo>
                <a:close/>
              </a:path>
              <a:path w="4710430" h="1854200">
                <a:moveTo>
                  <a:pt x="1216098" y="469900"/>
                </a:moveTo>
                <a:lnTo>
                  <a:pt x="1041659" y="469900"/>
                </a:lnTo>
                <a:lnTo>
                  <a:pt x="1025696" y="482600"/>
                </a:lnTo>
                <a:lnTo>
                  <a:pt x="998946" y="520700"/>
                </a:lnTo>
                <a:lnTo>
                  <a:pt x="991520" y="571500"/>
                </a:lnTo>
                <a:lnTo>
                  <a:pt x="989874" y="622300"/>
                </a:lnTo>
                <a:lnTo>
                  <a:pt x="989003" y="673100"/>
                </a:lnTo>
                <a:lnTo>
                  <a:pt x="988492" y="698500"/>
                </a:lnTo>
                <a:lnTo>
                  <a:pt x="987767" y="736600"/>
                </a:lnTo>
                <a:lnTo>
                  <a:pt x="985921" y="774700"/>
                </a:lnTo>
                <a:lnTo>
                  <a:pt x="981914" y="825500"/>
                </a:lnTo>
                <a:lnTo>
                  <a:pt x="976049" y="876300"/>
                </a:lnTo>
                <a:lnTo>
                  <a:pt x="967926" y="914400"/>
                </a:lnTo>
                <a:lnTo>
                  <a:pt x="962965" y="939800"/>
                </a:lnTo>
                <a:lnTo>
                  <a:pt x="958462" y="952500"/>
                </a:lnTo>
                <a:lnTo>
                  <a:pt x="953385" y="965200"/>
                </a:lnTo>
                <a:lnTo>
                  <a:pt x="947753" y="977900"/>
                </a:lnTo>
                <a:lnTo>
                  <a:pt x="941583" y="990600"/>
                </a:lnTo>
                <a:lnTo>
                  <a:pt x="4382572" y="990600"/>
                </a:lnTo>
                <a:lnTo>
                  <a:pt x="4404845" y="965200"/>
                </a:lnTo>
                <a:lnTo>
                  <a:pt x="4447544" y="927100"/>
                </a:lnTo>
                <a:lnTo>
                  <a:pt x="4488086" y="889000"/>
                </a:lnTo>
                <a:lnTo>
                  <a:pt x="4526158" y="850900"/>
                </a:lnTo>
                <a:lnTo>
                  <a:pt x="4561450" y="812800"/>
                </a:lnTo>
                <a:lnTo>
                  <a:pt x="4593649" y="787400"/>
                </a:lnTo>
                <a:lnTo>
                  <a:pt x="4622445" y="762000"/>
                </a:lnTo>
                <a:lnTo>
                  <a:pt x="4647526" y="736600"/>
                </a:lnTo>
                <a:lnTo>
                  <a:pt x="4668580" y="711200"/>
                </a:lnTo>
                <a:lnTo>
                  <a:pt x="4705123" y="660400"/>
                </a:lnTo>
                <a:lnTo>
                  <a:pt x="1936768" y="660400"/>
                </a:lnTo>
                <a:lnTo>
                  <a:pt x="1925777" y="622300"/>
                </a:lnTo>
                <a:lnTo>
                  <a:pt x="1912812" y="596900"/>
                </a:lnTo>
                <a:lnTo>
                  <a:pt x="1897870" y="571500"/>
                </a:lnTo>
                <a:lnTo>
                  <a:pt x="1880947" y="546100"/>
                </a:lnTo>
                <a:lnTo>
                  <a:pt x="1848859" y="520700"/>
                </a:lnTo>
                <a:lnTo>
                  <a:pt x="1506236" y="520700"/>
                </a:lnTo>
                <a:lnTo>
                  <a:pt x="1503273" y="508000"/>
                </a:lnTo>
                <a:lnTo>
                  <a:pt x="1496886" y="508000"/>
                </a:lnTo>
                <a:lnTo>
                  <a:pt x="1471942" y="495300"/>
                </a:lnTo>
                <a:lnTo>
                  <a:pt x="1249783" y="495300"/>
                </a:lnTo>
                <a:lnTo>
                  <a:pt x="1239289" y="482600"/>
                </a:lnTo>
                <a:lnTo>
                  <a:pt x="1228058" y="482600"/>
                </a:lnTo>
                <a:lnTo>
                  <a:pt x="1216098" y="469900"/>
                </a:lnTo>
                <a:close/>
              </a:path>
              <a:path w="4710430" h="1854200">
                <a:moveTo>
                  <a:pt x="476387" y="279400"/>
                </a:moveTo>
                <a:lnTo>
                  <a:pt x="345862" y="279400"/>
                </a:lnTo>
                <a:lnTo>
                  <a:pt x="313209" y="292100"/>
                </a:lnTo>
                <a:lnTo>
                  <a:pt x="280630" y="292100"/>
                </a:lnTo>
                <a:lnTo>
                  <a:pt x="214505" y="317500"/>
                </a:lnTo>
                <a:lnTo>
                  <a:pt x="155440" y="355600"/>
                </a:lnTo>
                <a:lnTo>
                  <a:pt x="103871" y="406400"/>
                </a:lnTo>
                <a:lnTo>
                  <a:pt x="62919" y="457200"/>
                </a:lnTo>
                <a:lnTo>
                  <a:pt x="46959" y="495300"/>
                </a:lnTo>
                <a:lnTo>
                  <a:pt x="35570" y="533400"/>
                </a:lnTo>
                <a:lnTo>
                  <a:pt x="28786" y="584200"/>
                </a:lnTo>
                <a:lnTo>
                  <a:pt x="26637" y="622300"/>
                </a:lnTo>
                <a:lnTo>
                  <a:pt x="28662" y="660400"/>
                </a:lnTo>
                <a:lnTo>
                  <a:pt x="34389" y="698500"/>
                </a:lnTo>
                <a:lnTo>
                  <a:pt x="43795" y="736600"/>
                </a:lnTo>
                <a:lnTo>
                  <a:pt x="72326" y="787400"/>
                </a:lnTo>
                <a:lnTo>
                  <a:pt x="109431" y="838200"/>
                </a:lnTo>
                <a:lnTo>
                  <a:pt x="130938" y="863600"/>
                </a:lnTo>
                <a:lnTo>
                  <a:pt x="145992" y="863600"/>
                </a:lnTo>
                <a:lnTo>
                  <a:pt x="153705" y="876300"/>
                </a:lnTo>
                <a:lnTo>
                  <a:pt x="925769" y="876300"/>
                </a:lnTo>
                <a:lnTo>
                  <a:pt x="926127" y="863600"/>
                </a:lnTo>
                <a:lnTo>
                  <a:pt x="930488" y="723900"/>
                </a:lnTo>
                <a:lnTo>
                  <a:pt x="932236" y="673100"/>
                </a:lnTo>
                <a:lnTo>
                  <a:pt x="933076" y="635000"/>
                </a:lnTo>
                <a:lnTo>
                  <a:pt x="933144" y="622300"/>
                </a:lnTo>
                <a:lnTo>
                  <a:pt x="932038" y="609600"/>
                </a:lnTo>
                <a:lnTo>
                  <a:pt x="929967" y="596900"/>
                </a:lnTo>
                <a:lnTo>
                  <a:pt x="926940" y="571500"/>
                </a:lnTo>
                <a:lnTo>
                  <a:pt x="907540" y="533400"/>
                </a:lnTo>
                <a:lnTo>
                  <a:pt x="870577" y="495300"/>
                </a:lnTo>
                <a:lnTo>
                  <a:pt x="855142" y="482600"/>
                </a:lnTo>
                <a:lnTo>
                  <a:pt x="838084" y="482600"/>
                </a:lnTo>
                <a:lnTo>
                  <a:pt x="819451" y="469900"/>
                </a:lnTo>
                <a:lnTo>
                  <a:pt x="690931" y="469900"/>
                </a:lnTo>
                <a:lnTo>
                  <a:pt x="680986" y="431800"/>
                </a:lnTo>
                <a:lnTo>
                  <a:pt x="665737" y="393700"/>
                </a:lnTo>
                <a:lnTo>
                  <a:pt x="645295" y="368300"/>
                </a:lnTo>
                <a:lnTo>
                  <a:pt x="619771" y="342900"/>
                </a:lnTo>
                <a:lnTo>
                  <a:pt x="579860" y="317500"/>
                </a:lnTo>
                <a:lnTo>
                  <a:pt x="532006" y="292100"/>
                </a:lnTo>
                <a:lnTo>
                  <a:pt x="476387" y="279400"/>
                </a:lnTo>
                <a:close/>
              </a:path>
              <a:path w="4710430" h="1854200">
                <a:moveTo>
                  <a:pt x="4104011" y="0"/>
                </a:moveTo>
                <a:lnTo>
                  <a:pt x="4052651" y="0"/>
                </a:lnTo>
                <a:lnTo>
                  <a:pt x="2721990" y="88900"/>
                </a:lnTo>
                <a:lnTo>
                  <a:pt x="2687639" y="88900"/>
                </a:lnTo>
                <a:lnTo>
                  <a:pt x="2661274" y="101600"/>
                </a:lnTo>
                <a:lnTo>
                  <a:pt x="2644373" y="114300"/>
                </a:lnTo>
                <a:lnTo>
                  <a:pt x="2638411" y="127000"/>
                </a:lnTo>
                <a:lnTo>
                  <a:pt x="2271847" y="469900"/>
                </a:lnTo>
                <a:lnTo>
                  <a:pt x="2189043" y="469900"/>
                </a:lnTo>
                <a:lnTo>
                  <a:pt x="2151837" y="482600"/>
                </a:lnTo>
                <a:lnTo>
                  <a:pt x="2086119" y="508000"/>
                </a:lnTo>
                <a:lnTo>
                  <a:pt x="2030038" y="546100"/>
                </a:lnTo>
                <a:lnTo>
                  <a:pt x="2005656" y="571500"/>
                </a:lnTo>
                <a:lnTo>
                  <a:pt x="1985630" y="584200"/>
                </a:lnTo>
                <a:lnTo>
                  <a:pt x="1967450" y="609600"/>
                </a:lnTo>
                <a:lnTo>
                  <a:pt x="1951151" y="635000"/>
                </a:lnTo>
                <a:lnTo>
                  <a:pt x="1936768" y="660400"/>
                </a:lnTo>
                <a:lnTo>
                  <a:pt x="4705123" y="660400"/>
                </a:lnTo>
                <a:lnTo>
                  <a:pt x="4710086" y="609600"/>
                </a:lnTo>
                <a:lnTo>
                  <a:pt x="4695511" y="571500"/>
                </a:lnTo>
                <a:lnTo>
                  <a:pt x="4673438" y="546100"/>
                </a:lnTo>
                <a:lnTo>
                  <a:pt x="4663552" y="533400"/>
                </a:lnTo>
                <a:lnTo>
                  <a:pt x="4644856" y="520700"/>
                </a:lnTo>
                <a:lnTo>
                  <a:pt x="4618553" y="495300"/>
                </a:lnTo>
                <a:lnTo>
                  <a:pt x="4585846" y="457200"/>
                </a:lnTo>
                <a:lnTo>
                  <a:pt x="4547938" y="419100"/>
                </a:lnTo>
                <a:lnTo>
                  <a:pt x="4506032" y="381000"/>
                </a:lnTo>
                <a:lnTo>
                  <a:pt x="4461332" y="330200"/>
                </a:lnTo>
                <a:lnTo>
                  <a:pt x="4415041" y="292100"/>
                </a:lnTo>
                <a:lnTo>
                  <a:pt x="4368361" y="241300"/>
                </a:lnTo>
                <a:lnTo>
                  <a:pt x="4278648" y="152400"/>
                </a:lnTo>
                <a:lnTo>
                  <a:pt x="4171244" y="38100"/>
                </a:lnTo>
                <a:lnTo>
                  <a:pt x="4150755" y="25400"/>
                </a:lnTo>
                <a:lnTo>
                  <a:pt x="4104011" y="0"/>
                </a:lnTo>
                <a:close/>
              </a:path>
              <a:path w="4710430" h="1854200">
                <a:moveTo>
                  <a:pt x="1725167" y="469900"/>
                </a:moveTo>
                <a:lnTo>
                  <a:pt x="1621657" y="469900"/>
                </a:lnTo>
                <a:lnTo>
                  <a:pt x="1585894" y="482600"/>
                </a:lnTo>
                <a:lnTo>
                  <a:pt x="1553091" y="495300"/>
                </a:lnTo>
                <a:lnTo>
                  <a:pt x="1523367" y="508000"/>
                </a:lnTo>
                <a:lnTo>
                  <a:pt x="1511765" y="508000"/>
                </a:lnTo>
                <a:lnTo>
                  <a:pt x="1506236" y="520700"/>
                </a:lnTo>
                <a:lnTo>
                  <a:pt x="1848859" y="520700"/>
                </a:lnTo>
                <a:lnTo>
                  <a:pt x="1812138" y="495300"/>
                </a:lnTo>
                <a:lnTo>
                  <a:pt x="1770877" y="482600"/>
                </a:lnTo>
                <a:lnTo>
                  <a:pt x="1725167" y="469900"/>
                </a:lnTo>
                <a:close/>
              </a:path>
              <a:path w="4710430" h="1854200">
                <a:moveTo>
                  <a:pt x="1409125" y="469900"/>
                </a:moveTo>
                <a:lnTo>
                  <a:pt x="1285100" y="469900"/>
                </a:lnTo>
                <a:lnTo>
                  <a:pt x="1267159" y="482600"/>
                </a:lnTo>
                <a:lnTo>
                  <a:pt x="1249783" y="495300"/>
                </a:lnTo>
                <a:lnTo>
                  <a:pt x="1471942" y="495300"/>
                </a:lnTo>
                <a:lnTo>
                  <a:pt x="1442653" y="482600"/>
                </a:lnTo>
                <a:lnTo>
                  <a:pt x="1409125" y="469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675847" y="9046691"/>
            <a:ext cx="2308225" cy="1785620"/>
          </a:xfrm>
          <a:custGeom>
            <a:avLst/>
            <a:gdLst/>
            <a:ahLst/>
            <a:cxnLst/>
            <a:rect l="l" t="t" r="r" b="b"/>
            <a:pathLst>
              <a:path w="2308225" h="1785620">
                <a:moveTo>
                  <a:pt x="415704" y="1205827"/>
                </a:moveTo>
                <a:lnTo>
                  <a:pt x="389925" y="1226172"/>
                </a:lnTo>
                <a:lnTo>
                  <a:pt x="1019923" y="1752364"/>
                </a:lnTo>
                <a:lnTo>
                  <a:pt x="1025675" y="1757391"/>
                </a:lnTo>
                <a:lnTo>
                  <a:pt x="1067442" y="1781498"/>
                </a:lnTo>
                <a:lnTo>
                  <a:pt x="1114276" y="1785047"/>
                </a:lnTo>
                <a:lnTo>
                  <a:pt x="1156988" y="1772007"/>
                </a:lnTo>
                <a:lnTo>
                  <a:pt x="1186393" y="1746344"/>
                </a:lnTo>
                <a:lnTo>
                  <a:pt x="1192784" y="1739301"/>
                </a:lnTo>
                <a:lnTo>
                  <a:pt x="1204302" y="1727290"/>
                </a:lnTo>
                <a:lnTo>
                  <a:pt x="1210569" y="1720891"/>
                </a:lnTo>
                <a:lnTo>
                  <a:pt x="1089096" y="1720891"/>
                </a:lnTo>
                <a:lnTo>
                  <a:pt x="1040236" y="1713010"/>
                </a:lnTo>
                <a:lnTo>
                  <a:pt x="998189" y="1688440"/>
                </a:lnTo>
                <a:lnTo>
                  <a:pt x="989163" y="1680821"/>
                </a:lnTo>
                <a:lnTo>
                  <a:pt x="415704" y="1205827"/>
                </a:lnTo>
                <a:close/>
              </a:path>
              <a:path w="2308225" h="1785620">
                <a:moveTo>
                  <a:pt x="1792416" y="41914"/>
                </a:moveTo>
                <a:lnTo>
                  <a:pt x="1673657" y="41914"/>
                </a:lnTo>
                <a:lnTo>
                  <a:pt x="1699363" y="44070"/>
                </a:lnTo>
                <a:lnTo>
                  <a:pt x="1718505" y="56968"/>
                </a:lnTo>
                <a:lnTo>
                  <a:pt x="1741433" y="84081"/>
                </a:lnTo>
                <a:lnTo>
                  <a:pt x="2177746" y="505175"/>
                </a:lnTo>
                <a:lnTo>
                  <a:pt x="2197369" y="523597"/>
                </a:lnTo>
                <a:lnTo>
                  <a:pt x="2207608" y="532811"/>
                </a:lnTo>
                <a:lnTo>
                  <a:pt x="2228075" y="557314"/>
                </a:lnTo>
                <a:lnTo>
                  <a:pt x="2241499" y="594307"/>
                </a:lnTo>
                <a:lnTo>
                  <a:pt x="2236722" y="638148"/>
                </a:lnTo>
                <a:lnTo>
                  <a:pt x="2236677" y="638559"/>
                </a:lnTo>
                <a:lnTo>
                  <a:pt x="2202404" y="684837"/>
                </a:lnTo>
                <a:lnTo>
                  <a:pt x="2183045" y="702795"/>
                </a:lnTo>
                <a:lnTo>
                  <a:pt x="2104560" y="776840"/>
                </a:lnTo>
                <a:lnTo>
                  <a:pt x="1837502" y="1033064"/>
                </a:lnTo>
                <a:lnTo>
                  <a:pt x="1212875" y="1641757"/>
                </a:lnTo>
                <a:lnTo>
                  <a:pt x="1179050" y="1675689"/>
                </a:lnTo>
                <a:lnTo>
                  <a:pt x="1164163" y="1691278"/>
                </a:lnTo>
                <a:lnTo>
                  <a:pt x="1133996" y="1713256"/>
                </a:lnTo>
                <a:lnTo>
                  <a:pt x="1089096" y="1720891"/>
                </a:lnTo>
                <a:lnTo>
                  <a:pt x="1210569" y="1720891"/>
                </a:lnTo>
                <a:lnTo>
                  <a:pt x="1220617" y="1710634"/>
                </a:lnTo>
                <a:lnTo>
                  <a:pt x="2045586" y="898964"/>
                </a:lnTo>
                <a:lnTo>
                  <a:pt x="2246422" y="704212"/>
                </a:lnTo>
                <a:lnTo>
                  <a:pt x="2267396" y="684104"/>
                </a:lnTo>
                <a:lnTo>
                  <a:pt x="2301235" y="638148"/>
                </a:lnTo>
                <a:lnTo>
                  <a:pt x="2307979" y="594307"/>
                </a:lnTo>
                <a:lnTo>
                  <a:pt x="2308080" y="593653"/>
                </a:lnTo>
                <a:lnTo>
                  <a:pt x="2297268" y="555168"/>
                </a:lnTo>
                <a:lnTo>
                  <a:pt x="2278140" y="527240"/>
                </a:lnTo>
                <a:lnTo>
                  <a:pt x="2276119" y="525125"/>
                </a:lnTo>
                <a:lnTo>
                  <a:pt x="2274182" y="523282"/>
                </a:lnTo>
                <a:lnTo>
                  <a:pt x="2272307" y="521690"/>
                </a:lnTo>
                <a:lnTo>
                  <a:pt x="2261741" y="511811"/>
                </a:lnTo>
                <a:lnTo>
                  <a:pt x="2241488" y="492061"/>
                </a:lnTo>
                <a:lnTo>
                  <a:pt x="1792416" y="41914"/>
                </a:lnTo>
                <a:close/>
              </a:path>
              <a:path w="2308225" h="1785620">
                <a:moveTo>
                  <a:pt x="1702496" y="0"/>
                </a:moveTo>
                <a:lnTo>
                  <a:pt x="1684702" y="0"/>
                </a:lnTo>
                <a:lnTo>
                  <a:pt x="1679268" y="397"/>
                </a:lnTo>
                <a:lnTo>
                  <a:pt x="1677404" y="649"/>
                </a:lnTo>
                <a:lnTo>
                  <a:pt x="400427" y="83180"/>
                </a:lnTo>
                <a:lnTo>
                  <a:pt x="342133" y="100618"/>
                </a:lnTo>
                <a:lnTo>
                  <a:pt x="0" y="434761"/>
                </a:lnTo>
                <a:lnTo>
                  <a:pt x="7319" y="435756"/>
                </a:lnTo>
                <a:lnTo>
                  <a:pt x="14449" y="436939"/>
                </a:lnTo>
                <a:lnTo>
                  <a:pt x="21371" y="438321"/>
                </a:lnTo>
                <a:lnTo>
                  <a:pt x="312199" y="158937"/>
                </a:lnTo>
                <a:lnTo>
                  <a:pt x="330847" y="142944"/>
                </a:lnTo>
                <a:lnTo>
                  <a:pt x="345193" y="134417"/>
                </a:lnTo>
                <a:lnTo>
                  <a:pt x="362555" y="130480"/>
                </a:lnTo>
                <a:lnTo>
                  <a:pt x="390249" y="128257"/>
                </a:lnTo>
                <a:lnTo>
                  <a:pt x="1631039" y="47024"/>
                </a:lnTo>
                <a:lnTo>
                  <a:pt x="1673657" y="41914"/>
                </a:lnTo>
                <a:lnTo>
                  <a:pt x="1792416" y="41914"/>
                </a:lnTo>
                <a:lnTo>
                  <a:pt x="1791139" y="40627"/>
                </a:lnTo>
                <a:lnTo>
                  <a:pt x="1770320" y="20888"/>
                </a:lnTo>
                <a:lnTo>
                  <a:pt x="1746745" y="8679"/>
                </a:lnTo>
                <a:lnTo>
                  <a:pt x="1723064" y="2270"/>
                </a:lnTo>
                <a:lnTo>
                  <a:pt x="1702496" y="0"/>
                </a:lnTo>
                <a:close/>
              </a:path>
            </a:pathLst>
          </a:custGeom>
          <a:solidFill>
            <a:srgbClr val="EE00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554121" y="9539509"/>
            <a:ext cx="1543685" cy="648335"/>
          </a:xfrm>
          <a:custGeom>
            <a:avLst/>
            <a:gdLst/>
            <a:ahLst/>
            <a:cxnLst/>
            <a:rect l="l" t="t" r="r" b="b"/>
            <a:pathLst>
              <a:path w="1543684" h="648334">
                <a:moveTo>
                  <a:pt x="25" y="0"/>
                </a:moveTo>
                <a:close/>
              </a:path>
              <a:path w="1543684" h="648334">
                <a:moveTo>
                  <a:pt x="1305636" y="5588"/>
                </a:moveTo>
                <a:close/>
              </a:path>
              <a:path w="1543684" h="648334">
                <a:moveTo>
                  <a:pt x="1543608" y="647827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678469" y="9424896"/>
            <a:ext cx="276860" cy="68580"/>
          </a:xfrm>
          <a:custGeom>
            <a:avLst/>
            <a:gdLst/>
            <a:ahLst/>
            <a:cxnLst/>
            <a:rect l="l" t="t" r="r" b="b"/>
            <a:pathLst>
              <a:path w="276859" h="68579">
                <a:moveTo>
                  <a:pt x="181419" y="0"/>
                </a:moveTo>
                <a:lnTo>
                  <a:pt x="169218" y="77"/>
                </a:lnTo>
                <a:lnTo>
                  <a:pt x="156913" y="753"/>
                </a:lnTo>
                <a:lnTo>
                  <a:pt x="144623" y="1945"/>
                </a:lnTo>
                <a:lnTo>
                  <a:pt x="0" y="19044"/>
                </a:lnTo>
                <a:lnTo>
                  <a:pt x="14418" y="55650"/>
                </a:lnTo>
                <a:lnTo>
                  <a:pt x="159021" y="38593"/>
                </a:lnTo>
                <a:lnTo>
                  <a:pt x="171316" y="37377"/>
                </a:lnTo>
                <a:lnTo>
                  <a:pt x="183623" y="36687"/>
                </a:lnTo>
                <a:lnTo>
                  <a:pt x="195831" y="36602"/>
                </a:lnTo>
                <a:lnTo>
                  <a:pt x="207826" y="37200"/>
                </a:lnTo>
                <a:lnTo>
                  <a:pt x="228232" y="40236"/>
                </a:lnTo>
                <a:lnTo>
                  <a:pt x="246870" y="46193"/>
                </a:lnTo>
                <a:lnTo>
                  <a:pt x="263104" y="55478"/>
                </a:lnTo>
                <a:lnTo>
                  <a:pt x="276295" y="68498"/>
                </a:lnTo>
                <a:lnTo>
                  <a:pt x="275237" y="60351"/>
                </a:lnTo>
                <a:lnTo>
                  <a:pt x="255719" y="24593"/>
                </a:lnTo>
                <a:lnTo>
                  <a:pt x="214558" y="3746"/>
                </a:lnTo>
                <a:lnTo>
                  <a:pt x="193397" y="604"/>
                </a:lnTo>
                <a:lnTo>
                  <a:pt x="181419" y="0"/>
                </a:lnTo>
                <a:close/>
              </a:path>
            </a:pathLst>
          </a:custGeom>
          <a:solidFill>
            <a:srgbClr val="0020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666431" y="9443936"/>
            <a:ext cx="26670" cy="224154"/>
          </a:xfrm>
          <a:custGeom>
            <a:avLst/>
            <a:gdLst/>
            <a:ahLst/>
            <a:cxnLst/>
            <a:rect l="l" t="t" r="r" b="b"/>
            <a:pathLst>
              <a:path w="26669" h="224154">
                <a:moveTo>
                  <a:pt x="12041" y="0"/>
                </a:moveTo>
                <a:lnTo>
                  <a:pt x="0" y="224118"/>
                </a:lnTo>
                <a:lnTo>
                  <a:pt x="16460" y="222223"/>
                </a:lnTo>
                <a:lnTo>
                  <a:pt x="26459" y="36606"/>
                </a:lnTo>
                <a:lnTo>
                  <a:pt x="12041" y="0"/>
                </a:lnTo>
                <a:close/>
              </a:path>
            </a:pathLst>
          </a:custGeom>
          <a:solidFill>
            <a:srgbClr val="1518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656468" y="9365913"/>
            <a:ext cx="570865" cy="541020"/>
          </a:xfrm>
          <a:custGeom>
            <a:avLst/>
            <a:gdLst/>
            <a:ahLst/>
            <a:cxnLst/>
            <a:rect l="l" t="t" r="r" b="b"/>
            <a:pathLst>
              <a:path w="570865" h="541020">
                <a:moveTo>
                  <a:pt x="312191" y="540499"/>
                </a:moveTo>
                <a:lnTo>
                  <a:pt x="297840" y="503440"/>
                </a:lnTo>
                <a:lnTo>
                  <a:pt x="268122" y="478726"/>
                </a:lnTo>
                <a:lnTo>
                  <a:pt x="227825" y="467194"/>
                </a:lnTo>
                <a:lnTo>
                  <a:pt x="207073" y="465683"/>
                </a:lnTo>
                <a:lnTo>
                  <a:pt x="194589" y="465721"/>
                </a:lnTo>
                <a:lnTo>
                  <a:pt x="182003" y="466369"/>
                </a:lnTo>
                <a:lnTo>
                  <a:pt x="169430" y="467563"/>
                </a:lnTo>
                <a:lnTo>
                  <a:pt x="0" y="486968"/>
                </a:lnTo>
                <a:lnTo>
                  <a:pt x="14389" y="523570"/>
                </a:lnTo>
                <a:lnTo>
                  <a:pt x="183845" y="504177"/>
                </a:lnTo>
                <a:lnTo>
                  <a:pt x="196405" y="502970"/>
                </a:lnTo>
                <a:lnTo>
                  <a:pt x="208978" y="502323"/>
                </a:lnTo>
                <a:lnTo>
                  <a:pt x="221462" y="502285"/>
                </a:lnTo>
                <a:lnTo>
                  <a:pt x="233756" y="502920"/>
                </a:lnTo>
                <a:lnTo>
                  <a:pt x="257263" y="506514"/>
                </a:lnTo>
                <a:lnTo>
                  <a:pt x="278714" y="513638"/>
                </a:lnTo>
                <a:lnTo>
                  <a:pt x="297281" y="524802"/>
                </a:lnTo>
                <a:lnTo>
                  <a:pt x="312191" y="540499"/>
                </a:lnTo>
                <a:close/>
              </a:path>
              <a:path w="570865" h="541020">
                <a:moveTo>
                  <a:pt x="570407" y="139954"/>
                </a:moveTo>
                <a:lnTo>
                  <a:pt x="565797" y="84632"/>
                </a:lnTo>
                <a:lnTo>
                  <a:pt x="554355" y="41122"/>
                </a:lnTo>
                <a:lnTo>
                  <a:pt x="538670" y="0"/>
                </a:lnTo>
                <a:lnTo>
                  <a:pt x="538873" y="952"/>
                </a:lnTo>
                <a:lnTo>
                  <a:pt x="539216" y="1905"/>
                </a:lnTo>
                <a:lnTo>
                  <a:pt x="540829" y="6134"/>
                </a:lnTo>
                <a:lnTo>
                  <a:pt x="542175" y="10642"/>
                </a:lnTo>
                <a:lnTo>
                  <a:pt x="544626" y="18656"/>
                </a:lnTo>
                <a:lnTo>
                  <a:pt x="545795" y="22123"/>
                </a:lnTo>
                <a:lnTo>
                  <a:pt x="547814" y="30035"/>
                </a:lnTo>
                <a:lnTo>
                  <a:pt x="548665" y="34645"/>
                </a:lnTo>
                <a:lnTo>
                  <a:pt x="550329" y="43091"/>
                </a:lnTo>
                <a:lnTo>
                  <a:pt x="551180" y="46901"/>
                </a:lnTo>
                <a:lnTo>
                  <a:pt x="551751" y="50800"/>
                </a:lnTo>
                <a:lnTo>
                  <a:pt x="552462" y="55270"/>
                </a:lnTo>
                <a:lnTo>
                  <a:pt x="553872" y="69075"/>
                </a:lnTo>
                <a:lnTo>
                  <a:pt x="554342" y="73406"/>
                </a:lnTo>
                <a:lnTo>
                  <a:pt x="554901" y="81876"/>
                </a:lnTo>
                <a:lnTo>
                  <a:pt x="555218" y="90360"/>
                </a:lnTo>
                <a:lnTo>
                  <a:pt x="555294" y="93052"/>
                </a:lnTo>
                <a:lnTo>
                  <a:pt x="555536" y="95732"/>
                </a:lnTo>
                <a:lnTo>
                  <a:pt x="554863" y="139954"/>
                </a:lnTo>
                <a:lnTo>
                  <a:pt x="552881" y="163220"/>
                </a:lnTo>
                <a:lnTo>
                  <a:pt x="552818" y="163766"/>
                </a:lnTo>
                <a:lnTo>
                  <a:pt x="540118" y="216230"/>
                </a:lnTo>
                <a:lnTo>
                  <a:pt x="516636" y="261251"/>
                </a:lnTo>
                <a:lnTo>
                  <a:pt x="483831" y="299415"/>
                </a:lnTo>
                <a:lnTo>
                  <a:pt x="443230" y="331190"/>
                </a:lnTo>
                <a:lnTo>
                  <a:pt x="429348" y="339801"/>
                </a:lnTo>
                <a:lnTo>
                  <a:pt x="440601" y="343255"/>
                </a:lnTo>
                <a:lnTo>
                  <a:pt x="451789" y="347091"/>
                </a:lnTo>
                <a:lnTo>
                  <a:pt x="462889" y="351345"/>
                </a:lnTo>
                <a:lnTo>
                  <a:pt x="473849" y="356057"/>
                </a:lnTo>
                <a:lnTo>
                  <a:pt x="489369" y="343585"/>
                </a:lnTo>
                <a:lnTo>
                  <a:pt x="517461" y="315493"/>
                </a:lnTo>
                <a:lnTo>
                  <a:pt x="544271" y="275767"/>
                </a:lnTo>
                <a:lnTo>
                  <a:pt x="563346" y="223240"/>
                </a:lnTo>
                <a:lnTo>
                  <a:pt x="569887" y="167932"/>
                </a:lnTo>
                <a:lnTo>
                  <a:pt x="570407" y="140169"/>
                </a:lnTo>
                <a:lnTo>
                  <a:pt x="570407" y="139954"/>
                </a:lnTo>
                <a:close/>
              </a:path>
            </a:pathLst>
          </a:custGeom>
          <a:solidFill>
            <a:srgbClr val="0020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641349" y="9852879"/>
            <a:ext cx="29845" cy="260350"/>
          </a:xfrm>
          <a:custGeom>
            <a:avLst/>
            <a:gdLst/>
            <a:ahLst/>
            <a:cxnLst/>
            <a:rect l="l" t="t" r="r" b="b"/>
            <a:pathLst>
              <a:path w="29844" h="260350">
                <a:moveTo>
                  <a:pt x="15119" y="0"/>
                </a:moveTo>
                <a:lnTo>
                  <a:pt x="0" y="260159"/>
                </a:lnTo>
                <a:lnTo>
                  <a:pt x="16575" y="258986"/>
                </a:lnTo>
                <a:lnTo>
                  <a:pt x="29506" y="36595"/>
                </a:lnTo>
                <a:lnTo>
                  <a:pt x="15119" y="0"/>
                </a:lnTo>
                <a:close/>
              </a:path>
            </a:pathLst>
          </a:custGeom>
          <a:solidFill>
            <a:srgbClr val="1518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896340" y="9429476"/>
            <a:ext cx="1270" cy="635"/>
          </a:xfrm>
          <a:custGeom>
            <a:avLst/>
            <a:gdLst/>
            <a:ahLst/>
            <a:cxnLst/>
            <a:rect l="l" t="t" r="r" b="b"/>
            <a:pathLst>
              <a:path w="1269" h="634">
                <a:moveTo>
                  <a:pt x="0" y="0"/>
                </a:moveTo>
                <a:lnTo>
                  <a:pt x="513" y="125"/>
                </a:lnTo>
                <a:lnTo>
                  <a:pt x="764" y="178"/>
                </a:lnTo>
                <a:lnTo>
                  <a:pt x="251" y="73"/>
                </a:lnTo>
                <a:lnTo>
                  <a:pt x="0" y="0"/>
                </a:lnTo>
                <a:close/>
              </a:path>
            </a:pathLst>
          </a:custGeom>
          <a:solidFill>
            <a:srgbClr val="0020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883247" y="9426864"/>
            <a:ext cx="13850" cy="2786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17907299" y="9432980"/>
            <a:ext cx="2540" cy="1270"/>
          </a:xfrm>
          <a:custGeom>
            <a:avLst/>
            <a:gdLst/>
            <a:ahLst/>
            <a:cxnLst/>
            <a:rect l="l" t="t" r="r" b="b"/>
            <a:pathLst>
              <a:path w="2540" h="1270">
                <a:moveTo>
                  <a:pt x="0" y="0"/>
                </a:moveTo>
                <a:lnTo>
                  <a:pt x="1664" y="628"/>
                </a:lnTo>
                <a:lnTo>
                  <a:pt x="2492" y="963"/>
                </a:lnTo>
                <a:lnTo>
                  <a:pt x="827" y="303"/>
                </a:lnTo>
                <a:lnTo>
                  <a:pt x="0" y="0"/>
                </a:lnTo>
                <a:close/>
              </a:path>
            </a:pathLst>
          </a:custGeom>
          <a:solidFill>
            <a:srgbClr val="0020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07297" y="9432980"/>
            <a:ext cx="2492" cy="963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7951704" y="9367805"/>
            <a:ext cx="258445" cy="135890"/>
          </a:xfrm>
          <a:custGeom>
            <a:avLst/>
            <a:gdLst/>
            <a:ahLst/>
            <a:cxnLst/>
            <a:rect l="l" t="t" r="r" b="b"/>
            <a:pathLst>
              <a:path w="258444" h="135890">
                <a:moveTo>
                  <a:pt x="9956" y="135610"/>
                </a:moveTo>
                <a:lnTo>
                  <a:pt x="0" y="110337"/>
                </a:lnTo>
                <a:lnTo>
                  <a:pt x="2006" y="117462"/>
                </a:lnTo>
                <a:lnTo>
                  <a:pt x="3060" y="125590"/>
                </a:lnTo>
                <a:lnTo>
                  <a:pt x="6705" y="130390"/>
                </a:lnTo>
                <a:lnTo>
                  <a:pt x="9956" y="135610"/>
                </a:lnTo>
                <a:close/>
              </a:path>
              <a:path w="258444" h="135890">
                <a:moveTo>
                  <a:pt x="246837" y="8458"/>
                </a:moveTo>
                <a:lnTo>
                  <a:pt x="245643" y="4356"/>
                </a:lnTo>
                <a:lnTo>
                  <a:pt x="243979" y="0"/>
                </a:lnTo>
                <a:lnTo>
                  <a:pt x="245579" y="4241"/>
                </a:lnTo>
                <a:lnTo>
                  <a:pt x="246837" y="8458"/>
                </a:lnTo>
                <a:close/>
              </a:path>
              <a:path w="258444" h="135890">
                <a:moveTo>
                  <a:pt x="257225" y="53517"/>
                </a:moveTo>
                <a:lnTo>
                  <a:pt x="257213" y="53390"/>
                </a:lnTo>
                <a:lnTo>
                  <a:pt x="256514" y="48907"/>
                </a:lnTo>
                <a:lnTo>
                  <a:pt x="257225" y="53517"/>
                </a:lnTo>
                <a:close/>
              </a:path>
              <a:path w="258444" h="135890">
                <a:moveTo>
                  <a:pt x="258178" y="62839"/>
                </a:moveTo>
                <a:lnTo>
                  <a:pt x="257225" y="53517"/>
                </a:lnTo>
                <a:lnTo>
                  <a:pt x="257683" y="58178"/>
                </a:lnTo>
                <a:lnTo>
                  <a:pt x="258178" y="62839"/>
                </a:lnTo>
                <a:close/>
              </a:path>
            </a:pathLst>
          </a:custGeom>
          <a:solidFill>
            <a:srgbClr val="0020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085744" y="9529775"/>
            <a:ext cx="123523" cy="21253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085826" y="9698542"/>
            <a:ext cx="11664" cy="7172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17962767" y="9885114"/>
            <a:ext cx="12700" cy="31750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2425" y="5702"/>
                </a:moveTo>
                <a:lnTo>
                  <a:pt x="355" y="469"/>
                </a:lnTo>
                <a:lnTo>
                  <a:pt x="0" y="0"/>
                </a:lnTo>
                <a:lnTo>
                  <a:pt x="2425" y="5702"/>
                </a:lnTo>
                <a:close/>
              </a:path>
              <a:path w="12700" h="31750">
                <a:moveTo>
                  <a:pt x="12573" y="31534"/>
                </a:moveTo>
                <a:lnTo>
                  <a:pt x="2552" y="6019"/>
                </a:lnTo>
                <a:lnTo>
                  <a:pt x="4610" y="13220"/>
                </a:lnTo>
                <a:lnTo>
                  <a:pt x="5892" y="21297"/>
                </a:lnTo>
                <a:lnTo>
                  <a:pt x="9398" y="26238"/>
                </a:lnTo>
                <a:lnTo>
                  <a:pt x="12573" y="31534"/>
                </a:lnTo>
                <a:close/>
              </a:path>
            </a:pathLst>
          </a:custGeom>
          <a:solidFill>
            <a:srgbClr val="0020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855369" y="9237079"/>
            <a:ext cx="1403148" cy="1133829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14390396" y="9355842"/>
            <a:ext cx="2438400" cy="1121410"/>
          </a:xfrm>
          <a:custGeom>
            <a:avLst/>
            <a:gdLst/>
            <a:ahLst/>
            <a:cxnLst/>
            <a:rect l="l" t="t" r="r" b="b"/>
            <a:pathLst>
              <a:path w="2438400" h="1121409">
                <a:moveTo>
                  <a:pt x="565759" y="174256"/>
                </a:moveTo>
                <a:lnTo>
                  <a:pt x="552018" y="103619"/>
                </a:lnTo>
                <a:lnTo>
                  <a:pt x="511429" y="47866"/>
                </a:lnTo>
                <a:lnTo>
                  <a:pt x="443090" y="11747"/>
                </a:lnTo>
                <a:lnTo>
                  <a:pt x="398208" y="2819"/>
                </a:lnTo>
                <a:lnTo>
                  <a:pt x="346189" y="0"/>
                </a:lnTo>
                <a:lnTo>
                  <a:pt x="317754" y="1028"/>
                </a:lnTo>
                <a:lnTo>
                  <a:pt x="260692" y="8636"/>
                </a:lnTo>
                <a:lnTo>
                  <a:pt x="204139" y="23901"/>
                </a:lnTo>
                <a:lnTo>
                  <a:pt x="152768" y="48361"/>
                </a:lnTo>
                <a:lnTo>
                  <a:pt x="107645" y="82296"/>
                </a:lnTo>
                <a:lnTo>
                  <a:pt x="70535" y="125920"/>
                </a:lnTo>
                <a:lnTo>
                  <a:pt x="42532" y="179539"/>
                </a:lnTo>
                <a:lnTo>
                  <a:pt x="28295" y="244665"/>
                </a:lnTo>
                <a:lnTo>
                  <a:pt x="26631" y="281647"/>
                </a:lnTo>
                <a:lnTo>
                  <a:pt x="28155" y="314401"/>
                </a:lnTo>
                <a:lnTo>
                  <a:pt x="39611" y="370560"/>
                </a:lnTo>
                <a:lnTo>
                  <a:pt x="61595" y="414807"/>
                </a:lnTo>
                <a:lnTo>
                  <a:pt x="90131" y="450494"/>
                </a:lnTo>
                <a:lnTo>
                  <a:pt x="124155" y="478421"/>
                </a:lnTo>
                <a:lnTo>
                  <a:pt x="161213" y="500176"/>
                </a:lnTo>
                <a:lnTo>
                  <a:pt x="219087" y="524344"/>
                </a:lnTo>
                <a:lnTo>
                  <a:pt x="254800" y="539292"/>
                </a:lnTo>
                <a:lnTo>
                  <a:pt x="299707" y="562965"/>
                </a:lnTo>
                <a:lnTo>
                  <a:pt x="328650" y="592251"/>
                </a:lnTo>
                <a:lnTo>
                  <a:pt x="334378" y="618845"/>
                </a:lnTo>
                <a:lnTo>
                  <a:pt x="333933" y="626846"/>
                </a:lnTo>
                <a:lnTo>
                  <a:pt x="312661" y="662419"/>
                </a:lnTo>
                <a:lnTo>
                  <a:pt x="270383" y="677786"/>
                </a:lnTo>
                <a:lnTo>
                  <a:pt x="245884" y="679538"/>
                </a:lnTo>
                <a:lnTo>
                  <a:pt x="225793" y="678738"/>
                </a:lnTo>
                <a:lnTo>
                  <a:pt x="173062" y="665619"/>
                </a:lnTo>
                <a:lnTo>
                  <a:pt x="130263" y="642493"/>
                </a:lnTo>
                <a:lnTo>
                  <a:pt x="75793" y="602119"/>
                </a:lnTo>
                <a:lnTo>
                  <a:pt x="66700" y="595934"/>
                </a:lnTo>
                <a:lnTo>
                  <a:pt x="20891" y="596696"/>
                </a:lnTo>
                <a:lnTo>
                  <a:pt x="4622" y="642391"/>
                </a:lnTo>
                <a:lnTo>
                  <a:pt x="406" y="698601"/>
                </a:lnTo>
                <a:lnTo>
                  <a:pt x="0" y="734923"/>
                </a:lnTo>
                <a:lnTo>
                  <a:pt x="1358" y="744639"/>
                </a:lnTo>
                <a:lnTo>
                  <a:pt x="33134" y="788111"/>
                </a:lnTo>
                <a:lnTo>
                  <a:pt x="80175" y="819213"/>
                </a:lnTo>
                <a:lnTo>
                  <a:pt x="120764" y="836942"/>
                </a:lnTo>
                <a:lnTo>
                  <a:pt x="167855" y="851395"/>
                </a:lnTo>
                <a:lnTo>
                  <a:pt x="220395" y="860958"/>
                </a:lnTo>
                <a:lnTo>
                  <a:pt x="277355" y="864006"/>
                </a:lnTo>
                <a:lnTo>
                  <a:pt x="310591" y="862685"/>
                </a:lnTo>
                <a:lnTo>
                  <a:pt x="370598" y="852982"/>
                </a:lnTo>
                <a:lnTo>
                  <a:pt x="421957" y="834123"/>
                </a:lnTo>
                <a:lnTo>
                  <a:pt x="464451" y="807618"/>
                </a:lnTo>
                <a:lnTo>
                  <a:pt x="498119" y="773950"/>
                </a:lnTo>
                <a:lnTo>
                  <a:pt x="523392" y="734225"/>
                </a:lnTo>
                <a:lnTo>
                  <a:pt x="540334" y="688936"/>
                </a:lnTo>
                <a:lnTo>
                  <a:pt x="548728" y="640105"/>
                </a:lnTo>
                <a:lnTo>
                  <a:pt x="549706" y="614476"/>
                </a:lnTo>
                <a:lnTo>
                  <a:pt x="548068" y="582790"/>
                </a:lnTo>
                <a:lnTo>
                  <a:pt x="535724" y="528116"/>
                </a:lnTo>
                <a:lnTo>
                  <a:pt x="512038" y="484466"/>
                </a:lnTo>
                <a:lnTo>
                  <a:pt x="481431" y="448500"/>
                </a:lnTo>
                <a:lnTo>
                  <a:pt x="445020" y="419468"/>
                </a:lnTo>
                <a:lnTo>
                  <a:pt x="405003" y="396240"/>
                </a:lnTo>
                <a:lnTo>
                  <a:pt x="362546" y="378002"/>
                </a:lnTo>
                <a:lnTo>
                  <a:pt x="342138" y="369316"/>
                </a:lnTo>
                <a:lnTo>
                  <a:pt x="303771" y="352158"/>
                </a:lnTo>
                <a:lnTo>
                  <a:pt x="255625" y="324954"/>
                </a:lnTo>
                <a:lnTo>
                  <a:pt x="224409" y="292125"/>
                </a:lnTo>
                <a:lnTo>
                  <a:pt x="218236" y="263156"/>
                </a:lnTo>
                <a:lnTo>
                  <a:pt x="220014" y="245668"/>
                </a:lnTo>
                <a:lnTo>
                  <a:pt x="247573" y="203288"/>
                </a:lnTo>
                <a:lnTo>
                  <a:pt x="296519" y="181470"/>
                </a:lnTo>
                <a:lnTo>
                  <a:pt x="314934" y="179959"/>
                </a:lnTo>
                <a:lnTo>
                  <a:pt x="327799" y="180682"/>
                </a:lnTo>
                <a:lnTo>
                  <a:pt x="364769" y="198729"/>
                </a:lnTo>
                <a:lnTo>
                  <a:pt x="386016" y="240334"/>
                </a:lnTo>
                <a:lnTo>
                  <a:pt x="390956" y="283349"/>
                </a:lnTo>
                <a:lnTo>
                  <a:pt x="391121" y="298386"/>
                </a:lnTo>
                <a:lnTo>
                  <a:pt x="393103" y="304088"/>
                </a:lnTo>
                <a:lnTo>
                  <a:pt x="424307" y="310883"/>
                </a:lnTo>
                <a:lnTo>
                  <a:pt x="456603" y="308571"/>
                </a:lnTo>
                <a:lnTo>
                  <a:pt x="509181" y="290918"/>
                </a:lnTo>
                <a:lnTo>
                  <a:pt x="545426" y="256095"/>
                </a:lnTo>
                <a:lnTo>
                  <a:pt x="563575" y="205447"/>
                </a:lnTo>
                <a:lnTo>
                  <a:pt x="565759" y="174256"/>
                </a:lnTo>
                <a:close/>
              </a:path>
              <a:path w="2438400" h="1121409">
                <a:moveTo>
                  <a:pt x="1185037" y="305968"/>
                </a:moveTo>
                <a:lnTo>
                  <a:pt x="1180630" y="259537"/>
                </a:lnTo>
                <a:lnTo>
                  <a:pt x="1164209" y="220230"/>
                </a:lnTo>
                <a:lnTo>
                  <a:pt x="1131265" y="196329"/>
                </a:lnTo>
                <a:lnTo>
                  <a:pt x="1093495" y="187731"/>
                </a:lnTo>
                <a:lnTo>
                  <a:pt x="1077658" y="186880"/>
                </a:lnTo>
                <a:lnTo>
                  <a:pt x="1060170" y="187071"/>
                </a:lnTo>
                <a:lnTo>
                  <a:pt x="1008926" y="189014"/>
                </a:lnTo>
                <a:lnTo>
                  <a:pt x="991476" y="234315"/>
                </a:lnTo>
                <a:lnTo>
                  <a:pt x="989291" y="311632"/>
                </a:lnTo>
                <a:lnTo>
                  <a:pt x="987958" y="389610"/>
                </a:lnTo>
                <a:lnTo>
                  <a:pt x="987120" y="416242"/>
                </a:lnTo>
                <a:lnTo>
                  <a:pt x="983957" y="469341"/>
                </a:lnTo>
                <a:lnTo>
                  <a:pt x="978712" y="521944"/>
                </a:lnTo>
                <a:lnTo>
                  <a:pt x="970965" y="571525"/>
                </a:lnTo>
                <a:lnTo>
                  <a:pt x="960361" y="615581"/>
                </a:lnTo>
                <a:lnTo>
                  <a:pt x="946099" y="653135"/>
                </a:lnTo>
                <a:lnTo>
                  <a:pt x="916266" y="694702"/>
                </a:lnTo>
                <a:lnTo>
                  <a:pt x="874585" y="710603"/>
                </a:lnTo>
                <a:lnTo>
                  <a:pt x="857199" y="709828"/>
                </a:lnTo>
                <a:lnTo>
                  <a:pt x="816356" y="689724"/>
                </a:lnTo>
                <a:lnTo>
                  <a:pt x="795261" y="645591"/>
                </a:lnTo>
                <a:lnTo>
                  <a:pt x="793229" y="626084"/>
                </a:lnTo>
                <a:lnTo>
                  <a:pt x="793661" y="603973"/>
                </a:lnTo>
                <a:lnTo>
                  <a:pt x="802805" y="306527"/>
                </a:lnTo>
                <a:lnTo>
                  <a:pt x="803186" y="282968"/>
                </a:lnTo>
                <a:lnTo>
                  <a:pt x="796277" y="241198"/>
                </a:lnTo>
                <a:lnTo>
                  <a:pt x="768502" y="204724"/>
                </a:lnTo>
                <a:lnTo>
                  <a:pt x="725398" y="189268"/>
                </a:lnTo>
                <a:lnTo>
                  <a:pt x="695109" y="186867"/>
                </a:lnTo>
                <a:lnTo>
                  <a:pt x="677595" y="187096"/>
                </a:lnTo>
                <a:lnTo>
                  <a:pt x="628700" y="188950"/>
                </a:lnTo>
                <a:lnTo>
                  <a:pt x="608037" y="226441"/>
                </a:lnTo>
                <a:lnTo>
                  <a:pt x="604875" y="291172"/>
                </a:lnTo>
                <a:lnTo>
                  <a:pt x="602716" y="350964"/>
                </a:lnTo>
                <a:lnTo>
                  <a:pt x="600760" y="439585"/>
                </a:lnTo>
                <a:lnTo>
                  <a:pt x="598398" y="515378"/>
                </a:lnTo>
                <a:lnTo>
                  <a:pt x="595541" y="621347"/>
                </a:lnTo>
                <a:lnTo>
                  <a:pt x="595083" y="669442"/>
                </a:lnTo>
                <a:lnTo>
                  <a:pt x="595414" y="689698"/>
                </a:lnTo>
                <a:lnTo>
                  <a:pt x="604088" y="740676"/>
                </a:lnTo>
                <a:lnTo>
                  <a:pt x="627329" y="788377"/>
                </a:lnTo>
                <a:lnTo>
                  <a:pt x="663054" y="826046"/>
                </a:lnTo>
                <a:lnTo>
                  <a:pt x="711009" y="852093"/>
                </a:lnTo>
                <a:lnTo>
                  <a:pt x="754697" y="861733"/>
                </a:lnTo>
                <a:lnTo>
                  <a:pt x="802830" y="863815"/>
                </a:lnTo>
                <a:lnTo>
                  <a:pt x="814717" y="863028"/>
                </a:lnTo>
                <a:lnTo>
                  <a:pt x="863320" y="853071"/>
                </a:lnTo>
                <a:lnTo>
                  <a:pt x="898906" y="837057"/>
                </a:lnTo>
                <a:lnTo>
                  <a:pt x="941222" y="806297"/>
                </a:lnTo>
                <a:lnTo>
                  <a:pt x="970800" y="771588"/>
                </a:lnTo>
                <a:lnTo>
                  <a:pt x="972045" y="780935"/>
                </a:lnTo>
                <a:lnTo>
                  <a:pt x="987907" y="824217"/>
                </a:lnTo>
                <a:lnTo>
                  <a:pt x="1017422" y="849160"/>
                </a:lnTo>
                <a:lnTo>
                  <a:pt x="1065022" y="863028"/>
                </a:lnTo>
                <a:lnTo>
                  <a:pt x="1080490" y="863993"/>
                </a:lnTo>
                <a:lnTo>
                  <a:pt x="1097457" y="863854"/>
                </a:lnTo>
                <a:lnTo>
                  <a:pt x="1154607" y="861695"/>
                </a:lnTo>
                <a:lnTo>
                  <a:pt x="1176299" y="565899"/>
                </a:lnTo>
                <a:lnTo>
                  <a:pt x="1182509" y="410997"/>
                </a:lnTo>
                <a:lnTo>
                  <a:pt x="1185037" y="318249"/>
                </a:lnTo>
                <a:lnTo>
                  <a:pt x="1185037" y="305968"/>
                </a:lnTo>
                <a:close/>
              </a:path>
              <a:path w="2438400" h="1121409">
                <a:moveTo>
                  <a:pt x="1831441" y="513041"/>
                </a:moveTo>
                <a:lnTo>
                  <a:pt x="1831378" y="501954"/>
                </a:lnTo>
                <a:lnTo>
                  <a:pt x="1831289" y="487426"/>
                </a:lnTo>
                <a:lnTo>
                  <a:pt x="1831174" y="468515"/>
                </a:lnTo>
                <a:lnTo>
                  <a:pt x="1826945" y="412813"/>
                </a:lnTo>
                <a:lnTo>
                  <a:pt x="1818436" y="363105"/>
                </a:lnTo>
                <a:lnTo>
                  <a:pt x="1815566" y="353364"/>
                </a:lnTo>
                <a:lnTo>
                  <a:pt x="1815477" y="353060"/>
                </a:lnTo>
                <a:lnTo>
                  <a:pt x="1795703" y="298145"/>
                </a:lnTo>
                <a:lnTo>
                  <a:pt x="1767332" y="252933"/>
                </a:lnTo>
                <a:lnTo>
                  <a:pt x="1734743" y="224332"/>
                </a:lnTo>
                <a:lnTo>
                  <a:pt x="1695589" y="204470"/>
                </a:lnTo>
                <a:lnTo>
                  <a:pt x="1649869" y="193344"/>
                </a:lnTo>
                <a:lnTo>
                  <a:pt x="1619262" y="191960"/>
                </a:lnTo>
                <a:lnTo>
                  <a:pt x="1619262" y="501954"/>
                </a:lnTo>
                <a:lnTo>
                  <a:pt x="1618894" y="549490"/>
                </a:lnTo>
                <a:lnTo>
                  <a:pt x="1613966" y="593686"/>
                </a:lnTo>
                <a:lnTo>
                  <a:pt x="1590509" y="657898"/>
                </a:lnTo>
                <a:lnTo>
                  <a:pt x="1553400" y="696201"/>
                </a:lnTo>
                <a:lnTo>
                  <a:pt x="1507147" y="710184"/>
                </a:lnTo>
                <a:lnTo>
                  <a:pt x="1493558" y="709790"/>
                </a:lnTo>
                <a:lnTo>
                  <a:pt x="1450975" y="690486"/>
                </a:lnTo>
                <a:lnTo>
                  <a:pt x="1424279" y="649427"/>
                </a:lnTo>
                <a:lnTo>
                  <a:pt x="1412951" y="609117"/>
                </a:lnTo>
                <a:lnTo>
                  <a:pt x="1407477" y="564654"/>
                </a:lnTo>
                <a:lnTo>
                  <a:pt x="1406677" y="549490"/>
                </a:lnTo>
                <a:lnTo>
                  <a:pt x="1406906" y="513041"/>
                </a:lnTo>
                <a:lnTo>
                  <a:pt x="1406931" y="507238"/>
                </a:lnTo>
                <a:lnTo>
                  <a:pt x="1418602" y="436397"/>
                </a:lnTo>
                <a:lnTo>
                  <a:pt x="1445387" y="384670"/>
                </a:lnTo>
                <a:lnTo>
                  <a:pt x="1488808" y="357289"/>
                </a:lnTo>
                <a:lnTo>
                  <a:pt x="1516849" y="353060"/>
                </a:lnTo>
                <a:lnTo>
                  <a:pt x="1530985" y="353364"/>
                </a:lnTo>
                <a:lnTo>
                  <a:pt x="1574977" y="370852"/>
                </a:lnTo>
                <a:lnTo>
                  <a:pt x="1601876" y="407924"/>
                </a:lnTo>
                <a:lnTo>
                  <a:pt x="1613103" y="445249"/>
                </a:lnTo>
                <a:lnTo>
                  <a:pt x="1618488" y="487426"/>
                </a:lnTo>
                <a:lnTo>
                  <a:pt x="1619262" y="501954"/>
                </a:lnTo>
                <a:lnTo>
                  <a:pt x="1619262" y="191960"/>
                </a:lnTo>
                <a:lnTo>
                  <a:pt x="1567002" y="193535"/>
                </a:lnTo>
                <a:lnTo>
                  <a:pt x="1513840" y="207213"/>
                </a:lnTo>
                <a:lnTo>
                  <a:pt x="1471320" y="232625"/>
                </a:lnTo>
                <a:lnTo>
                  <a:pt x="1437525" y="272567"/>
                </a:lnTo>
                <a:lnTo>
                  <a:pt x="1423835" y="298145"/>
                </a:lnTo>
                <a:lnTo>
                  <a:pt x="1420964" y="277202"/>
                </a:lnTo>
                <a:lnTo>
                  <a:pt x="1403451" y="231101"/>
                </a:lnTo>
                <a:lnTo>
                  <a:pt x="1372768" y="203339"/>
                </a:lnTo>
                <a:lnTo>
                  <a:pt x="1325892" y="191833"/>
                </a:lnTo>
                <a:lnTo>
                  <a:pt x="1296085" y="191249"/>
                </a:lnTo>
                <a:lnTo>
                  <a:pt x="1237627" y="193344"/>
                </a:lnTo>
                <a:lnTo>
                  <a:pt x="1239393" y="193344"/>
                </a:lnTo>
                <a:lnTo>
                  <a:pt x="1233462" y="194678"/>
                </a:lnTo>
                <a:lnTo>
                  <a:pt x="1225981" y="244703"/>
                </a:lnTo>
                <a:lnTo>
                  <a:pt x="1226070" y="300520"/>
                </a:lnTo>
                <a:lnTo>
                  <a:pt x="1225511" y="331089"/>
                </a:lnTo>
                <a:lnTo>
                  <a:pt x="1223175" y="395655"/>
                </a:lnTo>
                <a:lnTo>
                  <a:pt x="1220279" y="468515"/>
                </a:lnTo>
                <a:lnTo>
                  <a:pt x="1211910" y="667016"/>
                </a:lnTo>
                <a:lnTo>
                  <a:pt x="1210411" y="703605"/>
                </a:lnTo>
                <a:lnTo>
                  <a:pt x="1208697" y="746912"/>
                </a:lnTo>
                <a:lnTo>
                  <a:pt x="1205979" y="818591"/>
                </a:lnTo>
                <a:lnTo>
                  <a:pt x="1203756" y="880579"/>
                </a:lnTo>
                <a:lnTo>
                  <a:pt x="1202169" y="935685"/>
                </a:lnTo>
                <a:lnTo>
                  <a:pt x="1202118" y="937717"/>
                </a:lnTo>
                <a:lnTo>
                  <a:pt x="1201674" y="970699"/>
                </a:lnTo>
                <a:lnTo>
                  <a:pt x="1201559" y="1013688"/>
                </a:lnTo>
                <a:lnTo>
                  <a:pt x="1202359" y="1026756"/>
                </a:lnTo>
                <a:lnTo>
                  <a:pt x="1212113" y="1070711"/>
                </a:lnTo>
                <a:lnTo>
                  <a:pt x="1236357" y="1101229"/>
                </a:lnTo>
                <a:lnTo>
                  <a:pt x="1278661" y="1118108"/>
                </a:lnTo>
                <a:lnTo>
                  <a:pt x="1308658" y="1120851"/>
                </a:lnTo>
                <a:lnTo>
                  <a:pt x="1326159" y="1120698"/>
                </a:lnTo>
                <a:lnTo>
                  <a:pt x="1378966" y="1118806"/>
                </a:lnTo>
                <a:lnTo>
                  <a:pt x="1394269" y="1087653"/>
                </a:lnTo>
                <a:lnTo>
                  <a:pt x="1395120" y="1070711"/>
                </a:lnTo>
                <a:lnTo>
                  <a:pt x="1397241" y="1026896"/>
                </a:lnTo>
                <a:lnTo>
                  <a:pt x="1399768" y="937717"/>
                </a:lnTo>
                <a:lnTo>
                  <a:pt x="1399819" y="935685"/>
                </a:lnTo>
                <a:lnTo>
                  <a:pt x="1400390" y="919403"/>
                </a:lnTo>
                <a:lnTo>
                  <a:pt x="1400898" y="911021"/>
                </a:lnTo>
                <a:lnTo>
                  <a:pt x="1401292" y="903528"/>
                </a:lnTo>
                <a:lnTo>
                  <a:pt x="1401572" y="896912"/>
                </a:lnTo>
                <a:lnTo>
                  <a:pt x="1401737" y="891184"/>
                </a:lnTo>
                <a:lnTo>
                  <a:pt x="1401889" y="884135"/>
                </a:lnTo>
                <a:lnTo>
                  <a:pt x="1402194" y="876096"/>
                </a:lnTo>
                <a:lnTo>
                  <a:pt x="1402816" y="864158"/>
                </a:lnTo>
                <a:lnTo>
                  <a:pt x="1403540" y="851814"/>
                </a:lnTo>
                <a:lnTo>
                  <a:pt x="1404188" y="841844"/>
                </a:lnTo>
                <a:lnTo>
                  <a:pt x="1404924" y="831215"/>
                </a:lnTo>
                <a:lnTo>
                  <a:pt x="1405712" y="819150"/>
                </a:lnTo>
                <a:lnTo>
                  <a:pt x="1406613" y="803871"/>
                </a:lnTo>
                <a:lnTo>
                  <a:pt x="1407541" y="786447"/>
                </a:lnTo>
                <a:lnTo>
                  <a:pt x="1408531" y="766533"/>
                </a:lnTo>
                <a:lnTo>
                  <a:pt x="1420368" y="789368"/>
                </a:lnTo>
                <a:lnTo>
                  <a:pt x="1449527" y="826465"/>
                </a:lnTo>
                <a:lnTo>
                  <a:pt x="1486687" y="851814"/>
                </a:lnTo>
                <a:lnTo>
                  <a:pt x="1536242" y="863536"/>
                </a:lnTo>
                <a:lnTo>
                  <a:pt x="1565935" y="864158"/>
                </a:lnTo>
                <a:lnTo>
                  <a:pt x="1594916" y="861504"/>
                </a:lnTo>
                <a:lnTo>
                  <a:pt x="1649437" y="846632"/>
                </a:lnTo>
                <a:lnTo>
                  <a:pt x="1699069" y="819150"/>
                </a:lnTo>
                <a:lnTo>
                  <a:pt x="1742059" y="779754"/>
                </a:lnTo>
                <a:lnTo>
                  <a:pt x="1777898" y="728726"/>
                </a:lnTo>
                <a:lnTo>
                  <a:pt x="1805292" y="667016"/>
                </a:lnTo>
                <a:lnTo>
                  <a:pt x="1823720" y="594880"/>
                </a:lnTo>
                <a:lnTo>
                  <a:pt x="1828952" y="555155"/>
                </a:lnTo>
                <a:lnTo>
                  <a:pt x="1831441" y="513041"/>
                </a:lnTo>
                <a:close/>
              </a:path>
              <a:path w="2438400" h="1121409">
                <a:moveTo>
                  <a:pt x="2437904" y="357022"/>
                </a:moveTo>
                <a:lnTo>
                  <a:pt x="2437155" y="347091"/>
                </a:lnTo>
                <a:lnTo>
                  <a:pt x="2437053" y="345744"/>
                </a:lnTo>
                <a:lnTo>
                  <a:pt x="2436558" y="339013"/>
                </a:lnTo>
                <a:lnTo>
                  <a:pt x="2423769" y="288836"/>
                </a:lnTo>
                <a:lnTo>
                  <a:pt x="2396579" y="246126"/>
                </a:lnTo>
                <a:lnTo>
                  <a:pt x="2353145" y="213220"/>
                </a:lnTo>
                <a:lnTo>
                  <a:pt x="2314156" y="197815"/>
                </a:lnTo>
                <a:lnTo>
                  <a:pt x="2266492" y="188760"/>
                </a:lnTo>
                <a:lnTo>
                  <a:pt x="2240826" y="187121"/>
                </a:lnTo>
                <a:lnTo>
                  <a:pt x="2237079" y="187121"/>
                </a:lnTo>
                <a:lnTo>
                  <a:pt x="2237079" y="405206"/>
                </a:lnTo>
                <a:lnTo>
                  <a:pt x="2234933" y="425932"/>
                </a:lnTo>
                <a:lnTo>
                  <a:pt x="2213292" y="460400"/>
                </a:lnTo>
                <a:lnTo>
                  <a:pt x="2169668" y="485394"/>
                </a:lnTo>
                <a:lnTo>
                  <a:pt x="2110663" y="499821"/>
                </a:lnTo>
                <a:lnTo>
                  <a:pt x="2075827" y="502983"/>
                </a:lnTo>
                <a:lnTo>
                  <a:pt x="2077351" y="490359"/>
                </a:lnTo>
                <a:lnTo>
                  <a:pt x="2084120" y="450608"/>
                </a:lnTo>
                <a:lnTo>
                  <a:pt x="2095919" y="412038"/>
                </a:lnTo>
                <a:lnTo>
                  <a:pt x="2122322" y="370192"/>
                </a:lnTo>
                <a:lnTo>
                  <a:pt x="2162213" y="347091"/>
                </a:lnTo>
                <a:lnTo>
                  <a:pt x="2174710" y="345744"/>
                </a:lnTo>
                <a:lnTo>
                  <a:pt x="2189111" y="346443"/>
                </a:lnTo>
                <a:lnTo>
                  <a:pt x="2227656" y="372681"/>
                </a:lnTo>
                <a:lnTo>
                  <a:pt x="2237079" y="405206"/>
                </a:lnTo>
                <a:lnTo>
                  <a:pt x="2237079" y="187121"/>
                </a:lnTo>
                <a:lnTo>
                  <a:pt x="2209622" y="187121"/>
                </a:lnTo>
                <a:lnTo>
                  <a:pt x="2172551" y="189699"/>
                </a:lnTo>
                <a:lnTo>
                  <a:pt x="2106688" y="202577"/>
                </a:lnTo>
                <a:lnTo>
                  <a:pt x="2051519" y="225221"/>
                </a:lnTo>
                <a:lnTo>
                  <a:pt x="2005152" y="254609"/>
                </a:lnTo>
                <a:lnTo>
                  <a:pt x="1967166" y="289953"/>
                </a:lnTo>
                <a:lnTo>
                  <a:pt x="1936838" y="329742"/>
                </a:lnTo>
                <a:lnTo>
                  <a:pt x="1913775" y="373214"/>
                </a:lnTo>
                <a:lnTo>
                  <a:pt x="1896300" y="417322"/>
                </a:lnTo>
                <a:lnTo>
                  <a:pt x="1884057" y="461340"/>
                </a:lnTo>
                <a:lnTo>
                  <a:pt x="1876336" y="504228"/>
                </a:lnTo>
                <a:lnTo>
                  <a:pt x="1872716" y="545198"/>
                </a:lnTo>
                <a:lnTo>
                  <a:pt x="1871865" y="563714"/>
                </a:lnTo>
                <a:lnTo>
                  <a:pt x="1871878" y="597700"/>
                </a:lnTo>
                <a:lnTo>
                  <a:pt x="1874583" y="633196"/>
                </a:lnTo>
                <a:lnTo>
                  <a:pt x="1874697" y="634733"/>
                </a:lnTo>
                <a:lnTo>
                  <a:pt x="1889950" y="701103"/>
                </a:lnTo>
                <a:lnTo>
                  <a:pt x="1917065" y="753821"/>
                </a:lnTo>
                <a:lnTo>
                  <a:pt x="1951901" y="795274"/>
                </a:lnTo>
                <a:lnTo>
                  <a:pt x="1993531" y="825995"/>
                </a:lnTo>
                <a:lnTo>
                  <a:pt x="2040407" y="846899"/>
                </a:lnTo>
                <a:lnTo>
                  <a:pt x="2091664" y="858570"/>
                </a:lnTo>
                <a:lnTo>
                  <a:pt x="2143620" y="863333"/>
                </a:lnTo>
                <a:lnTo>
                  <a:pt x="2168614" y="863333"/>
                </a:lnTo>
                <a:lnTo>
                  <a:pt x="2209177" y="860171"/>
                </a:lnTo>
                <a:lnTo>
                  <a:pt x="2249792" y="853465"/>
                </a:lnTo>
                <a:lnTo>
                  <a:pt x="2288959" y="842975"/>
                </a:lnTo>
                <a:lnTo>
                  <a:pt x="2339937" y="819658"/>
                </a:lnTo>
                <a:lnTo>
                  <a:pt x="2377783" y="786409"/>
                </a:lnTo>
                <a:lnTo>
                  <a:pt x="2396299" y="743178"/>
                </a:lnTo>
                <a:lnTo>
                  <a:pt x="2397074" y="726567"/>
                </a:lnTo>
                <a:lnTo>
                  <a:pt x="2395893" y="712838"/>
                </a:lnTo>
                <a:lnTo>
                  <a:pt x="2394597" y="705904"/>
                </a:lnTo>
                <a:lnTo>
                  <a:pt x="2393315" y="698957"/>
                </a:lnTo>
                <a:lnTo>
                  <a:pt x="2370505" y="661416"/>
                </a:lnTo>
                <a:lnTo>
                  <a:pt x="2332558" y="640905"/>
                </a:lnTo>
                <a:lnTo>
                  <a:pt x="2308212" y="636879"/>
                </a:lnTo>
                <a:lnTo>
                  <a:pt x="2295601" y="637311"/>
                </a:lnTo>
                <a:lnTo>
                  <a:pt x="2288794" y="640905"/>
                </a:lnTo>
                <a:lnTo>
                  <a:pt x="2283917" y="647750"/>
                </a:lnTo>
                <a:lnTo>
                  <a:pt x="2280056" y="653072"/>
                </a:lnTo>
                <a:lnTo>
                  <a:pt x="2254466" y="683069"/>
                </a:lnTo>
                <a:lnTo>
                  <a:pt x="2219020" y="702475"/>
                </a:lnTo>
                <a:lnTo>
                  <a:pt x="2191766" y="705904"/>
                </a:lnTo>
                <a:lnTo>
                  <a:pt x="2176957" y="705739"/>
                </a:lnTo>
                <a:lnTo>
                  <a:pt x="2139365" y="697014"/>
                </a:lnTo>
                <a:lnTo>
                  <a:pt x="2104161" y="670966"/>
                </a:lnTo>
                <a:lnTo>
                  <a:pt x="2083358" y="633196"/>
                </a:lnTo>
                <a:lnTo>
                  <a:pt x="2075459" y="597700"/>
                </a:lnTo>
                <a:lnTo>
                  <a:pt x="2085898" y="597242"/>
                </a:lnTo>
                <a:lnTo>
                  <a:pt x="2098344" y="596493"/>
                </a:lnTo>
                <a:lnTo>
                  <a:pt x="2146998" y="592264"/>
                </a:lnTo>
                <a:lnTo>
                  <a:pt x="2184971" y="586257"/>
                </a:lnTo>
                <a:lnTo>
                  <a:pt x="2225776" y="577138"/>
                </a:lnTo>
                <a:lnTo>
                  <a:pt x="2267394" y="564794"/>
                </a:lnTo>
                <a:lnTo>
                  <a:pt x="2308923" y="548894"/>
                </a:lnTo>
                <a:lnTo>
                  <a:pt x="2346985" y="527786"/>
                </a:lnTo>
                <a:lnTo>
                  <a:pt x="2378532" y="502983"/>
                </a:lnTo>
                <a:lnTo>
                  <a:pt x="2407983" y="468541"/>
                </a:lnTo>
                <a:lnTo>
                  <a:pt x="2428024" y="429717"/>
                </a:lnTo>
                <a:lnTo>
                  <a:pt x="2437409" y="383235"/>
                </a:lnTo>
                <a:lnTo>
                  <a:pt x="2437790" y="363131"/>
                </a:lnTo>
                <a:lnTo>
                  <a:pt x="2437904" y="357022"/>
                </a:lnTo>
                <a:close/>
              </a:path>
            </a:pathLst>
          </a:custGeom>
          <a:solidFill>
            <a:srgbClr val="0020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419841" y="5211383"/>
            <a:ext cx="487680" cy="382270"/>
          </a:xfrm>
          <a:custGeom>
            <a:avLst/>
            <a:gdLst/>
            <a:ahLst/>
            <a:cxnLst/>
            <a:rect l="l" t="t" r="r" b="b"/>
            <a:pathLst>
              <a:path w="487680" h="382270">
                <a:moveTo>
                  <a:pt x="298106" y="104"/>
                </a:moveTo>
                <a:lnTo>
                  <a:pt x="84301" y="0"/>
                </a:lnTo>
                <a:lnTo>
                  <a:pt x="24844" y="24665"/>
                </a:lnTo>
                <a:lnTo>
                  <a:pt x="115" y="84081"/>
                </a:lnTo>
                <a:lnTo>
                  <a:pt x="0" y="297771"/>
                </a:lnTo>
                <a:lnTo>
                  <a:pt x="6619" y="330457"/>
                </a:lnTo>
                <a:lnTo>
                  <a:pt x="24677" y="357212"/>
                </a:lnTo>
                <a:lnTo>
                  <a:pt x="51424" y="375289"/>
                </a:lnTo>
                <a:lnTo>
                  <a:pt x="84112" y="381936"/>
                </a:lnTo>
                <a:lnTo>
                  <a:pt x="297917" y="382040"/>
                </a:lnTo>
                <a:lnTo>
                  <a:pt x="330625" y="375424"/>
                </a:lnTo>
                <a:lnTo>
                  <a:pt x="357397" y="357375"/>
                </a:lnTo>
                <a:lnTo>
                  <a:pt x="375484" y="330638"/>
                </a:lnTo>
                <a:lnTo>
                  <a:pt x="382134" y="297959"/>
                </a:lnTo>
                <a:lnTo>
                  <a:pt x="382239" y="79421"/>
                </a:lnTo>
                <a:lnTo>
                  <a:pt x="381820" y="74667"/>
                </a:lnTo>
                <a:lnTo>
                  <a:pt x="381056" y="70029"/>
                </a:lnTo>
                <a:lnTo>
                  <a:pt x="410997" y="48253"/>
                </a:lnTo>
                <a:lnTo>
                  <a:pt x="439122" y="32911"/>
                </a:lnTo>
                <a:lnTo>
                  <a:pt x="464719" y="24976"/>
                </a:lnTo>
                <a:lnTo>
                  <a:pt x="487074" y="25423"/>
                </a:lnTo>
                <a:lnTo>
                  <a:pt x="449778" y="19270"/>
                </a:lnTo>
                <a:lnTo>
                  <a:pt x="411650" y="29010"/>
                </a:lnTo>
                <a:lnTo>
                  <a:pt x="373595" y="51445"/>
                </a:lnTo>
                <a:lnTo>
                  <a:pt x="336517" y="83376"/>
                </a:lnTo>
                <a:lnTo>
                  <a:pt x="301323" y="121604"/>
                </a:lnTo>
                <a:lnTo>
                  <a:pt x="268917" y="162932"/>
                </a:lnTo>
                <a:lnTo>
                  <a:pt x="240206" y="204159"/>
                </a:lnTo>
                <a:lnTo>
                  <a:pt x="216095" y="242089"/>
                </a:lnTo>
                <a:lnTo>
                  <a:pt x="185292" y="295258"/>
                </a:lnTo>
                <a:lnTo>
                  <a:pt x="78960" y="136760"/>
                </a:lnTo>
                <a:lnTo>
                  <a:pt x="178277" y="195041"/>
                </a:lnTo>
                <a:lnTo>
                  <a:pt x="214707" y="151215"/>
                </a:lnTo>
                <a:lnTo>
                  <a:pt x="251649" y="112097"/>
                </a:lnTo>
                <a:lnTo>
                  <a:pt x="288442" y="78012"/>
                </a:lnTo>
                <a:lnTo>
                  <a:pt x="324426" y="49288"/>
                </a:lnTo>
                <a:lnTo>
                  <a:pt x="358941" y="26250"/>
                </a:lnTo>
                <a:lnTo>
                  <a:pt x="346311" y="15391"/>
                </a:lnTo>
                <a:lnTo>
                  <a:pt x="331712" y="7162"/>
                </a:lnTo>
                <a:lnTo>
                  <a:pt x="315518" y="1940"/>
                </a:lnTo>
                <a:lnTo>
                  <a:pt x="298106" y="104"/>
                </a:lnTo>
                <a:close/>
              </a:path>
            </a:pathLst>
          </a:custGeom>
          <a:solidFill>
            <a:srgbClr val="02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89551" y="5214607"/>
            <a:ext cx="1569430" cy="36025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87048" y="5299047"/>
            <a:ext cx="1152386" cy="275811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1042889" y="5902463"/>
            <a:ext cx="487680" cy="382270"/>
          </a:xfrm>
          <a:custGeom>
            <a:avLst/>
            <a:gdLst/>
            <a:ahLst/>
            <a:cxnLst/>
            <a:rect l="l" t="t" r="r" b="b"/>
            <a:pathLst>
              <a:path w="487680" h="382270">
                <a:moveTo>
                  <a:pt x="298106" y="104"/>
                </a:moveTo>
                <a:lnTo>
                  <a:pt x="84301" y="0"/>
                </a:lnTo>
                <a:lnTo>
                  <a:pt x="24844" y="24665"/>
                </a:lnTo>
                <a:lnTo>
                  <a:pt x="115" y="84081"/>
                </a:lnTo>
                <a:lnTo>
                  <a:pt x="0" y="297771"/>
                </a:lnTo>
                <a:lnTo>
                  <a:pt x="6619" y="330457"/>
                </a:lnTo>
                <a:lnTo>
                  <a:pt x="24677" y="357212"/>
                </a:lnTo>
                <a:lnTo>
                  <a:pt x="51424" y="375289"/>
                </a:lnTo>
                <a:lnTo>
                  <a:pt x="84112" y="381936"/>
                </a:lnTo>
                <a:lnTo>
                  <a:pt x="297917" y="382040"/>
                </a:lnTo>
                <a:lnTo>
                  <a:pt x="330625" y="375424"/>
                </a:lnTo>
                <a:lnTo>
                  <a:pt x="357397" y="357375"/>
                </a:lnTo>
                <a:lnTo>
                  <a:pt x="375484" y="330638"/>
                </a:lnTo>
                <a:lnTo>
                  <a:pt x="382134" y="297959"/>
                </a:lnTo>
                <a:lnTo>
                  <a:pt x="382239" y="79421"/>
                </a:lnTo>
                <a:lnTo>
                  <a:pt x="381820" y="74667"/>
                </a:lnTo>
                <a:lnTo>
                  <a:pt x="381056" y="70029"/>
                </a:lnTo>
                <a:lnTo>
                  <a:pt x="410997" y="48253"/>
                </a:lnTo>
                <a:lnTo>
                  <a:pt x="439122" y="32911"/>
                </a:lnTo>
                <a:lnTo>
                  <a:pt x="464719" y="24976"/>
                </a:lnTo>
                <a:lnTo>
                  <a:pt x="487074" y="25423"/>
                </a:lnTo>
                <a:lnTo>
                  <a:pt x="449778" y="19270"/>
                </a:lnTo>
                <a:lnTo>
                  <a:pt x="411650" y="29010"/>
                </a:lnTo>
                <a:lnTo>
                  <a:pt x="373595" y="51445"/>
                </a:lnTo>
                <a:lnTo>
                  <a:pt x="336517" y="83376"/>
                </a:lnTo>
                <a:lnTo>
                  <a:pt x="301323" y="121604"/>
                </a:lnTo>
                <a:lnTo>
                  <a:pt x="268917" y="162932"/>
                </a:lnTo>
                <a:lnTo>
                  <a:pt x="240206" y="204159"/>
                </a:lnTo>
                <a:lnTo>
                  <a:pt x="216095" y="242089"/>
                </a:lnTo>
                <a:lnTo>
                  <a:pt x="185292" y="295258"/>
                </a:lnTo>
                <a:lnTo>
                  <a:pt x="78960" y="136760"/>
                </a:lnTo>
                <a:lnTo>
                  <a:pt x="178277" y="195041"/>
                </a:lnTo>
                <a:lnTo>
                  <a:pt x="214707" y="151215"/>
                </a:lnTo>
                <a:lnTo>
                  <a:pt x="251649" y="112097"/>
                </a:lnTo>
                <a:lnTo>
                  <a:pt x="288442" y="78012"/>
                </a:lnTo>
                <a:lnTo>
                  <a:pt x="324426" y="49288"/>
                </a:lnTo>
                <a:lnTo>
                  <a:pt x="358941" y="26250"/>
                </a:lnTo>
                <a:lnTo>
                  <a:pt x="346311" y="15390"/>
                </a:lnTo>
                <a:lnTo>
                  <a:pt x="331712" y="7158"/>
                </a:lnTo>
                <a:lnTo>
                  <a:pt x="315518" y="1935"/>
                </a:lnTo>
                <a:lnTo>
                  <a:pt x="298106" y="104"/>
                </a:lnTo>
                <a:close/>
              </a:path>
            </a:pathLst>
          </a:custGeom>
          <a:solidFill>
            <a:srgbClr val="02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23254" y="5905686"/>
            <a:ext cx="2608298" cy="916653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12455587" y="3830200"/>
            <a:ext cx="7093584" cy="746125"/>
          </a:xfrm>
          <a:custGeom>
            <a:avLst/>
            <a:gdLst/>
            <a:ahLst/>
            <a:cxnLst/>
            <a:rect l="l" t="t" r="r" b="b"/>
            <a:pathLst>
              <a:path w="7093584" h="746125">
                <a:moveTo>
                  <a:pt x="7009985" y="0"/>
                </a:moveTo>
                <a:lnTo>
                  <a:pt x="83568" y="0"/>
                </a:lnTo>
                <a:lnTo>
                  <a:pt x="51118" y="6593"/>
                </a:lnTo>
                <a:lnTo>
                  <a:pt x="24546" y="24546"/>
                </a:lnTo>
                <a:lnTo>
                  <a:pt x="6593" y="51118"/>
                </a:lnTo>
                <a:lnTo>
                  <a:pt x="0" y="83568"/>
                </a:lnTo>
                <a:lnTo>
                  <a:pt x="0" y="662492"/>
                </a:lnTo>
                <a:lnTo>
                  <a:pt x="6593" y="694938"/>
                </a:lnTo>
                <a:lnTo>
                  <a:pt x="24546" y="721510"/>
                </a:lnTo>
                <a:lnTo>
                  <a:pt x="51118" y="739466"/>
                </a:lnTo>
                <a:lnTo>
                  <a:pt x="83568" y="746061"/>
                </a:lnTo>
                <a:lnTo>
                  <a:pt x="7009985" y="746061"/>
                </a:lnTo>
                <a:lnTo>
                  <a:pt x="7042435" y="739466"/>
                </a:lnTo>
                <a:lnTo>
                  <a:pt x="7069007" y="721510"/>
                </a:lnTo>
                <a:lnTo>
                  <a:pt x="7086960" y="694938"/>
                </a:lnTo>
                <a:lnTo>
                  <a:pt x="7093553" y="662492"/>
                </a:lnTo>
                <a:lnTo>
                  <a:pt x="7093553" y="83568"/>
                </a:lnTo>
                <a:lnTo>
                  <a:pt x="7086960" y="51118"/>
                </a:lnTo>
                <a:lnTo>
                  <a:pt x="7069007" y="24546"/>
                </a:lnTo>
                <a:lnTo>
                  <a:pt x="7042435" y="6593"/>
                </a:lnTo>
                <a:lnTo>
                  <a:pt x="7009985" y="0"/>
                </a:lnTo>
                <a:close/>
              </a:path>
            </a:pathLst>
          </a:custGeom>
          <a:solidFill>
            <a:srgbClr val="00A8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3595601" y="3898466"/>
            <a:ext cx="0" cy="615950"/>
          </a:xfrm>
          <a:custGeom>
            <a:avLst/>
            <a:gdLst/>
            <a:ahLst/>
            <a:cxnLst/>
            <a:rect l="l" t="t" r="r" b="b"/>
            <a:pathLst>
              <a:path h="615950">
                <a:moveTo>
                  <a:pt x="0" y="0"/>
                </a:moveTo>
                <a:lnTo>
                  <a:pt x="0" y="615698"/>
                </a:lnTo>
              </a:path>
            </a:pathLst>
          </a:custGeom>
          <a:ln w="1779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397874" y="3898466"/>
            <a:ext cx="0" cy="615950"/>
          </a:xfrm>
          <a:custGeom>
            <a:avLst/>
            <a:gdLst/>
            <a:ahLst/>
            <a:cxnLst/>
            <a:rect l="l" t="t" r="r" b="b"/>
            <a:pathLst>
              <a:path h="615950">
                <a:moveTo>
                  <a:pt x="0" y="0"/>
                </a:moveTo>
                <a:lnTo>
                  <a:pt x="0" y="615698"/>
                </a:lnTo>
              </a:path>
            </a:pathLst>
          </a:custGeom>
          <a:ln w="1779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7450167" y="3898466"/>
            <a:ext cx="0" cy="615950"/>
          </a:xfrm>
          <a:custGeom>
            <a:avLst/>
            <a:gdLst/>
            <a:ahLst/>
            <a:cxnLst/>
            <a:rect l="l" t="t" r="r" b="b"/>
            <a:pathLst>
              <a:path h="615950">
                <a:moveTo>
                  <a:pt x="0" y="0"/>
                </a:moveTo>
                <a:lnTo>
                  <a:pt x="0" y="615698"/>
                </a:lnTo>
              </a:path>
            </a:pathLst>
          </a:custGeom>
          <a:ln w="1779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8018216" y="4014451"/>
            <a:ext cx="874394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EAN</a:t>
            </a:r>
            <a:r>
              <a:rPr sz="21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14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989304" y="4014451"/>
            <a:ext cx="81661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EAN13</a:t>
            </a:r>
            <a:endParaRPr sz="2150">
              <a:latin typeface="Trebuchet MS"/>
              <a:cs typeface="Trebuchet MS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723519"/>
              </p:ext>
            </p:extLst>
          </p:nvPr>
        </p:nvGraphicFramePr>
        <p:xfrm>
          <a:off x="12445716" y="4661684"/>
          <a:ext cx="7094217" cy="990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8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9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534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500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65" dirty="0">
                          <a:latin typeface="Trebuchet MS"/>
                          <a:cs typeface="Trebuchet MS"/>
                        </a:rPr>
                        <a:t>g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7945" marB="0">
                    <a:lnL w="28575">
                      <a:solidFill>
                        <a:srgbClr val="1C1C1B"/>
                      </a:solidFill>
                      <a:prstDash val="solid"/>
                    </a:lnL>
                    <a:lnR w="1270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24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1C1C1B"/>
                      </a:solidFill>
                      <a:prstDash val="solid"/>
                    </a:lnL>
                    <a:lnR w="1270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7707291393431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1C1C1B"/>
                      </a:solidFill>
                      <a:prstDash val="solid"/>
                    </a:lnL>
                    <a:lnR w="1270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17707291393438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1C1C1B"/>
                      </a:solidFill>
                      <a:prstDash val="solid"/>
                    </a:lnL>
                    <a:lnR w="28575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3000</a:t>
                      </a:r>
                      <a:r>
                        <a:rPr sz="215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65" dirty="0">
                          <a:latin typeface="Trebuchet MS"/>
                          <a:cs typeface="Trebuchet MS"/>
                        </a:rPr>
                        <a:t>g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75565" marB="0">
                    <a:lnL w="28575">
                      <a:solidFill>
                        <a:srgbClr val="1C1C1B"/>
                      </a:solidFill>
                      <a:prstDash val="solid"/>
                    </a:lnL>
                    <a:lnR w="1270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50" dirty="0">
                          <a:latin typeface="Trebuchet MS"/>
                          <a:cs typeface="Trebuchet MS"/>
                        </a:rPr>
                        <a:t>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1C1C1B"/>
                      </a:solidFill>
                      <a:prstDash val="solid"/>
                    </a:lnL>
                    <a:lnR w="1270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7707633434488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1C1C1B"/>
                      </a:solidFill>
                      <a:prstDash val="solid"/>
                    </a:lnL>
                    <a:lnR w="1270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17707633434485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1C1C1B"/>
                      </a:solidFill>
                      <a:prstDash val="solid"/>
                    </a:lnL>
                    <a:lnR w="28575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12663582" y="4014723"/>
            <a:ext cx="6496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65" dirty="0">
                <a:solidFill>
                  <a:srgbClr val="FFFFFF"/>
                </a:solidFill>
                <a:latin typeface="Trebuchet MS"/>
                <a:cs typeface="Trebuchet MS"/>
              </a:rPr>
              <a:t>Cont.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898133" y="3901672"/>
            <a:ext cx="1143000" cy="57848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00330" marR="5080" indent="-88265">
              <a:lnSpc>
                <a:spcPct val="68800"/>
              </a:lnSpc>
              <a:spcBef>
                <a:spcPts val="905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Unidades </a:t>
            </a: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15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Trebuchet MS"/>
                <a:cs typeface="Trebuchet MS"/>
              </a:rPr>
              <a:t>caja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4538827" y="3016998"/>
            <a:ext cx="5005705" cy="634365"/>
          </a:xfrm>
          <a:custGeom>
            <a:avLst/>
            <a:gdLst/>
            <a:ahLst/>
            <a:cxnLst/>
            <a:rect l="l" t="t" r="r" b="b"/>
            <a:pathLst>
              <a:path w="5005705" h="634364">
                <a:moveTo>
                  <a:pt x="4940373" y="633907"/>
                </a:moveTo>
                <a:lnTo>
                  <a:pt x="64699" y="633907"/>
                </a:lnTo>
                <a:lnTo>
                  <a:pt x="39579" y="628801"/>
                </a:lnTo>
                <a:lnTo>
                  <a:pt x="19007" y="614898"/>
                </a:lnTo>
                <a:lnTo>
                  <a:pt x="5105" y="594323"/>
                </a:lnTo>
                <a:lnTo>
                  <a:pt x="0" y="569197"/>
                </a:lnTo>
                <a:lnTo>
                  <a:pt x="0" y="64699"/>
                </a:lnTo>
                <a:lnTo>
                  <a:pt x="5105" y="39575"/>
                </a:lnTo>
                <a:lnTo>
                  <a:pt x="19007" y="19003"/>
                </a:lnTo>
                <a:lnTo>
                  <a:pt x="39579" y="5104"/>
                </a:lnTo>
                <a:lnTo>
                  <a:pt x="64699" y="0"/>
                </a:lnTo>
                <a:lnTo>
                  <a:pt x="4940373" y="0"/>
                </a:lnTo>
                <a:lnTo>
                  <a:pt x="4965498" y="5104"/>
                </a:lnTo>
                <a:lnTo>
                  <a:pt x="4986074" y="19003"/>
                </a:lnTo>
                <a:lnTo>
                  <a:pt x="4999977" y="39575"/>
                </a:lnTo>
                <a:lnTo>
                  <a:pt x="5005083" y="64699"/>
                </a:lnTo>
                <a:lnTo>
                  <a:pt x="5005083" y="569197"/>
                </a:lnTo>
                <a:lnTo>
                  <a:pt x="4999977" y="594323"/>
                </a:lnTo>
                <a:lnTo>
                  <a:pt x="4986074" y="614898"/>
                </a:lnTo>
                <a:lnTo>
                  <a:pt x="4965498" y="628801"/>
                </a:lnTo>
                <a:lnTo>
                  <a:pt x="4940373" y="633907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6604166" y="3152642"/>
            <a:ext cx="74803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0" dirty="0">
                <a:latin typeface="Trebuchet MS"/>
                <a:cs typeface="Trebuchet MS"/>
              </a:rPr>
              <a:t>Limón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2466055" y="3016990"/>
            <a:ext cx="1984375" cy="629285"/>
          </a:xfrm>
          <a:custGeom>
            <a:avLst/>
            <a:gdLst/>
            <a:ahLst/>
            <a:cxnLst/>
            <a:rect l="l" t="t" r="r" b="b"/>
            <a:pathLst>
              <a:path w="1984375" h="629285">
                <a:moveTo>
                  <a:pt x="1943186" y="0"/>
                </a:moveTo>
                <a:lnTo>
                  <a:pt x="40574" y="0"/>
                </a:lnTo>
                <a:lnTo>
                  <a:pt x="24821" y="3202"/>
                </a:lnTo>
                <a:lnTo>
                  <a:pt x="11919" y="11921"/>
                </a:lnTo>
                <a:lnTo>
                  <a:pt x="3201" y="24825"/>
                </a:lnTo>
                <a:lnTo>
                  <a:pt x="0" y="40585"/>
                </a:lnTo>
                <a:lnTo>
                  <a:pt x="0" y="588453"/>
                </a:lnTo>
                <a:lnTo>
                  <a:pt x="3201" y="604212"/>
                </a:lnTo>
                <a:lnTo>
                  <a:pt x="11919" y="617117"/>
                </a:lnTo>
                <a:lnTo>
                  <a:pt x="24821" y="625836"/>
                </a:lnTo>
                <a:lnTo>
                  <a:pt x="40574" y="629038"/>
                </a:lnTo>
                <a:lnTo>
                  <a:pt x="1943186" y="629038"/>
                </a:lnTo>
                <a:lnTo>
                  <a:pt x="1958940" y="625836"/>
                </a:lnTo>
                <a:lnTo>
                  <a:pt x="1971841" y="617117"/>
                </a:lnTo>
                <a:lnTo>
                  <a:pt x="1980559" y="604212"/>
                </a:lnTo>
                <a:lnTo>
                  <a:pt x="1983761" y="588453"/>
                </a:lnTo>
                <a:lnTo>
                  <a:pt x="1983761" y="40585"/>
                </a:lnTo>
                <a:lnTo>
                  <a:pt x="1980559" y="24825"/>
                </a:lnTo>
                <a:lnTo>
                  <a:pt x="1971841" y="11921"/>
                </a:lnTo>
                <a:lnTo>
                  <a:pt x="1958940" y="3202"/>
                </a:lnTo>
                <a:lnTo>
                  <a:pt x="1943186" y="0"/>
                </a:lnTo>
                <a:close/>
              </a:path>
            </a:pathLst>
          </a:custGeom>
          <a:solidFill>
            <a:srgbClr val="00A8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2844943" y="3122789"/>
            <a:ext cx="117538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Fragancia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2555258" y="6467475"/>
            <a:ext cx="4377055" cy="1320800"/>
          </a:xfrm>
          <a:custGeom>
            <a:avLst/>
            <a:gdLst/>
            <a:ahLst/>
            <a:cxnLst/>
            <a:rect l="l" t="t" r="r" b="b"/>
            <a:pathLst>
              <a:path w="4377055" h="1320800">
                <a:moveTo>
                  <a:pt x="575322" y="1005014"/>
                </a:moveTo>
                <a:lnTo>
                  <a:pt x="555066" y="966812"/>
                </a:lnTo>
                <a:lnTo>
                  <a:pt x="481431" y="888415"/>
                </a:lnTo>
                <a:lnTo>
                  <a:pt x="453288" y="859078"/>
                </a:lnTo>
                <a:lnTo>
                  <a:pt x="452475" y="858227"/>
                </a:lnTo>
                <a:lnTo>
                  <a:pt x="452145" y="857694"/>
                </a:lnTo>
                <a:lnTo>
                  <a:pt x="451637" y="857008"/>
                </a:lnTo>
                <a:lnTo>
                  <a:pt x="449846" y="854608"/>
                </a:lnTo>
                <a:lnTo>
                  <a:pt x="448576" y="853668"/>
                </a:lnTo>
                <a:lnTo>
                  <a:pt x="460984" y="831875"/>
                </a:lnTo>
                <a:lnTo>
                  <a:pt x="476046" y="806551"/>
                </a:lnTo>
                <a:lnTo>
                  <a:pt x="477469" y="804976"/>
                </a:lnTo>
                <a:lnTo>
                  <a:pt x="474891" y="802297"/>
                </a:lnTo>
                <a:lnTo>
                  <a:pt x="473227" y="803503"/>
                </a:lnTo>
                <a:lnTo>
                  <a:pt x="460629" y="809815"/>
                </a:lnTo>
                <a:lnTo>
                  <a:pt x="449859" y="816229"/>
                </a:lnTo>
                <a:lnTo>
                  <a:pt x="439547" y="823353"/>
                </a:lnTo>
                <a:lnTo>
                  <a:pt x="429691" y="831164"/>
                </a:lnTo>
                <a:lnTo>
                  <a:pt x="412889" y="846632"/>
                </a:lnTo>
                <a:lnTo>
                  <a:pt x="376174" y="848118"/>
                </a:lnTo>
                <a:lnTo>
                  <a:pt x="133591" y="861352"/>
                </a:lnTo>
                <a:lnTo>
                  <a:pt x="121399" y="861949"/>
                </a:lnTo>
                <a:lnTo>
                  <a:pt x="109321" y="862838"/>
                </a:lnTo>
                <a:lnTo>
                  <a:pt x="44221" y="912342"/>
                </a:lnTo>
                <a:lnTo>
                  <a:pt x="5334" y="951941"/>
                </a:lnTo>
                <a:lnTo>
                  <a:pt x="0" y="957021"/>
                </a:lnTo>
                <a:lnTo>
                  <a:pt x="3238" y="966685"/>
                </a:lnTo>
                <a:lnTo>
                  <a:pt x="3276" y="966812"/>
                </a:lnTo>
                <a:lnTo>
                  <a:pt x="10617" y="967651"/>
                </a:lnTo>
                <a:lnTo>
                  <a:pt x="14935" y="968362"/>
                </a:lnTo>
                <a:lnTo>
                  <a:pt x="20015" y="969695"/>
                </a:lnTo>
                <a:lnTo>
                  <a:pt x="23418" y="965974"/>
                </a:lnTo>
                <a:lnTo>
                  <a:pt x="24371" y="965034"/>
                </a:lnTo>
                <a:lnTo>
                  <a:pt x="79260" y="910170"/>
                </a:lnTo>
                <a:lnTo>
                  <a:pt x="85394" y="903947"/>
                </a:lnTo>
                <a:lnTo>
                  <a:pt x="91846" y="897712"/>
                </a:lnTo>
                <a:lnTo>
                  <a:pt x="255320" y="878141"/>
                </a:lnTo>
                <a:lnTo>
                  <a:pt x="383108" y="869213"/>
                </a:lnTo>
                <a:lnTo>
                  <a:pt x="392849" y="868654"/>
                </a:lnTo>
                <a:lnTo>
                  <a:pt x="381939" y="881989"/>
                </a:lnTo>
                <a:lnTo>
                  <a:pt x="368071" y="900734"/>
                </a:lnTo>
                <a:lnTo>
                  <a:pt x="342112" y="939088"/>
                </a:lnTo>
                <a:lnTo>
                  <a:pt x="317855" y="978471"/>
                </a:lnTo>
                <a:lnTo>
                  <a:pt x="295262" y="1018819"/>
                </a:lnTo>
                <a:lnTo>
                  <a:pt x="274256" y="1060107"/>
                </a:lnTo>
                <a:lnTo>
                  <a:pt x="272237" y="1063726"/>
                </a:lnTo>
                <a:lnTo>
                  <a:pt x="248234" y="1024394"/>
                </a:lnTo>
                <a:lnTo>
                  <a:pt x="218186" y="992771"/>
                </a:lnTo>
                <a:lnTo>
                  <a:pt x="192443" y="984148"/>
                </a:lnTo>
                <a:lnTo>
                  <a:pt x="184010" y="985088"/>
                </a:lnTo>
                <a:lnTo>
                  <a:pt x="175679" y="988275"/>
                </a:lnTo>
                <a:lnTo>
                  <a:pt x="164490" y="997038"/>
                </a:lnTo>
                <a:lnTo>
                  <a:pt x="157340" y="1008646"/>
                </a:lnTo>
                <a:lnTo>
                  <a:pt x="154584" y="1022032"/>
                </a:lnTo>
                <a:lnTo>
                  <a:pt x="156591" y="1036154"/>
                </a:lnTo>
                <a:lnTo>
                  <a:pt x="238658" y="1157655"/>
                </a:lnTo>
                <a:lnTo>
                  <a:pt x="268706" y="1179474"/>
                </a:lnTo>
                <a:lnTo>
                  <a:pt x="279057" y="1179271"/>
                </a:lnTo>
                <a:lnTo>
                  <a:pt x="315010" y="1150848"/>
                </a:lnTo>
                <a:lnTo>
                  <a:pt x="339775" y="1086942"/>
                </a:lnTo>
                <a:lnTo>
                  <a:pt x="348881" y="1063129"/>
                </a:lnTo>
                <a:lnTo>
                  <a:pt x="378637" y="992708"/>
                </a:lnTo>
                <a:lnTo>
                  <a:pt x="400164" y="946581"/>
                </a:lnTo>
                <a:lnTo>
                  <a:pt x="422998" y="901090"/>
                </a:lnTo>
                <a:lnTo>
                  <a:pt x="435495" y="877836"/>
                </a:lnTo>
                <a:lnTo>
                  <a:pt x="461302" y="902957"/>
                </a:lnTo>
                <a:lnTo>
                  <a:pt x="544360" y="985304"/>
                </a:lnTo>
                <a:lnTo>
                  <a:pt x="550989" y="994333"/>
                </a:lnTo>
                <a:lnTo>
                  <a:pt x="551497" y="1003046"/>
                </a:lnTo>
                <a:lnTo>
                  <a:pt x="547065" y="1011377"/>
                </a:lnTo>
                <a:lnTo>
                  <a:pt x="538886" y="1019238"/>
                </a:lnTo>
                <a:lnTo>
                  <a:pt x="506222" y="1049616"/>
                </a:lnTo>
                <a:lnTo>
                  <a:pt x="336473" y="1209535"/>
                </a:lnTo>
                <a:lnTo>
                  <a:pt x="310108" y="1234846"/>
                </a:lnTo>
                <a:lnTo>
                  <a:pt x="286359" y="1258519"/>
                </a:lnTo>
                <a:lnTo>
                  <a:pt x="281635" y="1262100"/>
                </a:lnTo>
                <a:lnTo>
                  <a:pt x="268185" y="1261084"/>
                </a:lnTo>
                <a:lnTo>
                  <a:pt x="263410" y="1256258"/>
                </a:lnTo>
                <a:lnTo>
                  <a:pt x="126720" y="1142085"/>
                </a:lnTo>
                <a:lnTo>
                  <a:pt x="116865" y="1133894"/>
                </a:lnTo>
                <a:lnTo>
                  <a:pt x="112687" y="1133627"/>
                </a:lnTo>
                <a:lnTo>
                  <a:pt x="112687" y="1159878"/>
                </a:lnTo>
                <a:lnTo>
                  <a:pt x="112636" y="1160500"/>
                </a:lnTo>
                <a:lnTo>
                  <a:pt x="112547" y="1161364"/>
                </a:lnTo>
                <a:lnTo>
                  <a:pt x="112687" y="1159878"/>
                </a:lnTo>
                <a:lnTo>
                  <a:pt x="112687" y="1133627"/>
                </a:lnTo>
                <a:lnTo>
                  <a:pt x="111137" y="1133525"/>
                </a:lnTo>
                <a:lnTo>
                  <a:pt x="106807" y="1136586"/>
                </a:lnTo>
                <a:lnTo>
                  <a:pt x="104381" y="1138250"/>
                </a:lnTo>
                <a:lnTo>
                  <a:pt x="101612" y="1140460"/>
                </a:lnTo>
                <a:lnTo>
                  <a:pt x="99301" y="1142250"/>
                </a:lnTo>
                <a:lnTo>
                  <a:pt x="93548" y="1146810"/>
                </a:lnTo>
                <a:lnTo>
                  <a:pt x="93484" y="1155865"/>
                </a:lnTo>
                <a:lnTo>
                  <a:pt x="99199" y="1160500"/>
                </a:lnTo>
                <a:lnTo>
                  <a:pt x="252679" y="1286814"/>
                </a:lnTo>
                <a:lnTo>
                  <a:pt x="260794" y="1292974"/>
                </a:lnTo>
                <a:lnTo>
                  <a:pt x="270586" y="1296758"/>
                </a:lnTo>
                <a:lnTo>
                  <a:pt x="281063" y="1297901"/>
                </a:lnTo>
                <a:lnTo>
                  <a:pt x="291211" y="1296123"/>
                </a:lnTo>
                <a:lnTo>
                  <a:pt x="297662" y="1294066"/>
                </a:lnTo>
                <a:lnTo>
                  <a:pt x="304292" y="1290701"/>
                </a:lnTo>
                <a:lnTo>
                  <a:pt x="308711" y="1284160"/>
                </a:lnTo>
                <a:lnTo>
                  <a:pt x="309422" y="1283385"/>
                </a:lnTo>
                <a:lnTo>
                  <a:pt x="309638" y="1283144"/>
                </a:lnTo>
                <a:lnTo>
                  <a:pt x="312648" y="1279855"/>
                </a:lnTo>
                <a:lnTo>
                  <a:pt x="320319" y="1271803"/>
                </a:lnTo>
                <a:lnTo>
                  <a:pt x="321119" y="1270952"/>
                </a:lnTo>
                <a:lnTo>
                  <a:pt x="325691" y="1266367"/>
                </a:lnTo>
                <a:lnTo>
                  <a:pt x="380809" y="1210348"/>
                </a:lnTo>
                <a:lnTo>
                  <a:pt x="560095" y="1027087"/>
                </a:lnTo>
                <a:lnTo>
                  <a:pt x="569836" y="1016723"/>
                </a:lnTo>
                <a:lnTo>
                  <a:pt x="575322" y="1005014"/>
                </a:lnTo>
                <a:close/>
              </a:path>
              <a:path w="4377055" h="1320800">
                <a:moveTo>
                  <a:pt x="575322" y="202717"/>
                </a:moveTo>
                <a:lnTo>
                  <a:pt x="575297" y="200748"/>
                </a:lnTo>
                <a:lnTo>
                  <a:pt x="575170" y="192036"/>
                </a:lnTo>
                <a:lnTo>
                  <a:pt x="575157" y="190461"/>
                </a:lnTo>
                <a:lnTo>
                  <a:pt x="481431" y="86118"/>
                </a:lnTo>
                <a:lnTo>
                  <a:pt x="453288" y="56781"/>
                </a:lnTo>
                <a:lnTo>
                  <a:pt x="452475" y="55930"/>
                </a:lnTo>
                <a:lnTo>
                  <a:pt x="452145" y="55397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2889" y="44323"/>
                </a:lnTo>
                <a:lnTo>
                  <a:pt x="376174" y="45808"/>
                </a:lnTo>
                <a:lnTo>
                  <a:pt x="133591" y="59055"/>
                </a:lnTo>
                <a:lnTo>
                  <a:pt x="121399" y="59651"/>
                </a:lnTo>
                <a:lnTo>
                  <a:pt x="109321" y="60540"/>
                </a:lnTo>
                <a:lnTo>
                  <a:pt x="44221" y="110045"/>
                </a:lnTo>
                <a:lnTo>
                  <a:pt x="5334" y="149644"/>
                </a:lnTo>
                <a:lnTo>
                  <a:pt x="0" y="154724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47" y="166065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46" y="95415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791"/>
                </a:lnTo>
                <a:lnTo>
                  <a:pt x="317855" y="176174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29"/>
                </a:lnTo>
                <a:lnTo>
                  <a:pt x="248234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77"/>
                </a:lnTo>
                <a:lnTo>
                  <a:pt x="279057" y="376974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32"/>
                </a:lnTo>
                <a:lnTo>
                  <a:pt x="378637" y="190411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89" y="192036"/>
                </a:lnTo>
                <a:lnTo>
                  <a:pt x="551497" y="200748"/>
                </a:lnTo>
                <a:lnTo>
                  <a:pt x="547065" y="209080"/>
                </a:lnTo>
                <a:lnTo>
                  <a:pt x="538886" y="216941"/>
                </a:lnTo>
                <a:lnTo>
                  <a:pt x="506222" y="247319"/>
                </a:lnTo>
                <a:lnTo>
                  <a:pt x="336473" y="407238"/>
                </a:lnTo>
                <a:lnTo>
                  <a:pt x="310108" y="432549"/>
                </a:lnTo>
                <a:lnTo>
                  <a:pt x="286359" y="456222"/>
                </a:lnTo>
                <a:lnTo>
                  <a:pt x="281635" y="459803"/>
                </a:lnTo>
                <a:lnTo>
                  <a:pt x="268185" y="458787"/>
                </a:lnTo>
                <a:lnTo>
                  <a:pt x="263410" y="453961"/>
                </a:lnTo>
                <a:lnTo>
                  <a:pt x="126707" y="339775"/>
                </a:lnTo>
                <a:lnTo>
                  <a:pt x="116865" y="331597"/>
                </a:lnTo>
                <a:lnTo>
                  <a:pt x="112687" y="331330"/>
                </a:lnTo>
                <a:lnTo>
                  <a:pt x="112687" y="357606"/>
                </a:lnTo>
                <a:lnTo>
                  <a:pt x="112636" y="358203"/>
                </a:lnTo>
                <a:lnTo>
                  <a:pt x="112547" y="359054"/>
                </a:lnTo>
                <a:lnTo>
                  <a:pt x="112687" y="357606"/>
                </a:lnTo>
                <a:lnTo>
                  <a:pt x="112687" y="331330"/>
                </a:lnTo>
                <a:lnTo>
                  <a:pt x="111137" y="331228"/>
                </a:lnTo>
                <a:lnTo>
                  <a:pt x="106807" y="334289"/>
                </a:lnTo>
                <a:lnTo>
                  <a:pt x="104381" y="335953"/>
                </a:lnTo>
                <a:lnTo>
                  <a:pt x="101625" y="338162"/>
                </a:lnTo>
                <a:lnTo>
                  <a:pt x="99301" y="339953"/>
                </a:lnTo>
                <a:lnTo>
                  <a:pt x="93548" y="344512"/>
                </a:lnTo>
                <a:lnTo>
                  <a:pt x="93484" y="353568"/>
                </a:lnTo>
                <a:lnTo>
                  <a:pt x="99199" y="358203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92" y="488403"/>
                </a:lnTo>
                <a:lnTo>
                  <a:pt x="308711" y="481863"/>
                </a:lnTo>
                <a:lnTo>
                  <a:pt x="309422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  <a:path w="4377055" h="1320800">
                <a:moveTo>
                  <a:pt x="4376534" y="1027379"/>
                </a:moveTo>
                <a:lnTo>
                  <a:pt x="4376509" y="1025410"/>
                </a:lnTo>
                <a:lnTo>
                  <a:pt x="4376382" y="1016685"/>
                </a:lnTo>
                <a:lnTo>
                  <a:pt x="4376369" y="1015123"/>
                </a:lnTo>
                <a:lnTo>
                  <a:pt x="4282643" y="910767"/>
                </a:lnTo>
                <a:lnTo>
                  <a:pt x="4254500" y="881430"/>
                </a:lnTo>
                <a:lnTo>
                  <a:pt x="4253687" y="880592"/>
                </a:lnTo>
                <a:lnTo>
                  <a:pt x="4253357" y="880046"/>
                </a:lnTo>
                <a:lnTo>
                  <a:pt x="4252849" y="879360"/>
                </a:lnTo>
                <a:lnTo>
                  <a:pt x="4251058" y="876960"/>
                </a:lnTo>
                <a:lnTo>
                  <a:pt x="4249788" y="876020"/>
                </a:lnTo>
                <a:lnTo>
                  <a:pt x="4262196" y="854227"/>
                </a:lnTo>
                <a:lnTo>
                  <a:pt x="4277258" y="828903"/>
                </a:lnTo>
                <a:lnTo>
                  <a:pt x="4278681" y="827328"/>
                </a:lnTo>
                <a:lnTo>
                  <a:pt x="4276102" y="824649"/>
                </a:lnTo>
                <a:lnTo>
                  <a:pt x="4274439" y="825855"/>
                </a:lnTo>
                <a:lnTo>
                  <a:pt x="4261840" y="832167"/>
                </a:lnTo>
                <a:lnTo>
                  <a:pt x="4251071" y="838581"/>
                </a:lnTo>
                <a:lnTo>
                  <a:pt x="4240758" y="845705"/>
                </a:lnTo>
                <a:lnTo>
                  <a:pt x="4230903" y="853516"/>
                </a:lnTo>
                <a:lnTo>
                  <a:pt x="4214101" y="868972"/>
                </a:lnTo>
                <a:lnTo>
                  <a:pt x="4177398" y="870458"/>
                </a:lnTo>
                <a:lnTo>
                  <a:pt x="3934803" y="883704"/>
                </a:lnTo>
                <a:lnTo>
                  <a:pt x="3922611" y="884288"/>
                </a:lnTo>
                <a:lnTo>
                  <a:pt x="3910533" y="885190"/>
                </a:lnTo>
                <a:lnTo>
                  <a:pt x="3845433" y="934694"/>
                </a:lnTo>
                <a:lnTo>
                  <a:pt x="3815384" y="965301"/>
                </a:lnTo>
                <a:lnTo>
                  <a:pt x="3815384" y="971880"/>
                </a:lnTo>
                <a:lnTo>
                  <a:pt x="3814610" y="972604"/>
                </a:lnTo>
                <a:lnTo>
                  <a:pt x="3814483" y="972705"/>
                </a:lnTo>
                <a:lnTo>
                  <a:pt x="3815384" y="971880"/>
                </a:lnTo>
                <a:lnTo>
                  <a:pt x="3815384" y="965301"/>
                </a:lnTo>
                <a:lnTo>
                  <a:pt x="3806545" y="974293"/>
                </a:lnTo>
                <a:lnTo>
                  <a:pt x="3801211" y="979385"/>
                </a:lnTo>
                <a:lnTo>
                  <a:pt x="3804437" y="989037"/>
                </a:lnTo>
                <a:lnTo>
                  <a:pt x="3804475" y="989164"/>
                </a:lnTo>
                <a:lnTo>
                  <a:pt x="3811828" y="990003"/>
                </a:lnTo>
                <a:lnTo>
                  <a:pt x="3816159" y="990714"/>
                </a:lnTo>
                <a:lnTo>
                  <a:pt x="3821226" y="992047"/>
                </a:lnTo>
                <a:lnTo>
                  <a:pt x="3824630" y="988326"/>
                </a:lnTo>
                <a:lnTo>
                  <a:pt x="3825583" y="987386"/>
                </a:lnTo>
                <a:lnTo>
                  <a:pt x="3880459" y="932522"/>
                </a:lnTo>
                <a:lnTo>
                  <a:pt x="3886593" y="926299"/>
                </a:lnTo>
                <a:lnTo>
                  <a:pt x="3893045" y="920064"/>
                </a:lnTo>
                <a:lnTo>
                  <a:pt x="4056532" y="900493"/>
                </a:lnTo>
                <a:lnTo>
                  <a:pt x="4184319" y="891565"/>
                </a:lnTo>
                <a:lnTo>
                  <a:pt x="4194060" y="891006"/>
                </a:lnTo>
                <a:lnTo>
                  <a:pt x="4183138" y="904341"/>
                </a:lnTo>
                <a:lnTo>
                  <a:pt x="4169283" y="923086"/>
                </a:lnTo>
                <a:lnTo>
                  <a:pt x="4143324" y="961453"/>
                </a:lnTo>
                <a:lnTo>
                  <a:pt x="4119067" y="1000823"/>
                </a:lnTo>
                <a:lnTo>
                  <a:pt x="4096474" y="1041171"/>
                </a:lnTo>
                <a:lnTo>
                  <a:pt x="4075468" y="1082459"/>
                </a:lnTo>
                <a:lnTo>
                  <a:pt x="4073448" y="1086078"/>
                </a:lnTo>
                <a:lnTo>
                  <a:pt x="4049433" y="1046746"/>
                </a:lnTo>
                <a:lnTo>
                  <a:pt x="4019397" y="1015123"/>
                </a:lnTo>
                <a:lnTo>
                  <a:pt x="3993654" y="1006500"/>
                </a:lnTo>
                <a:lnTo>
                  <a:pt x="3985222" y="1007440"/>
                </a:lnTo>
                <a:lnTo>
                  <a:pt x="3976890" y="1010640"/>
                </a:lnTo>
                <a:lnTo>
                  <a:pt x="3965702" y="1019403"/>
                </a:lnTo>
                <a:lnTo>
                  <a:pt x="3958552" y="1030998"/>
                </a:lnTo>
                <a:lnTo>
                  <a:pt x="3955796" y="1044397"/>
                </a:lnTo>
                <a:lnTo>
                  <a:pt x="3957790" y="1058506"/>
                </a:lnTo>
                <a:lnTo>
                  <a:pt x="4039857" y="1180007"/>
                </a:lnTo>
                <a:lnTo>
                  <a:pt x="4069918" y="1201826"/>
                </a:lnTo>
                <a:lnTo>
                  <a:pt x="4080268" y="1201623"/>
                </a:lnTo>
                <a:lnTo>
                  <a:pt x="4116222" y="1173213"/>
                </a:lnTo>
                <a:lnTo>
                  <a:pt x="4140987" y="1109294"/>
                </a:lnTo>
                <a:lnTo>
                  <a:pt x="4150093" y="1085481"/>
                </a:lnTo>
                <a:lnTo>
                  <a:pt x="4179849" y="1015060"/>
                </a:lnTo>
                <a:lnTo>
                  <a:pt x="4201376" y="968933"/>
                </a:lnTo>
                <a:lnTo>
                  <a:pt x="4224210" y="923455"/>
                </a:lnTo>
                <a:lnTo>
                  <a:pt x="4236707" y="900188"/>
                </a:lnTo>
                <a:lnTo>
                  <a:pt x="4262513" y="925309"/>
                </a:lnTo>
                <a:lnTo>
                  <a:pt x="4345571" y="1007656"/>
                </a:lnTo>
                <a:lnTo>
                  <a:pt x="4352188" y="1016685"/>
                </a:lnTo>
                <a:lnTo>
                  <a:pt x="4352696" y="1025410"/>
                </a:lnTo>
                <a:lnTo>
                  <a:pt x="4348277" y="1033741"/>
                </a:lnTo>
                <a:lnTo>
                  <a:pt x="4340098" y="1041590"/>
                </a:lnTo>
                <a:lnTo>
                  <a:pt x="4307433" y="1071968"/>
                </a:lnTo>
                <a:lnTo>
                  <a:pt x="4137672" y="1231900"/>
                </a:lnTo>
                <a:lnTo>
                  <a:pt x="4111320" y="1257211"/>
                </a:lnTo>
                <a:lnTo>
                  <a:pt x="4087571" y="1280871"/>
                </a:lnTo>
                <a:lnTo>
                  <a:pt x="4082834" y="1284439"/>
                </a:lnTo>
                <a:lnTo>
                  <a:pt x="4069397" y="1283436"/>
                </a:lnTo>
                <a:lnTo>
                  <a:pt x="4064622" y="1278610"/>
                </a:lnTo>
                <a:lnTo>
                  <a:pt x="3927932" y="1164437"/>
                </a:lnTo>
                <a:lnTo>
                  <a:pt x="3918077" y="1156246"/>
                </a:lnTo>
                <a:lnTo>
                  <a:pt x="3912349" y="1155877"/>
                </a:lnTo>
                <a:lnTo>
                  <a:pt x="3908018" y="1158938"/>
                </a:lnTo>
                <a:lnTo>
                  <a:pt x="3905593" y="1160614"/>
                </a:lnTo>
                <a:lnTo>
                  <a:pt x="3902824" y="1162812"/>
                </a:lnTo>
                <a:lnTo>
                  <a:pt x="3900513" y="1164602"/>
                </a:lnTo>
                <a:lnTo>
                  <a:pt x="3894759" y="1169162"/>
                </a:lnTo>
                <a:lnTo>
                  <a:pt x="3894683" y="1178217"/>
                </a:lnTo>
                <a:lnTo>
                  <a:pt x="3900411" y="1182852"/>
                </a:lnTo>
                <a:lnTo>
                  <a:pt x="4053890" y="1309166"/>
                </a:lnTo>
                <a:lnTo>
                  <a:pt x="4062006" y="1315326"/>
                </a:lnTo>
                <a:lnTo>
                  <a:pt x="4071797" y="1319110"/>
                </a:lnTo>
                <a:lnTo>
                  <a:pt x="4082275" y="1320253"/>
                </a:lnTo>
                <a:lnTo>
                  <a:pt x="4092422" y="1318475"/>
                </a:lnTo>
                <a:lnTo>
                  <a:pt x="4098874" y="1316418"/>
                </a:lnTo>
                <a:lnTo>
                  <a:pt x="4105491" y="1313053"/>
                </a:lnTo>
                <a:lnTo>
                  <a:pt x="4110444" y="1305737"/>
                </a:lnTo>
                <a:lnTo>
                  <a:pt x="4109948" y="1306487"/>
                </a:lnTo>
                <a:lnTo>
                  <a:pt x="4110621" y="1305737"/>
                </a:lnTo>
                <a:lnTo>
                  <a:pt x="4110850" y="1305496"/>
                </a:lnTo>
                <a:lnTo>
                  <a:pt x="4113860" y="1302207"/>
                </a:lnTo>
                <a:lnTo>
                  <a:pt x="4121531" y="1294155"/>
                </a:lnTo>
                <a:lnTo>
                  <a:pt x="4122331" y="1293317"/>
                </a:lnTo>
                <a:lnTo>
                  <a:pt x="4126903" y="1288719"/>
                </a:lnTo>
                <a:lnTo>
                  <a:pt x="4361307" y="1049439"/>
                </a:lnTo>
                <a:lnTo>
                  <a:pt x="4371048" y="1039088"/>
                </a:lnTo>
                <a:lnTo>
                  <a:pt x="4376534" y="1027379"/>
                </a:lnTo>
                <a:close/>
              </a:path>
              <a:path w="4377055" h="1320800">
                <a:moveTo>
                  <a:pt x="4376534" y="202730"/>
                </a:moveTo>
                <a:lnTo>
                  <a:pt x="4376509" y="200761"/>
                </a:lnTo>
                <a:lnTo>
                  <a:pt x="4376382" y="192036"/>
                </a:lnTo>
                <a:lnTo>
                  <a:pt x="4376369" y="190474"/>
                </a:lnTo>
                <a:lnTo>
                  <a:pt x="4282643" y="86118"/>
                </a:lnTo>
                <a:lnTo>
                  <a:pt x="4254500" y="56781"/>
                </a:lnTo>
                <a:lnTo>
                  <a:pt x="4253687" y="55930"/>
                </a:lnTo>
                <a:lnTo>
                  <a:pt x="4253357" y="55397"/>
                </a:lnTo>
                <a:lnTo>
                  <a:pt x="4252849" y="54711"/>
                </a:lnTo>
                <a:lnTo>
                  <a:pt x="4251058" y="52311"/>
                </a:lnTo>
                <a:lnTo>
                  <a:pt x="4249788" y="51371"/>
                </a:lnTo>
                <a:lnTo>
                  <a:pt x="4262196" y="29578"/>
                </a:lnTo>
                <a:lnTo>
                  <a:pt x="4277258" y="4254"/>
                </a:lnTo>
                <a:lnTo>
                  <a:pt x="4278681" y="2679"/>
                </a:lnTo>
                <a:lnTo>
                  <a:pt x="4276102" y="0"/>
                </a:lnTo>
                <a:lnTo>
                  <a:pt x="4274439" y="1206"/>
                </a:lnTo>
                <a:lnTo>
                  <a:pt x="4261840" y="7518"/>
                </a:lnTo>
                <a:lnTo>
                  <a:pt x="4251071" y="13931"/>
                </a:lnTo>
                <a:lnTo>
                  <a:pt x="4240758" y="21056"/>
                </a:lnTo>
                <a:lnTo>
                  <a:pt x="4230903" y="28867"/>
                </a:lnTo>
                <a:lnTo>
                  <a:pt x="4214088" y="44323"/>
                </a:lnTo>
                <a:lnTo>
                  <a:pt x="4177398" y="45808"/>
                </a:lnTo>
                <a:lnTo>
                  <a:pt x="3934803" y="59055"/>
                </a:lnTo>
                <a:lnTo>
                  <a:pt x="3922611" y="59639"/>
                </a:lnTo>
                <a:lnTo>
                  <a:pt x="3910533" y="60540"/>
                </a:lnTo>
                <a:lnTo>
                  <a:pt x="3870134" y="85369"/>
                </a:lnTo>
                <a:lnTo>
                  <a:pt x="3870134" y="96672"/>
                </a:lnTo>
                <a:lnTo>
                  <a:pt x="3815384" y="147231"/>
                </a:lnTo>
                <a:lnTo>
                  <a:pt x="3814610" y="147955"/>
                </a:lnTo>
                <a:lnTo>
                  <a:pt x="3815384" y="147231"/>
                </a:lnTo>
                <a:lnTo>
                  <a:pt x="3815588" y="147027"/>
                </a:lnTo>
                <a:lnTo>
                  <a:pt x="3870134" y="96672"/>
                </a:lnTo>
                <a:lnTo>
                  <a:pt x="3870134" y="85369"/>
                </a:lnTo>
                <a:lnTo>
                  <a:pt x="3845433" y="110045"/>
                </a:lnTo>
                <a:lnTo>
                  <a:pt x="3806545" y="149644"/>
                </a:lnTo>
                <a:lnTo>
                  <a:pt x="3801211" y="154724"/>
                </a:lnTo>
                <a:lnTo>
                  <a:pt x="3804437" y="164388"/>
                </a:lnTo>
                <a:lnTo>
                  <a:pt x="3804475" y="164515"/>
                </a:lnTo>
                <a:lnTo>
                  <a:pt x="3811828" y="165354"/>
                </a:lnTo>
                <a:lnTo>
                  <a:pt x="3816159" y="166065"/>
                </a:lnTo>
                <a:lnTo>
                  <a:pt x="3821226" y="167398"/>
                </a:lnTo>
                <a:lnTo>
                  <a:pt x="3824630" y="163677"/>
                </a:lnTo>
                <a:lnTo>
                  <a:pt x="3825583" y="162737"/>
                </a:lnTo>
                <a:lnTo>
                  <a:pt x="3880459" y="107873"/>
                </a:lnTo>
                <a:lnTo>
                  <a:pt x="3886593" y="101650"/>
                </a:lnTo>
                <a:lnTo>
                  <a:pt x="3893045" y="95415"/>
                </a:lnTo>
                <a:lnTo>
                  <a:pt x="4056532" y="75844"/>
                </a:lnTo>
                <a:lnTo>
                  <a:pt x="4184319" y="66916"/>
                </a:lnTo>
                <a:lnTo>
                  <a:pt x="4194060" y="66357"/>
                </a:lnTo>
                <a:lnTo>
                  <a:pt x="4183138" y="79692"/>
                </a:lnTo>
                <a:lnTo>
                  <a:pt x="4169283" y="98437"/>
                </a:lnTo>
                <a:lnTo>
                  <a:pt x="4143324" y="136791"/>
                </a:lnTo>
                <a:lnTo>
                  <a:pt x="4119067" y="176174"/>
                </a:lnTo>
                <a:lnTo>
                  <a:pt x="4096474" y="216522"/>
                </a:lnTo>
                <a:lnTo>
                  <a:pt x="4075468" y="257810"/>
                </a:lnTo>
                <a:lnTo>
                  <a:pt x="4073448" y="261429"/>
                </a:lnTo>
                <a:lnTo>
                  <a:pt x="4049433" y="222097"/>
                </a:lnTo>
                <a:lnTo>
                  <a:pt x="4019397" y="190474"/>
                </a:lnTo>
                <a:lnTo>
                  <a:pt x="3993654" y="181851"/>
                </a:lnTo>
                <a:lnTo>
                  <a:pt x="3985222" y="182791"/>
                </a:lnTo>
                <a:lnTo>
                  <a:pt x="3976890" y="185978"/>
                </a:lnTo>
                <a:lnTo>
                  <a:pt x="3965702" y="194741"/>
                </a:lnTo>
                <a:lnTo>
                  <a:pt x="3958552" y="206349"/>
                </a:lnTo>
                <a:lnTo>
                  <a:pt x="3955796" y="219735"/>
                </a:lnTo>
                <a:lnTo>
                  <a:pt x="3957790" y="233857"/>
                </a:lnTo>
                <a:lnTo>
                  <a:pt x="4039857" y="355358"/>
                </a:lnTo>
                <a:lnTo>
                  <a:pt x="4069918" y="377177"/>
                </a:lnTo>
                <a:lnTo>
                  <a:pt x="4080268" y="376974"/>
                </a:lnTo>
                <a:lnTo>
                  <a:pt x="4116222" y="348551"/>
                </a:lnTo>
                <a:lnTo>
                  <a:pt x="4140987" y="284645"/>
                </a:lnTo>
                <a:lnTo>
                  <a:pt x="4150093" y="260832"/>
                </a:lnTo>
                <a:lnTo>
                  <a:pt x="4179849" y="190411"/>
                </a:lnTo>
                <a:lnTo>
                  <a:pt x="4201376" y="144284"/>
                </a:lnTo>
                <a:lnTo>
                  <a:pt x="4224210" y="98793"/>
                </a:lnTo>
                <a:lnTo>
                  <a:pt x="4236707" y="75539"/>
                </a:lnTo>
                <a:lnTo>
                  <a:pt x="4262513" y="100660"/>
                </a:lnTo>
                <a:lnTo>
                  <a:pt x="4345571" y="183007"/>
                </a:lnTo>
                <a:lnTo>
                  <a:pt x="4352188" y="192036"/>
                </a:lnTo>
                <a:lnTo>
                  <a:pt x="4352696" y="200761"/>
                </a:lnTo>
                <a:lnTo>
                  <a:pt x="4348277" y="209080"/>
                </a:lnTo>
                <a:lnTo>
                  <a:pt x="4340098" y="216941"/>
                </a:lnTo>
                <a:lnTo>
                  <a:pt x="4307433" y="247319"/>
                </a:lnTo>
                <a:lnTo>
                  <a:pt x="4137672" y="407250"/>
                </a:lnTo>
                <a:lnTo>
                  <a:pt x="4111320" y="432549"/>
                </a:lnTo>
                <a:lnTo>
                  <a:pt x="4087571" y="456222"/>
                </a:lnTo>
                <a:lnTo>
                  <a:pt x="4082834" y="459790"/>
                </a:lnTo>
                <a:lnTo>
                  <a:pt x="4069397" y="458787"/>
                </a:lnTo>
                <a:lnTo>
                  <a:pt x="4064622" y="453961"/>
                </a:lnTo>
                <a:lnTo>
                  <a:pt x="3927932" y="339775"/>
                </a:lnTo>
                <a:lnTo>
                  <a:pt x="3918077" y="331597"/>
                </a:lnTo>
                <a:lnTo>
                  <a:pt x="3912349" y="331228"/>
                </a:lnTo>
                <a:lnTo>
                  <a:pt x="3908018" y="334289"/>
                </a:lnTo>
                <a:lnTo>
                  <a:pt x="3905593" y="335953"/>
                </a:lnTo>
                <a:lnTo>
                  <a:pt x="3902824" y="338162"/>
                </a:lnTo>
                <a:lnTo>
                  <a:pt x="3900513" y="339953"/>
                </a:lnTo>
                <a:lnTo>
                  <a:pt x="3894759" y="344512"/>
                </a:lnTo>
                <a:lnTo>
                  <a:pt x="3894683" y="353568"/>
                </a:lnTo>
                <a:lnTo>
                  <a:pt x="3900411" y="358203"/>
                </a:lnTo>
                <a:lnTo>
                  <a:pt x="4053890" y="484517"/>
                </a:lnTo>
                <a:lnTo>
                  <a:pt x="4062006" y="490677"/>
                </a:lnTo>
                <a:lnTo>
                  <a:pt x="4071797" y="494461"/>
                </a:lnTo>
                <a:lnTo>
                  <a:pt x="4082275" y="495604"/>
                </a:lnTo>
                <a:lnTo>
                  <a:pt x="4092422" y="493826"/>
                </a:lnTo>
                <a:lnTo>
                  <a:pt x="4098874" y="491769"/>
                </a:lnTo>
                <a:lnTo>
                  <a:pt x="4105491" y="488403"/>
                </a:lnTo>
                <a:lnTo>
                  <a:pt x="4109948" y="481825"/>
                </a:lnTo>
                <a:lnTo>
                  <a:pt x="4110621" y="481088"/>
                </a:lnTo>
                <a:lnTo>
                  <a:pt x="4110850" y="480847"/>
                </a:lnTo>
                <a:lnTo>
                  <a:pt x="4113860" y="477558"/>
                </a:lnTo>
                <a:lnTo>
                  <a:pt x="4121531" y="469506"/>
                </a:lnTo>
                <a:lnTo>
                  <a:pt x="4122331" y="468668"/>
                </a:lnTo>
                <a:lnTo>
                  <a:pt x="4126903" y="464070"/>
                </a:lnTo>
                <a:lnTo>
                  <a:pt x="4361307" y="224790"/>
                </a:lnTo>
                <a:lnTo>
                  <a:pt x="4371048" y="214426"/>
                </a:lnTo>
                <a:lnTo>
                  <a:pt x="4376534" y="202730"/>
                </a:lnTo>
                <a:close/>
              </a:path>
            </a:pathLst>
          </a:custGeom>
          <a:solidFill>
            <a:srgbClr val="00A8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942106" y="4563203"/>
            <a:ext cx="1193800" cy="4721860"/>
          </a:xfrm>
          <a:custGeom>
            <a:avLst/>
            <a:gdLst/>
            <a:ahLst/>
            <a:cxnLst/>
            <a:rect l="l" t="t" r="r" b="b"/>
            <a:pathLst>
              <a:path w="1193800" h="4721859">
                <a:moveTo>
                  <a:pt x="596840" y="0"/>
                </a:moveTo>
                <a:lnTo>
                  <a:pt x="547890" y="1978"/>
                </a:lnTo>
                <a:lnTo>
                  <a:pt x="500030" y="7811"/>
                </a:lnTo>
                <a:lnTo>
                  <a:pt x="453413" y="17345"/>
                </a:lnTo>
                <a:lnTo>
                  <a:pt x="408193" y="30426"/>
                </a:lnTo>
                <a:lnTo>
                  <a:pt x="364524" y="46901"/>
                </a:lnTo>
                <a:lnTo>
                  <a:pt x="322558" y="66616"/>
                </a:lnTo>
                <a:lnTo>
                  <a:pt x="282451" y="89418"/>
                </a:lnTo>
                <a:lnTo>
                  <a:pt x="244355" y="115152"/>
                </a:lnTo>
                <a:lnTo>
                  <a:pt x="208424" y="143666"/>
                </a:lnTo>
                <a:lnTo>
                  <a:pt x="174811" y="174806"/>
                </a:lnTo>
                <a:lnTo>
                  <a:pt x="143670" y="208418"/>
                </a:lnTo>
                <a:lnTo>
                  <a:pt x="115156" y="244348"/>
                </a:lnTo>
                <a:lnTo>
                  <a:pt x="89420" y="282443"/>
                </a:lnTo>
                <a:lnTo>
                  <a:pt x="66618" y="322550"/>
                </a:lnTo>
                <a:lnTo>
                  <a:pt x="46903" y="364515"/>
                </a:lnTo>
                <a:lnTo>
                  <a:pt x="30427" y="408184"/>
                </a:lnTo>
                <a:lnTo>
                  <a:pt x="17345" y="453403"/>
                </a:lnTo>
                <a:lnTo>
                  <a:pt x="7811" y="500020"/>
                </a:lnTo>
                <a:lnTo>
                  <a:pt x="1978" y="547880"/>
                </a:lnTo>
                <a:lnTo>
                  <a:pt x="0" y="596829"/>
                </a:lnTo>
                <a:lnTo>
                  <a:pt x="0" y="4124502"/>
                </a:lnTo>
                <a:lnTo>
                  <a:pt x="1978" y="4173452"/>
                </a:lnTo>
                <a:lnTo>
                  <a:pt x="7811" y="4221312"/>
                </a:lnTo>
                <a:lnTo>
                  <a:pt x="17345" y="4267929"/>
                </a:lnTo>
                <a:lnTo>
                  <a:pt x="30427" y="4313149"/>
                </a:lnTo>
                <a:lnTo>
                  <a:pt x="46903" y="4356818"/>
                </a:lnTo>
                <a:lnTo>
                  <a:pt x="66618" y="4398784"/>
                </a:lnTo>
                <a:lnTo>
                  <a:pt x="89420" y="4438891"/>
                </a:lnTo>
                <a:lnTo>
                  <a:pt x="115156" y="4476987"/>
                </a:lnTo>
                <a:lnTo>
                  <a:pt x="143670" y="4512919"/>
                </a:lnTo>
                <a:lnTo>
                  <a:pt x="174811" y="4546531"/>
                </a:lnTo>
                <a:lnTo>
                  <a:pt x="208424" y="4577672"/>
                </a:lnTo>
                <a:lnTo>
                  <a:pt x="244355" y="4606186"/>
                </a:lnTo>
                <a:lnTo>
                  <a:pt x="282451" y="4631922"/>
                </a:lnTo>
                <a:lnTo>
                  <a:pt x="322558" y="4654724"/>
                </a:lnTo>
                <a:lnTo>
                  <a:pt x="364524" y="4674440"/>
                </a:lnTo>
                <a:lnTo>
                  <a:pt x="408193" y="4690915"/>
                </a:lnTo>
                <a:lnTo>
                  <a:pt x="453413" y="4703997"/>
                </a:lnTo>
                <a:lnTo>
                  <a:pt x="500030" y="4713531"/>
                </a:lnTo>
                <a:lnTo>
                  <a:pt x="547890" y="4719364"/>
                </a:lnTo>
                <a:lnTo>
                  <a:pt x="596840" y="4721343"/>
                </a:lnTo>
                <a:lnTo>
                  <a:pt x="645790" y="4719364"/>
                </a:lnTo>
                <a:lnTo>
                  <a:pt x="693650" y="4713531"/>
                </a:lnTo>
                <a:lnTo>
                  <a:pt x="740267" y="4703997"/>
                </a:lnTo>
                <a:lnTo>
                  <a:pt x="785487" y="4690915"/>
                </a:lnTo>
                <a:lnTo>
                  <a:pt x="829156" y="4674440"/>
                </a:lnTo>
                <a:lnTo>
                  <a:pt x="871121" y="4654724"/>
                </a:lnTo>
                <a:lnTo>
                  <a:pt x="911229" y="4631922"/>
                </a:lnTo>
                <a:lnTo>
                  <a:pt x="949325" y="4606186"/>
                </a:lnTo>
                <a:lnTo>
                  <a:pt x="985256" y="4577672"/>
                </a:lnTo>
                <a:lnTo>
                  <a:pt x="1018869" y="4546531"/>
                </a:lnTo>
                <a:lnTo>
                  <a:pt x="1050009" y="4512919"/>
                </a:lnTo>
                <a:lnTo>
                  <a:pt x="1078524" y="4476987"/>
                </a:lnTo>
                <a:lnTo>
                  <a:pt x="1104259" y="4438891"/>
                </a:lnTo>
                <a:lnTo>
                  <a:pt x="1127062" y="4398784"/>
                </a:lnTo>
                <a:lnTo>
                  <a:pt x="1146777" y="4356818"/>
                </a:lnTo>
                <a:lnTo>
                  <a:pt x="1163253" y="4313149"/>
                </a:lnTo>
                <a:lnTo>
                  <a:pt x="1176335" y="4267929"/>
                </a:lnTo>
                <a:lnTo>
                  <a:pt x="1185869" y="4221312"/>
                </a:lnTo>
                <a:lnTo>
                  <a:pt x="1191702" y="4173452"/>
                </a:lnTo>
                <a:lnTo>
                  <a:pt x="1193680" y="4124502"/>
                </a:lnTo>
                <a:lnTo>
                  <a:pt x="1193680" y="596829"/>
                </a:lnTo>
                <a:lnTo>
                  <a:pt x="1191702" y="547880"/>
                </a:lnTo>
                <a:lnTo>
                  <a:pt x="1185869" y="500020"/>
                </a:lnTo>
                <a:lnTo>
                  <a:pt x="1176335" y="453403"/>
                </a:lnTo>
                <a:lnTo>
                  <a:pt x="1163253" y="408184"/>
                </a:lnTo>
                <a:lnTo>
                  <a:pt x="1146777" y="364515"/>
                </a:lnTo>
                <a:lnTo>
                  <a:pt x="1127062" y="322550"/>
                </a:lnTo>
                <a:lnTo>
                  <a:pt x="1104259" y="282443"/>
                </a:lnTo>
                <a:lnTo>
                  <a:pt x="1078524" y="244348"/>
                </a:lnTo>
                <a:lnTo>
                  <a:pt x="1050009" y="208418"/>
                </a:lnTo>
                <a:lnTo>
                  <a:pt x="1018869" y="174806"/>
                </a:lnTo>
                <a:lnTo>
                  <a:pt x="985256" y="143666"/>
                </a:lnTo>
                <a:lnTo>
                  <a:pt x="949325" y="115152"/>
                </a:lnTo>
                <a:lnTo>
                  <a:pt x="911229" y="89418"/>
                </a:lnTo>
                <a:lnTo>
                  <a:pt x="871121" y="66616"/>
                </a:lnTo>
                <a:lnTo>
                  <a:pt x="829156" y="46901"/>
                </a:lnTo>
                <a:lnTo>
                  <a:pt x="785487" y="30426"/>
                </a:lnTo>
                <a:lnTo>
                  <a:pt x="740267" y="17345"/>
                </a:lnTo>
                <a:lnTo>
                  <a:pt x="693650" y="7811"/>
                </a:lnTo>
                <a:lnTo>
                  <a:pt x="645790" y="1978"/>
                </a:lnTo>
                <a:lnTo>
                  <a:pt x="596840" y="0"/>
                </a:lnTo>
                <a:close/>
              </a:path>
            </a:pathLst>
          </a:custGeom>
          <a:solidFill>
            <a:srgbClr val="02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object 4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338773" y="3212467"/>
            <a:ext cx="2369770" cy="2369770"/>
          </a:xfrm>
          <a:prstGeom prst="rect">
            <a:avLst/>
          </a:prstGeom>
        </p:spPr>
      </p:pic>
      <p:sp>
        <p:nvSpPr>
          <p:cNvPr id="49" name="object 49"/>
          <p:cNvSpPr/>
          <p:nvPr/>
        </p:nvSpPr>
        <p:spPr>
          <a:xfrm>
            <a:off x="9486622" y="3319270"/>
            <a:ext cx="2115185" cy="2115185"/>
          </a:xfrm>
          <a:custGeom>
            <a:avLst/>
            <a:gdLst/>
            <a:ahLst/>
            <a:cxnLst/>
            <a:rect l="l" t="t" r="r" b="b"/>
            <a:pathLst>
              <a:path w="2115184" h="2115185">
                <a:moveTo>
                  <a:pt x="1057559" y="0"/>
                </a:moveTo>
                <a:lnTo>
                  <a:pt x="1009150" y="1088"/>
                </a:lnTo>
                <a:lnTo>
                  <a:pt x="961299" y="4321"/>
                </a:lnTo>
                <a:lnTo>
                  <a:pt x="914054" y="9654"/>
                </a:lnTo>
                <a:lnTo>
                  <a:pt x="867461" y="17038"/>
                </a:lnTo>
                <a:lnTo>
                  <a:pt x="821566" y="26428"/>
                </a:lnTo>
                <a:lnTo>
                  <a:pt x="776417" y="37776"/>
                </a:lnTo>
                <a:lnTo>
                  <a:pt x="732060" y="51037"/>
                </a:lnTo>
                <a:lnTo>
                  <a:pt x="688541" y="66163"/>
                </a:lnTo>
                <a:lnTo>
                  <a:pt x="645908" y="83107"/>
                </a:lnTo>
                <a:lnTo>
                  <a:pt x="604207" y="101824"/>
                </a:lnTo>
                <a:lnTo>
                  <a:pt x="563484" y="122266"/>
                </a:lnTo>
                <a:lnTo>
                  <a:pt x="523787" y="144387"/>
                </a:lnTo>
                <a:lnTo>
                  <a:pt x="485162" y="168140"/>
                </a:lnTo>
                <a:lnTo>
                  <a:pt x="447656" y="193478"/>
                </a:lnTo>
                <a:lnTo>
                  <a:pt x="411315" y="220355"/>
                </a:lnTo>
                <a:lnTo>
                  <a:pt x="376186" y="248723"/>
                </a:lnTo>
                <a:lnTo>
                  <a:pt x="342315" y="278538"/>
                </a:lnTo>
                <a:lnTo>
                  <a:pt x="309751" y="309751"/>
                </a:lnTo>
                <a:lnTo>
                  <a:pt x="278538" y="342315"/>
                </a:lnTo>
                <a:lnTo>
                  <a:pt x="248723" y="376186"/>
                </a:lnTo>
                <a:lnTo>
                  <a:pt x="220355" y="411315"/>
                </a:lnTo>
                <a:lnTo>
                  <a:pt x="193478" y="447656"/>
                </a:lnTo>
                <a:lnTo>
                  <a:pt x="168140" y="485162"/>
                </a:lnTo>
                <a:lnTo>
                  <a:pt x="144387" y="523787"/>
                </a:lnTo>
                <a:lnTo>
                  <a:pt x="122266" y="563484"/>
                </a:lnTo>
                <a:lnTo>
                  <a:pt x="101824" y="604207"/>
                </a:lnTo>
                <a:lnTo>
                  <a:pt x="83107" y="645908"/>
                </a:lnTo>
                <a:lnTo>
                  <a:pt x="66163" y="688541"/>
                </a:lnTo>
                <a:lnTo>
                  <a:pt x="51037" y="732060"/>
                </a:lnTo>
                <a:lnTo>
                  <a:pt x="37776" y="776417"/>
                </a:lnTo>
                <a:lnTo>
                  <a:pt x="26428" y="821566"/>
                </a:lnTo>
                <a:lnTo>
                  <a:pt x="17038" y="867461"/>
                </a:lnTo>
                <a:lnTo>
                  <a:pt x="9654" y="914054"/>
                </a:lnTo>
                <a:lnTo>
                  <a:pt x="4321" y="961299"/>
                </a:lnTo>
                <a:lnTo>
                  <a:pt x="1088" y="1009150"/>
                </a:lnTo>
                <a:lnTo>
                  <a:pt x="0" y="1057559"/>
                </a:lnTo>
                <a:lnTo>
                  <a:pt x="1088" y="1105968"/>
                </a:lnTo>
                <a:lnTo>
                  <a:pt x="4321" y="1153819"/>
                </a:lnTo>
                <a:lnTo>
                  <a:pt x="9654" y="1201064"/>
                </a:lnTo>
                <a:lnTo>
                  <a:pt x="17038" y="1247657"/>
                </a:lnTo>
                <a:lnTo>
                  <a:pt x="26428" y="1293552"/>
                </a:lnTo>
                <a:lnTo>
                  <a:pt x="37776" y="1338701"/>
                </a:lnTo>
                <a:lnTo>
                  <a:pt x="51037" y="1383058"/>
                </a:lnTo>
                <a:lnTo>
                  <a:pt x="66163" y="1426577"/>
                </a:lnTo>
                <a:lnTo>
                  <a:pt x="83107" y="1469210"/>
                </a:lnTo>
                <a:lnTo>
                  <a:pt x="101824" y="1510911"/>
                </a:lnTo>
                <a:lnTo>
                  <a:pt x="122266" y="1551633"/>
                </a:lnTo>
                <a:lnTo>
                  <a:pt x="144387" y="1591331"/>
                </a:lnTo>
                <a:lnTo>
                  <a:pt x="168140" y="1629956"/>
                </a:lnTo>
                <a:lnTo>
                  <a:pt x="193478" y="1667462"/>
                </a:lnTo>
                <a:lnTo>
                  <a:pt x="220355" y="1703803"/>
                </a:lnTo>
                <a:lnTo>
                  <a:pt x="248723" y="1738932"/>
                </a:lnTo>
                <a:lnTo>
                  <a:pt x="278538" y="1772802"/>
                </a:lnTo>
                <a:lnTo>
                  <a:pt x="309751" y="1805367"/>
                </a:lnTo>
                <a:lnTo>
                  <a:pt x="342315" y="1836580"/>
                </a:lnTo>
                <a:lnTo>
                  <a:pt x="376186" y="1866394"/>
                </a:lnTo>
                <a:lnTo>
                  <a:pt x="411315" y="1894763"/>
                </a:lnTo>
                <a:lnTo>
                  <a:pt x="447656" y="1921640"/>
                </a:lnTo>
                <a:lnTo>
                  <a:pt x="485162" y="1946978"/>
                </a:lnTo>
                <a:lnTo>
                  <a:pt x="523787" y="1970731"/>
                </a:lnTo>
                <a:lnTo>
                  <a:pt x="563484" y="1992852"/>
                </a:lnTo>
                <a:lnTo>
                  <a:pt x="604207" y="2013294"/>
                </a:lnTo>
                <a:lnTo>
                  <a:pt x="645908" y="2032010"/>
                </a:lnTo>
                <a:lnTo>
                  <a:pt x="688541" y="2048955"/>
                </a:lnTo>
                <a:lnTo>
                  <a:pt x="732060" y="2064081"/>
                </a:lnTo>
                <a:lnTo>
                  <a:pt x="776417" y="2077341"/>
                </a:lnTo>
                <a:lnTo>
                  <a:pt x="821566" y="2088690"/>
                </a:lnTo>
                <a:lnTo>
                  <a:pt x="867461" y="2098080"/>
                </a:lnTo>
                <a:lnTo>
                  <a:pt x="914054" y="2105464"/>
                </a:lnTo>
                <a:lnTo>
                  <a:pt x="961299" y="2110796"/>
                </a:lnTo>
                <a:lnTo>
                  <a:pt x="1009150" y="2114030"/>
                </a:lnTo>
                <a:lnTo>
                  <a:pt x="1057559" y="2115118"/>
                </a:lnTo>
                <a:lnTo>
                  <a:pt x="1105968" y="2114030"/>
                </a:lnTo>
                <a:lnTo>
                  <a:pt x="1153819" y="2110796"/>
                </a:lnTo>
                <a:lnTo>
                  <a:pt x="1201064" y="2105464"/>
                </a:lnTo>
                <a:lnTo>
                  <a:pt x="1247657" y="2098080"/>
                </a:lnTo>
                <a:lnTo>
                  <a:pt x="1293552" y="2088690"/>
                </a:lnTo>
                <a:lnTo>
                  <a:pt x="1338701" y="2077341"/>
                </a:lnTo>
                <a:lnTo>
                  <a:pt x="1383058" y="2064081"/>
                </a:lnTo>
                <a:lnTo>
                  <a:pt x="1426577" y="2048955"/>
                </a:lnTo>
                <a:lnTo>
                  <a:pt x="1469210" y="2032010"/>
                </a:lnTo>
                <a:lnTo>
                  <a:pt x="1510911" y="2013294"/>
                </a:lnTo>
                <a:lnTo>
                  <a:pt x="1551633" y="1992852"/>
                </a:lnTo>
                <a:lnTo>
                  <a:pt x="1591331" y="1970731"/>
                </a:lnTo>
                <a:lnTo>
                  <a:pt x="1629956" y="1946978"/>
                </a:lnTo>
                <a:lnTo>
                  <a:pt x="1667462" y="1921640"/>
                </a:lnTo>
                <a:lnTo>
                  <a:pt x="1703803" y="1894763"/>
                </a:lnTo>
                <a:lnTo>
                  <a:pt x="1738932" y="1866394"/>
                </a:lnTo>
                <a:lnTo>
                  <a:pt x="1772802" y="1836580"/>
                </a:lnTo>
                <a:lnTo>
                  <a:pt x="1805367" y="1805367"/>
                </a:lnTo>
                <a:lnTo>
                  <a:pt x="1836580" y="1772802"/>
                </a:lnTo>
                <a:lnTo>
                  <a:pt x="1866394" y="1738932"/>
                </a:lnTo>
                <a:lnTo>
                  <a:pt x="1894763" y="1703803"/>
                </a:lnTo>
                <a:lnTo>
                  <a:pt x="1921640" y="1667462"/>
                </a:lnTo>
                <a:lnTo>
                  <a:pt x="1946978" y="1629956"/>
                </a:lnTo>
                <a:lnTo>
                  <a:pt x="1970731" y="1591331"/>
                </a:lnTo>
                <a:lnTo>
                  <a:pt x="1992852" y="1551633"/>
                </a:lnTo>
                <a:lnTo>
                  <a:pt x="2013294" y="1510911"/>
                </a:lnTo>
                <a:lnTo>
                  <a:pt x="2032010" y="1469210"/>
                </a:lnTo>
                <a:lnTo>
                  <a:pt x="2048955" y="1426577"/>
                </a:lnTo>
                <a:lnTo>
                  <a:pt x="2064081" y="1383058"/>
                </a:lnTo>
                <a:lnTo>
                  <a:pt x="2077341" y="1338701"/>
                </a:lnTo>
                <a:lnTo>
                  <a:pt x="2088690" y="1293552"/>
                </a:lnTo>
                <a:lnTo>
                  <a:pt x="2098080" y="1247657"/>
                </a:lnTo>
                <a:lnTo>
                  <a:pt x="2105464" y="1201064"/>
                </a:lnTo>
                <a:lnTo>
                  <a:pt x="2110796" y="1153819"/>
                </a:lnTo>
                <a:lnTo>
                  <a:pt x="2114030" y="1105968"/>
                </a:lnTo>
                <a:lnTo>
                  <a:pt x="2115118" y="1057559"/>
                </a:lnTo>
                <a:lnTo>
                  <a:pt x="2114030" y="1009150"/>
                </a:lnTo>
                <a:lnTo>
                  <a:pt x="2110796" y="961299"/>
                </a:lnTo>
                <a:lnTo>
                  <a:pt x="2105464" y="914054"/>
                </a:lnTo>
                <a:lnTo>
                  <a:pt x="2098080" y="867461"/>
                </a:lnTo>
                <a:lnTo>
                  <a:pt x="2088690" y="821566"/>
                </a:lnTo>
                <a:lnTo>
                  <a:pt x="2077341" y="776417"/>
                </a:lnTo>
                <a:lnTo>
                  <a:pt x="2064081" y="732060"/>
                </a:lnTo>
                <a:lnTo>
                  <a:pt x="2048955" y="688541"/>
                </a:lnTo>
                <a:lnTo>
                  <a:pt x="2032010" y="645908"/>
                </a:lnTo>
                <a:lnTo>
                  <a:pt x="2013294" y="604207"/>
                </a:lnTo>
                <a:lnTo>
                  <a:pt x="1992852" y="563484"/>
                </a:lnTo>
                <a:lnTo>
                  <a:pt x="1970731" y="523787"/>
                </a:lnTo>
                <a:lnTo>
                  <a:pt x="1946978" y="485162"/>
                </a:lnTo>
                <a:lnTo>
                  <a:pt x="1921640" y="447656"/>
                </a:lnTo>
                <a:lnTo>
                  <a:pt x="1894763" y="411315"/>
                </a:lnTo>
                <a:lnTo>
                  <a:pt x="1866394" y="376186"/>
                </a:lnTo>
                <a:lnTo>
                  <a:pt x="1836580" y="342315"/>
                </a:lnTo>
                <a:lnTo>
                  <a:pt x="1805367" y="309751"/>
                </a:lnTo>
                <a:lnTo>
                  <a:pt x="1772802" y="278538"/>
                </a:lnTo>
                <a:lnTo>
                  <a:pt x="1738932" y="248723"/>
                </a:lnTo>
                <a:lnTo>
                  <a:pt x="1703803" y="220355"/>
                </a:lnTo>
                <a:lnTo>
                  <a:pt x="1667462" y="193478"/>
                </a:lnTo>
                <a:lnTo>
                  <a:pt x="1629956" y="168140"/>
                </a:lnTo>
                <a:lnTo>
                  <a:pt x="1591331" y="144387"/>
                </a:lnTo>
                <a:lnTo>
                  <a:pt x="1551633" y="122266"/>
                </a:lnTo>
                <a:lnTo>
                  <a:pt x="1510911" y="101824"/>
                </a:lnTo>
                <a:lnTo>
                  <a:pt x="1469210" y="83107"/>
                </a:lnTo>
                <a:lnTo>
                  <a:pt x="1426577" y="66163"/>
                </a:lnTo>
                <a:lnTo>
                  <a:pt x="1383058" y="51037"/>
                </a:lnTo>
                <a:lnTo>
                  <a:pt x="1338701" y="37776"/>
                </a:lnTo>
                <a:lnTo>
                  <a:pt x="1293552" y="26428"/>
                </a:lnTo>
                <a:lnTo>
                  <a:pt x="1247657" y="17038"/>
                </a:lnTo>
                <a:lnTo>
                  <a:pt x="1201064" y="9654"/>
                </a:lnTo>
                <a:lnTo>
                  <a:pt x="1153819" y="4321"/>
                </a:lnTo>
                <a:lnTo>
                  <a:pt x="1105968" y="1088"/>
                </a:lnTo>
                <a:lnTo>
                  <a:pt x="1057559" y="0"/>
                </a:lnTo>
                <a:close/>
              </a:path>
            </a:pathLst>
          </a:custGeom>
          <a:solidFill>
            <a:srgbClr val="0096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816211" y="3828001"/>
            <a:ext cx="1513205" cy="291465"/>
          </a:xfrm>
          <a:custGeom>
            <a:avLst/>
            <a:gdLst/>
            <a:ahLst/>
            <a:cxnLst/>
            <a:rect l="l" t="t" r="r" b="b"/>
            <a:pathLst>
              <a:path w="1513204" h="291464">
                <a:moveTo>
                  <a:pt x="269481" y="4800"/>
                </a:moveTo>
                <a:lnTo>
                  <a:pt x="187401" y="4800"/>
                </a:lnTo>
                <a:lnTo>
                  <a:pt x="187401" y="160680"/>
                </a:lnTo>
                <a:lnTo>
                  <a:pt x="81318" y="4800"/>
                </a:lnTo>
                <a:lnTo>
                  <a:pt x="0" y="4800"/>
                </a:lnTo>
                <a:lnTo>
                  <a:pt x="0" y="286550"/>
                </a:lnTo>
                <a:lnTo>
                  <a:pt x="81902" y="286550"/>
                </a:lnTo>
                <a:lnTo>
                  <a:pt x="81902" y="131851"/>
                </a:lnTo>
                <a:lnTo>
                  <a:pt x="187401" y="286550"/>
                </a:lnTo>
                <a:lnTo>
                  <a:pt x="269481" y="286550"/>
                </a:lnTo>
                <a:lnTo>
                  <a:pt x="269481" y="4800"/>
                </a:lnTo>
                <a:close/>
              </a:path>
              <a:path w="1513204" h="291464">
                <a:moveTo>
                  <a:pt x="597535" y="4800"/>
                </a:moveTo>
                <a:lnTo>
                  <a:pt x="510667" y="4800"/>
                </a:lnTo>
                <a:lnTo>
                  <a:pt x="510667" y="176657"/>
                </a:lnTo>
                <a:lnTo>
                  <a:pt x="509879" y="187706"/>
                </a:lnTo>
                <a:lnTo>
                  <a:pt x="482688" y="222440"/>
                </a:lnTo>
                <a:lnTo>
                  <a:pt x="462622" y="225628"/>
                </a:lnTo>
                <a:lnTo>
                  <a:pt x="451904" y="224815"/>
                </a:lnTo>
                <a:lnTo>
                  <a:pt x="417588" y="197180"/>
                </a:lnTo>
                <a:lnTo>
                  <a:pt x="414401" y="176657"/>
                </a:lnTo>
                <a:lnTo>
                  <a:pt x="414401" y="4800"/>
                </a:lnTo>
                <a:lnTo>
                  <a:pt x="327520" y="4800"/>
                </a:lnTo>
                <a:lnTo>
                  <a:pt x="327520" y="172656"/>
                </a:lnTo>
                <a:lnTo>
                  <a:pt x="328028" y="183413"/>
                </a:lnTo>
                <a:lnTo>
                  <a:pt x="338607" y="228587"/>
                </a:lnTo>
                <a:lnTo>
                  <a:pt x="361086" y="260184"/>
                </a:lnTo>
                <a:lnTo>
                  <a:pt x="402348" y="284175"/>
                </a:lnTo>
                <a:lnTo>
                  <a:pt x="448030" y="290639"/>
                </a:lnTo>
                <a:lnTo>
                  <a:pt x="469544" y="291363"/>
                </a:lnTo>
                <a:lnTo>
                  <a:pt x="486689" y="290766"/>
                </a:lnTo>
                <a:lnTo>
                  <a:pt x="530479" y="281940"/>
                </a:lnTo>
                <a:lnTo>
                  <a:pt x="565340" y="258610"/>
                </a:lnTo>
                <a:lnTo>
                  <a:pt x="589775" y="219824"/>
                </a:lnTo>
                <a:lnTo>
                  <a:pt x="597535" y="172656"/>
                </a:lnTo>
                <a:lnTo>
                  <a:pt x="597535" y="4800"/>
                </a:lnTo>
                <a:close/>
              </a:path>
              <a:path w="1513204" h="291464">
                <a:moveTo>
                  <a:pt x="892543" y="223240"/>
                </a:moveTo>
                <a:lnTo>
                  <a:pt x="742276" y="223240"/>
                </a:lnTo>
                <a:lnTo>
                  <a:pt x="742276" y="167360"/>
                </a:lnTo>
                <a:lnTo>
                  <a:pt x="877760" y="167360"/>
                </a:lnTo>
                <a:lnTo>
                  <a:pt x="877760" y="110210"/>
                </a:lnTo>
                <a:lnTo>
                  <a:pt x="742276" y="110210"/>
                </a:lnTo>
                <a:lnTo>
                  <a:pt x="742276" y="64490"/>
                </a:lnTo>
                <a:lnTo>
                  <a:pt x="888352" y="64490"/>
                </a:lnTo>
                <a:lnTo>
                  <a:pt x="888352" y="4800"/>
                </a:lnTo>
                <a:lnTo>
                  <a:pt x="654989" y="4800"/>
                </a:lnTo>
                <a:lnTo>
                  <a:pt x="654989" y="64490"/>
                </a:lnTo>
                <a:lnTo>
                  <a:pt x="654989" y="110210"/>
                </a:lnTo>
                <a:lnTo>
                  <a:pt x="654989" y="167360"/>
                </a:lnTo>
                <a:lnTo>
                  <a:pt x="654989" y="223240"/>
                </a:lnTo>
                <a:lnTo>
                  <a:pt x="654989" y="286740"/>
                </a:lnTo>
                <a:lnTo>
                  <a:pt x="892543" y="286740"/>
                </a:lnTo>
                <a:lnTo>
                  <a:pt x="892543" y="223240"/>
                </a:lnTo>
                <a:close/>
              </a:path>
              <a:path w="1513204" h="291464">
                <a:moveTo>
                  <a:pt x="1217193" y="4800"/>
                </a:moveTo>
                <a:lnTo>
                  <a:pt x="1128814" y="4800"/>
                </a:lnTo>
                <a:lnTo>
                  <a:pt x="1066228" y="207556"/>
                </a:lnTo>
                <a:lnTo>
                  <a:pt x="1002804" y="4800"/>
                </a:lnTo>
                <a:lnTo>
                  <a:pt x="911783" y="4800"/>
                </a:lnTo>
                <a:lnTo>
                  <a:pt x="1018209" y="286550"/>
                </a:lnTo>
                <a:lnTo>
                  <a:pt x="1112558" y="286550"/>
                </a:lnTo>
                <a:lnTo>
                  <a:pt x="1217193" y="4800"/>
                </a:lnTo>
                <a:close/>
              </a:path>
              <a:path w="1513204" h="291464">
                <a:moveTo>
                  <a:pt x="1513052" y="142405"/>
                </a:moveTo>
                <a:lnTo>
                  <a:pt x="1510766" y="111429"/>
                </a:lnTo>
                <a:lnTo>
                  <a:pt x="1503629" y="83083"/>
                </a:lnTo>
                <a:lnTo>
                  <a:pt x="1495310" y="65925"/>
                </a:lnTo>
                <a:lnTo>
                  <a:pt x="1491742" y="58534"/>
                </a:lnTo>
                <a:lnTo>
                  <a:pt x="1475092" y="37769"/>
                </a:lnTo>
                <a:lnTo>
                  <a:pt x="1454035" y="21234"/>
                </a:lnTo>
                <a:lnTo>
                  <a:pt x="1428953" y="9436"/>
                </a:lnTo>
                <a:lnTo>
                  <a:pt x="1426095" y="8750"/>
                </a:lnTo>
                <a:lnTo>
                  <a:pt x="1426095" y="142405"/>
                </a:lnTo>
                <a:lnTo>
                  <a:pt x="1425130" y="164236"/>
                </a:lnTo>
                <a:lnTo>
                  <a:pt x="1410728" y="207949"/>
                </a:lnTo>
                <a:lnTo>
                  <a:pt x="1367256" y="226212"/>
                </a:lnTo>
                <a:lnTo>
                  <a:pt x="1354582" y="225069"/>
                </a:lnTo>
                <a:lnTo>
                  <a:pt x="1354404" y="225069"/>
                </a:lnTo>
                <a:lnTo>
                  <a:pt x="1343139" y="221640"/>
                </a:lnTo>
                <a:lnTo>
                  <a:pt x="1342999" y="221640"/>
                </a:lnTo>
                <a:lnTo>
                  <a:pt x="1332763" y="215722"/>
                </a:lnTo>
                <a:lnTo>
                  <a:pt x="1312227" y="182905"/>
                </a:lnTo>
                <a:lnTo>
                  <a:pt x="1308265" y="146253"/>
                </a:lnTo>
                <a:lnTo>
                  <a:pt x="1309255" y="126250"/>
                </a:lnTo>
                <a:lnTo>
                  <a:pt x="1324203" y="84556"/>
                </a:lnTo>
                <a:lnTo>
                  <a:pt x="1366481" y="65925"/>
                </a:lnTo>
                <a:lnTo>
                  <a:pt x="1379575" y="67081"/>
                </a:lnTo>
                <a:lnTo>
                  <a:pt x="1417066" y="94792"/>
                </a:lnTo>
                <a:lnTo>
                  <a:pt x="1426095" y="142405"/>
                </a:lnTo>
                <a:lnTo>
                  <a:pt x="1426095" y="8750"/>
                </a:lnTo>
                <a:lnTo>
                  <a:pt x="1400022" y="2400"/>
                </a:lnTo>
                <a:lnTo>
                  <a:pt x="1400441" y="2400"/>
                </a:lnTo>
                <a:lnTo>
                  <a:pt x="1366697" y="0"/>
                </a:lnTo>
                <a:lnTo>
                  <a:pt x="1305610" y="9601"/>
                </a:lnTo>
                <a:lnTo>
                  <a:pt x="1259624" y="38430"/>
                </a:lnTo>
                <a:lnTo>
                  <a:pt x="1230922" y="84277"/>
                </a:lnTo>
                <a:lnTo>
                  <a:pt x="1221193" y="145872"/>
                </a:lnTo>
                <a:lnTo>
                  <a:pt x="1222133" y="164236"/>
                </a:lnTo>
                <a:lnTo>
                  <a:pt x="1222222" y="166077"/>
                </a:lnTo>
                <a:lnTo>
                  <a:pt x="1222286" y="167144"/>
                </a:lnTo>
                <a:lnTo>
                  <a:pt x="1222400" y="169532"/>
                </a:lnTo>
                <a:lnTo>
                  <a:pt x="1226045" y="191135"/>
                </a:lnTo>
                <a:lnTo>
                  <a:pt x="1240612" y="228130"/>
                </a:lnTo>
                <a:lnTo>
                  <a:pt x="1276388" y="267474"/>
                </a:lnTo>
                <a:lnTo>
                  <a:pt x="1326591" y="287566"/>
                </a:lnTo>
                <a:lnTo>
                  <a:pt x="1370152" y="291363"/>
                </a:lnTo>
                <a:lnTo>
                  <a:pt x="1392618" y="290258"/>
                </a:lnTo>
                <a:lnTo>
                  <a:pt x="1431785" y="281470"/>
                </a:lnTo>
                <a:lnTo>
                  <a:pt x="1476197" y="252679"/>
                </a:lnTo>
                <a:lnTo>
                  <a:pt x="1503667" y="207949"/>
                </a:lnTo>
                <a:lnTo>
                  <a:pt x="1503794" y="207657"/>
                </a:lnTo>
                <a:lnTo>
                  <a:pt x="1508988" y="188506"/>
                </a:lnTo>
                <a:lnTo>
                  <a:pt x="1512100" y="167144"/>
                </a:lnTo>
                <a:lnTo>
                  <a:pt x="1513014" y="146253"/>
                </a:lnTo>
                <a:lnTo>
                  <a:pt x="1513052" y="1424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710509" y="4161046"/>
            <a:ext cx="1724025" cy="291465"/>
          </a:xfrm>
          <a:custGeom>
            <a:avLst/>
            <a:gdLst/>
            <a:ahLst/>
            <a:cxnLst/>
            <a:rect l="l" t="t" r="r" b="b"/>
            <a:pathLst>
              <a:path w="1724025" h="291464">
                <a:moveTo>
                  <a:pt x="237553" y="223253"/>
                </a:moveTo>
                <a:lnTo>
                  <a:pt x="87287" y="223253"/>
                </a:lnTo>
                <a:lnTo>
                  <a:pt x="87287" y="167373"/>
                </a:lnTo>
                <a:lnTo>
                  <a:pt x="222770" y="167373"/>
                </a:lnTo>
                <a:lnTo>
                  <a:pt x="222770" y="110223"/>
                </a:lnTo>
                <a:lnTo>
                  <a:pt x="87287" y="110223"/>
                </a:lnTo>
                <a:lnTo>
                  <a:pt x="87287" y="64503"/>
                </a:lnTo>
                <a:lnTo>
                  <a:pt x="233362" y="64503"/>
                </a:lnTo>
                <a:lnTo>
                  <a:pt x="233362" y="4813"/>
                </a:lnTo>
                <a:lnTo>
                  <a:pt x="0" y="4813"/>
                </a:lnTo>
                <a:lnTo>
                  <a:pt x="0" y="64503"/>
                </a:lnTo>
                <a:lnTo>
                  <a:pt x="0" y="110223"/>
                </a:lnTo>
                <a:lnTo>
                  <a:pt x="0" y="167373"/>
                </a:lnTo>
                <a:lnTo>
                  <a:pt x="0" y="223253"/>
                </a:lnTo>
                <a:lnTo>
                  <a:pt x="0" y="286753"/>
                </a:lnTo>
                <a:lnTo>
                  <a:pt x="237553" y="286753"/>
                </a:lnTo>
                <a:lnTo>
                  <a:pt x="237553" y="223253"/>
                </a:lnTo>
                <a:close/>
              </a:path>
              <a:path w="1724025" h="291464">
                <a:moveTo>
                  <a:pt x="554482" y="4813"/>
                </a:moveTo>
                <a:lnTo>
                  <a:pt x="472401" y="4813"/>
                </a:lnTo>
                <a:lnTo>
                  <a:pt x="472401" y="160693"/>
                </a:lnTo>
                <a:lnTo>
                  <a:pt x="366318" y="4813"/>
                </a:lnTo>
                <a:lnTo>
                  <a:pt x="285013" y="4813"/>
                </a:lnTo>
                <a:lnTo>
                  <a:pt x="285013" y="286562"/>
                </a:lnTo>
                <a:lnTo>
                  <a:pt x="366915" y="286562"/>
                </a:lnTo>
                <a:lnTo>
                  <a:pt x="366915" y="131864"/>
                </a:lnTo>
                <a:lnTo>
                  <a:pt x="472401" y="286562"/>
                </a:lnTo>
                <a:lnTo>
                  <a:pt x="554482" y="286562"/>
                </a:lnTo>
                <a:lnTo>
                  <a:pt x="554482" y="4813"/>
                </a:lnTo>
                <a:close/>
              </a:path>
              <a:path w="1724025" h="291464">
                <a:moveTo>
                  <a:pt x="890054" y="4813"/>
                </a:moveTo>
                <a:lnTo>
                  <a:pt x="801674" y="4813"/>
                </a:lnTo>
                <a:lnTo>
                  <a:pt x="739089" y="207568"/>
                </a:lnTo>
                <a:lnTo>
                  <a:pt x="675665" y="4813"/>
                </a:lnTo>
                <a:lnTo>
                  <a:pt x="584644" y="4813"/>
                </a:lnTo>
                <a:lnTo>
                  <a:pt x="691057" y="286562"/>
                </a:lnTo>
                <a:lnTo>
                  <a:pt x="785418" y="286562"/>
                </a:lnTo>
                <a:lnTo>
                  <a:pt x="890054" y="4813"/>
                </a:lnTo>
                <a:close/>
              </a:path>
              <a:path w="1724025" h="291464">
                <a:moveTo>
                  <a:pt x="1174521" y="286562"/>
                </a:moveTo>
                <a:lnTo>
                  <a:pt x="1157046" y="240042"/>
                </a:lnTo>
                <a:lnTo>
                  <a:pt x="1134148" y="179120"/>
                </a:lnTo>
                <a:lnTo>
                  <a:pt x="1096086" y="77838"/>
                </a:lnTo>
                <a:lnTo>
                  <a:pt x="1068641" y="4800"/>
                </a:lnTo>
                <a:lnTo>
                  <a:pt x="1051204" y="4800"/>
                </a:lnTo>
                <a:lnTo>
                  <a:pt x="1051204" y="179120"/>
                </a:lnTo>
                <a:lnTo>
                  <a:pt x="989317" y="179120"/>
                </a:lnTo>
                <a:lnTo>
                  <a:pt x="1020089" y="77838"/>
                </a:lnTo>
                <a:lnTo>
                  <a:pt x="1051204" y="179120"/>
                </a:lnTo>
                <a:lnTo>
                  <a:pt x="1051204" y="4800"/>
                </a:lnTo>
                <a:lnTo>
                  <a:pt x="973670" y="4800"/>
                </a:lnTo>
                <a:lnTo>
                  <a:pt x="867791" y="286562"/>
                </a:lnTo>
                <a:lnTo>
                  <a:pt x="956665" y="286562"/>
                </a:lnTo>
                <a:lnTo>
                  <a:pt x="970381" y="240042"/>
                </a:lnTo>
                <a:lnTo>
                  <a:pt x="1069238" y="240042"/>
                </a:lnTo>
                <a:lnTo>
                  <a:pt x="1083335" y="286562"/>
                </a:lnTo>
                <a:lnTo>
                  <a:pt x="1174521" y="286562"/>
                </a:lnTo>
                <a:close/>
              </a:path>
              <a:path w="1724025" h="291464">
                <a:moveTo>
                  <a:pt x="1442593" y="194881"/>
                </a:moveTo>
                <a:lnTo>
                  <a:pt x="1431353" y="153187"/>
                </a:lnTo>
                <a:lnTo>
                  <a:pt x="1395425" y="121958"/>
                </a:lnTo>
                <a:lnTo>
                  <a:pt x="1340154" y="103225"/>
                </a:lnTo>
                <a:lnTo>
                  <a:pt x="1303172" y="94602"/>
                </a:lnTo>
                <a:lnTo>
                  <a:pt x="1294815" y="92062"/>
                </a:lnTo>
                <a:lnTo>
                  <a:pt x="1288567" y="89420"/>
                </a:lnTo>
                <a:lnTo>
                  <a:pt x="1284439" y="86677"/>
                </a:lnTo>
                <a:lnTo>
                  <a:pt x="1280210" y="83096"/>
                </a:lnTo>
                <a:lnTo>
                  <a:pt x="1278064" y="79057"/>
                </a:lnTo>
                <a:lnTo>
                  <a:pt x="1278064" y="68414"/>
                </a:lnTo>
                <a:lnTo>
                  <a:pt x="1280642" y="63207"/>
                </a:lnTo>
                <a:lnTo>
                  <a:pt x="1290904" y="54622"/>
                </a:lnTo>
                <a:lnTo>
                  <a:pt x="1298524" y="52476"/>
                </a:lnTo>
                <a:lnTo>
                  <a:pt x="1308646" y="52476"/>
                </a:lnTo>
                <a:lnTo>
                  <a:pt x="1346238" y="72364"/>
                </a:lnTo>
                <a:lnTo>
                  <a:pt x="1351318" y="88798"/>
                </a:lnTo>
                <a:lnTo>
                  <a:pt x="1433360" y="83985"/>
                </a:lnTo>
                <a:lnTo>
                  <a:pt x="1422247" y="46101"/>
                </a:lnTo>
                <a:lnTo>
                  <a:pt x="1383880" y="11303"/>
                </a:lnTo>
                <a:lnTo>
                  <a:pt x="1342694" y="1257"/>
                </a:lnTo>
                <a:lnTo>
                  <a:pt x="1317282" y="0"/>
                </a:lnTo>
                <a:lnTo>
                  <a:pt x="1296454" y="698"/>
                </a:lnTo>
                <a:lnTo>
                  <a:pt x="1248003" y="11049"/>
                </a:lnTo>
                <a:lnTo>
                  <a:pt x="1210157" y="41414"/>
                </a:lnTo>
                <a:lnTo>
                  <a:pt x="1197559" y="82448"/>
                </a:lnTo>
                <a:lnTo>
                  <a:pt x="1199095" y="98247"/>
                </a:lnTo>
                <a:lnTo>
                  <a:pt x="1222171" y="136842"/>
                </a:lnTo>
                <a:lnTo>
                  <a:pt x="1277264" y="164084"/>
                </a:lnTo>
                <a:lnTo>
                  <a:pt x="1319745" y="174955"/>
                </a:lnTo>
                <a:lnTo>
                  <a:pt x="1332484" y="178981"/>
                </a:lnTo>
                <a:lnTo>
                  <a:pt x="1342047" y="183121"/>
                </a:lnTo>
                <a:lnTo>
                  <a:pt x="1348447" y="187388"/>
                </a:lnTo>
                <a:lnTo>
                  <a:pt x="1354836" y="193154"/>
                </a:lnTo>
                <a:lnTo>
                  <a:pt x="1358023" y="199694"/>
                </a:lnTo>
                <a:lnTo>
                  <a:pt x="1358023" y="214680"/>
                </a:lnTo>
                <a:lnTo>
                  <a:pt x="1319225" y="236016"/>
                </a:lnTo>
                <a:lnTo>
                  <a:pt x="1307452" y="234950"/>
                </a:lnTo>
                <a:lnTo>
                  <a:pt x="1273911" y="205930"/>
                </a:lnTo>
                <a:lnTo>
                  <a:pt x="1269834" y="188150"/>
                </a:lnTo>
                <a:lnTo>
                  <a:pt x="1187005" y="193344"/>
                </a:lnTo>
                <a:lnTo>
                  <a:pt x="1196644" y="232270"/>
                </a:lnTo>
                <a:lnTo>
                  <a:pt x="1218311" y="263690"/>
                </a:lnTo>
                <a:lnTo>
                  <a:pt x="1257046" y="284441"/>
                </a:lnTo>
                <a:lnTo>
                  <a:pt x="1317866" y="291363"/>
                </a:lnTo>
                <a:lnTo>
                  <a:pt x="1337462" y="290626"/>
                </a:lnTo>
                <a:lnTo>
                  <a:pt x="1385697" y="279552"/>
                </a:lnTo>
                <a:lnTo>
                  <a:pt x="1419390" y="255600"/>
                </a:lnTo>
                <a:lnTo>
                  <a:pt x="1438859" y="220929"/>
                </a:lnTo>
                <a:lnTo>
                  <a:pt x="1441653" y="208165"/>
                </a:lnTo>
                <a:lnTo>
                  <a:pt x="1442593" y="194881"/>
                </a:lnTo>
                <a:close/>
              </a:path>
              <a:path w="1724025" h="291464">
                <a:moveTo>
                  <a:pt x="1723783" y="223253"/>
                </a:moveTo>
                <a:lnTo>
                  <a:pt x="1573517" y="223253"/>
                </a:lnTo>
                <a:lnTo>
                  <a:pt x="1573517" y="167373"/>
                </a:lnTo>
                <a:lnTo>
                  <a:pt x="1709000" y="167373"/>
                </a:lnTo>
                <a:lnTo>
                  <a:pt x="1709000" y="110223"/>
                </a:lnTo>
                <a:lnTo>
                  <a:pt x="1573517" y="110223"/>
                </a:lnTo>
                <a:lnTo>
                  <a:pt x="1573517" y="64503"/>
                </a:lnTo>
                <a:lnTo>
                  <a:pt x="1719580" y="64503"/>
                </a:lnTo>
                <a:lnTo>
                  <a:pt x="1719580" y="4813"/>
                </a:lnTo>
                <a:lnTo>
                  <a:pt x="1486230" y="4813"/>
                </a:lnTo>
                <a:lnTo>
                  <a:pt x="1486230" y="64503"/>
                </a:lnTo>
                <a:lnTo>
                  <a:pt x="1486230" y="110223"/>
                </a:lnTo>
                <a:lnTo>
                  <a:pt x="1486230" y="167373"/>
                </a:lnTo>
                <a:lnTo>
                  <a:pt x="1486230" y="223253"/>
                </a:lnTo>
                <a:lnTo>
                  <a:pt x="1486230" y="286753"/>
                </a:lnTo>
                <a:lnTo>
                  <a:pt x="1723783" y="286753"/>
                </a:lnTo>
                <a:lnTo>
                  <a:pt x="1723783" y="223253"/>
                </a:lnTo>
                <a:close/>
              </a:path>
            </a:pathLst>
          </a:custGeom>
          <a:solidFill>
            <a:srgbClr val="FBE7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729788" y="4606842"/>
            <a:ext cx="1681480" cy="364490"/>
          </a:xfrm>
          <a:custGeom>
            <a:avLst/>
            <a:gdLst/>
            <a:ahLst/>
            <a:cxnLst/>
            <a:rect l="l" t="t" r="r" b="b"/>
            <a:pathLst>
              <a:path w="1681479" h="364489">
                <a:moveTo>
                  <a:pt x="147129" y="149567"/>
                </a:moveTo>
                <a:lnTo>
                  <a:pt x="124752" y="106248"/>
                </a:lnTo>
                <a:lnTo>
                  <a:pt x="123659" y="104051"/>
                </a:lnTo>
                <a:lnTo>
                  <a:pt x="121500" y="100965"/>
                </a:lnTo>
                <a:lnTo>
                  <a:pt x="115049" y="92913"/>
                </a:lnTo>
                <a:lnTo>
                  <a:pt x="112572" y="90309"/>
                </a:lnTo>
                <a:lnTo>
                  <a:pt x="110604" y="88874"/>
                </a:lnTo>
                <a:lnTo>
                  <a:pt x="108369" y="87236"/>
                </a:lnTo>
                <a:lnTo>
                  <a:pt x="104343" y="85407"/>
                </a:lnTo>
                <a:lnTo>
                  <a:pt x="98856" y="83566"/>
                </a:lnTo>
                <a:lnTo>
                  <a:pt x="105714" y="81991"/>
                </a:lnTo>
                <a:lnTo>
                  <a:pt x="134975" y="49822"/>
                </a:lnTo>
                <a:lnTo>
                  <a:pt x="134975" y="32004"/>
                </a:lnTo>
                <a:lnTo>
                  <a:pt x="103492" y="2070"/>
                </a:lnTo>
                <a:lnTo>
                  <a:pt x="88557" y="355"/>
                </a:lnTo>
                <a:lnTo>
                  <a:pt x="88557" y="40386"/>
                </a:lnTo>
                <a:lnTo>
                  <a:pt x="88557" y="48463"/>
                </a:lnTo>
                <a:lnTo>
                  <a:pt x="87579" y="51371"/>
                </a:lnTo>
                <a:lnTo>
                  <a:pt x="83705" y="56388"/>
                </a:lnTo>
                <a:lnTo>
                  <a:pt x="81229" y="57950"/>
                </a:lnTo>
                <a:lnTo>
                  <a:pt x="78155" y="58559"/>
                </a:lnTo>
                <a:lnTo>
                  <a:pt x="72123" y="59931"/>
                </a:lnTo>
                <a:lnTo>
                  <a:pt x="68033" y="60604"/>
                </a:lnTo>
                <a:lnTo>
                  <a:pt x="46418" y="60604"/>
                </a:lnTo>
                <a:lnTo>
                  <a:pt x="46418" y="30200"/>
                </a:lnTo>
                <a:lnTo>
                  <a:pt x="75171" y="30200"/>
                </a:lnTo>
                <a:lnTo>
                  <a:pt x="80899" y="31496"/>
                </a:lnTo>
                <a:lnTo>
                  <a:pt x="87020" y="36664"/>
                </a:lnTo>
                <a:lnTo>
                  <a:pt x="88557" y="40386"/>
                </a:lnTo>
                <a:lnTo>
                  <a:pt x="88557" y="355"/>
                </a:lnTo>
                <a:lnTo>
                  <a:pt x="87109" y="241"/>
                </a:lnTo>
                <a:lnTo>
                  <a:pt x="77025" y="0"/>
                </a:lnTo>
                <a:lnTo>
                  <a:pt x="0" y="0"/>
                </a:lnTo>
                <a:lnTo>
                  <a:pt x="0" y="149567"/>
                </a:lnTo>
                <a:lnTo>
                  <a:pt x="46418" y="149567"/>
                </a:lnTo>
                <a:lnTo>
                  <a:pt x="46418" y="88874"/>
                </a:lnTo>
                <a:lnTo>
                  <a:pt x="54737" y="88874"/>
                </a:lnTo>
                <a:lnTo>
                  <a:pt x="70192" y="103860"/>
                </a:lnTo>
                <a:lnTo>
                  <a:pt x="94919" y="149567"/>
                </a:lnTo>
                <a:lnTo>
                  <a:pt x="147129" y="149567"/>
                </a:lnTo>
                <a:close/>
              </a:path>
              <a:path w="1681479" h="364489">
                <a:moveTo>
                  <a:pt x="287934" y="115570"/>
                </a:moveTo>
                <a:lnTo>
                  <a:pt x="208165" y="115570"/>
                </a:lnTo>
                <a:lnTo>
                  <a:pt x="208165" y="86360"/>
                </a:lnTo>
                <a:lnTo>
                  <a:pt x="280060" y="86360"/>
                </a:lnTo>
                <a:lnTo>
                  <a:pt x="280060" y="55880"/>
                </a:lnTo>
                <a:lnTo>
                  <a:pt x="208165" y="55880"/>
                </a:lnTo>
                <a:lnTo>
                  <a:pt x="208165" y="31750"/>
                </a:lnTo>
                <a:lnTo>
                  <a:pt x="285686" y="31750"/>
                </a:lnTo>
                <a:lnTo>
                  <a:pt x="285686" y="0"/>
                </a:lnTo>
                <a:lnTo>
                  <a:pt x="161823" y="0"/>
                </a:lnTo>
                <a:lnTo>
                  <a:pt x="161823" y="31750"/>
                </a:lnTo>
                <a:lnTo>
                  <a:pt x="161823" y="55880"/>
                </a:lnTo>
                <a:lnTo>
                  <a:pt x="161823" y="86360"/>
                </a:lnTo>
                <a:lnTo>
                  <a:pt x="161823" y="115570"/>
                </a:lnTo>
                <a:lnTo>
                  <a:pt x="161823" y="149860"/>
                </a:lnTo>
                <a:lnTo>
                  <a:pt x="287934" y="149860"/>
                </a:lnTo>
                <a:lnTo>
                  <a:pt x="287934" y="115570"/>
                </a:lnTo>
                <a:close/>
              </a:path>
              <a:path w="1681479" h="364489">
                <a:moveTo>
                  <a:pt x="329336" y="211950"/>
                </a:moveTo>
                <a:lnTo>
                  <a:pt x="268592" y="211950"/>
                </a:lnTo>
                <a:lnTo>
                  <a:pt x="245325" y="302958"/>
                </a:lnTo>
                <a:lnTo>
                  <a:pt x="221881" y="211950"/>
                </a:lnTo>
                <a:lnTo>
                  <a:pt x="161086" y="211950"/>
                </a:lnTo>
                <a:lnTo>
                  <a:pt x="161086" y="361505"/>
                </a:lnTo>
                <a:lnTo>
                  <a:pt x="198945" y="361505"/>
                </a:lnTo>
                <a:lnTo>
                  <a:pt x="198945" y="247446"/>
                </a:lnTo>
                <a:lnTo>
                  <a:pt x="228053" y="361505"/>
                </a:lnTo>
                <a:lnTo>
                  <a:pt x="262331" y="361505"/>
                </a:lnTo>
                <a:lnTo>
                  <a:pt x="291477" y="247446"/>
                </a:lnTo>
                <a:lnTo>
                  <a:pt x="291477" y="361505"/>
                </a:lnTo>
                <a:lnTo>
                  <a:pt x="329336" y="361505"/>
                </a:lnTo>
                <a:lnTo>
                  <a:pt x="329336" y="211950"/>
                </a:lnTo>
                <a:close/>
              </a:path>
              <a:path w="1681479" h="364489">
                <a:moveTo>
                  <a:pt x="456260" y="0"/>
                </a:moveTo>
                <a:lnTo>
                  <a:pt x="410133" y="0"/>
                </a:lnTo>
                <a:lnTo>
                  <a:pt x="410133" y="99529"/>
                </a:lnTo>
                <a:lnTo>
                  <a:pt x="407885" y="105930"/>
                </a:lnTo>
                <a:lnTo>
                  <a:pt x="398843" y="114973"/>
                </a:lnTo>
                <a:lnTo>
                  <a:pt x="392595" y="117221"/>
                </a:lnTo>
                <a:lnTo>
                  <a:pt x="376605" y="117221"/>
                </a:lnTo>
                <a:lnTo>
                  <a:pt x="370344" y="114935"/>
                </a:lnTo>
                <a:lnTo>
                  <a:pt x="361289" y="105765"/>
                </a:lnTo>
                <a:lnTo>
                  <a:pt x="359041" y="99390"/>
                </a:lnTo>
                <a:lnTo>
                  <a:pt x="359041" y="0"/>
                </a:lnTo>
                <a:lnTo>
                  <a:pt x="312915" y="0"/>
                </a:lnTo>
                <a:lnTo>
                  <a:pt x="312915" y="89115"/>
                </a:lnTo>
                <a:lnTo>
                  <a:pt x="313182" y="94818"/>
                </a:lnTo>
                <a:lnTo>
                  <a:pt x="331851" y="137198"/>
                </a:lnTo>
                <a:lnTo>
                  <a:pt x="373087" y="151612"/>
                </a:lnTo>
                <a:lnTo>
                  <a:pt x="381038" y="152133"/>
                </a:lnTo>
                <a:lnTo>
                  <a:pt x="388315" y="152133"/>
                </a:lnTo>
                <a:lnTo>
                  <a:pt x="427113" y="144754"/>
                </a:lnTo>
                <a:lnTo>
                  <a:pt x="454875" y="106299"/>
                </a:lnTo>
                <a:lnTo>
                  <a:pt x="456260" y="97942"/>
                </a:lnTo>
                <a:lnTo>
                  <a:pt x="456260" y="0"/>
                </a:lnTo>
                <a:close/>
              </a:path>
              <a:path w="1681479" h="364489">
                <a:moveTo>
                  <a:pt x="502272" y="211950"/>
                </a:moveTo>
                <a:lnTo>
                  <a:pt x="456145" y="211950"/>
                </a:lnTo>
                <a:lnTo>
                  <a:pt x="456145" y="311467"/>
                </a:lnTo>
                <a:lnTo>
                  <a:pt x="453898" y="317868"/>
                </a:lnTo>
                <a:lnTo>
                  <a:pt x="444842" y="326910"/>
                </a:lnTo>
                <a:lnTo>
                  <a:pt x="438607" y="329171"/>
                </a:lnTo>
                <a:lnTo>
                  <a:pt x="422617" y="329171"/>
                </a:lnTo>
                <a:lnTo>
                  <a:pt x="416344" y="326872"/>
                </a:lnTo>
                <a:lnTo>
                  <a:pt x="407301" y="317715"/>
                </a:lnTo>
                <a:lnTo>
                  <a:pt x="405053" y="311340"/>
                </a:lnTo>
                <a:lnTo>
                  <a:pt x="405053" y="211950"/>
                </a:lnTo>
                <a:lnTo>
                  <a:pt x="358927" y="211950"/>
                </a:lnTo>
                <a:lnTo>
                  <a:pt x="358927" y="301066"/>
                </a:lnTo>
                <a:lnTo>
                  <a:pt x="359194" y="306768"/>
                </a:lnTo>
                <a:lnTo>
                  <a:pt x="377850" y="349135"/>
                </a:lnTo>
                <a:lnTo>
                  <a:pt x="419100" y="363550"/>
                </a:lnTo>
                <a:lnTo>
                  <a:pt x="427050" y="364070"/>
                </a:lnTo>
                <a:lnTo>
                  <a:pt x="434327" y="364070"/>
                </a:lnTo>
                <a:lnTo>
                  <a:pt x="473125" y="356692"/>
                </a:lnTo>
                <a:lnTo>
                  <a:pt x="500875" y="318249"/>
                </a:lnTo>
                <a:lnTo>
                  <a:pt x="502272" y="309892"/>
                </a:lnTo>
                <a:lnTo>
                  <a:pt x="502272" y="211950"/>
                </a:lnTo>
                <a:close/>
              </a:path>
              <a:path w="1681479" h="364489">
                <a:moveTo>
                  <a:pt x="616813" y="0"/>
                </a:moveTo>
                <a:lnTo>
                  <a:pt x="476338" y="0"/>
                </a:lnTo>
                <a:lnTo>
                  <a:pt x="476338" y="36830"/>
                </a:lnTo>
                <a:lnTo>
                  <a:pt x="523468" y="36830"/>
                </a:lnTo>
                <a:lnTo>
                  <a:pt x="523468" y="149860"/>
                </a:lnTo>
                <a:lnTo>
                  <a:pt x="569683" y="149860"/>
                </a:lnTo>
                <a:lnTo>
                  <a:pt x="569683" y="36830"/>
                </a:lnTo>
                <a:lnTo>
                  <a:pt x="616813" y="36830"/>
                </a:lnTo>
                <a:lnTo>
                  <a:pt x="616813" y="0"/>
                </a:lnTo>
                <a:close/>
              </a:path>
              <a:path w="1681479" h="364489">
                <a:moveTo>
                  <a:pt x="651205" y="324980"/>
                </a:moveTo>
                <a:lnTo>
                  <a:pt x="579094" y="324980"/>
                </a:lnTo>
                <a:lnTo>
                  <a:pt x="579094" y="211950"/>
                </a:lnTo>
                <a:lnTo>
                  <a:pt x="532879" y="211950"/>
                </a:lnTo>
                <a:lnTo>
                  <a:pt x="532879" y="324980"/>
                </a:lnTo>
                <a:lnTo>
                  <a:pt x="532879" y="361810"/>
                </a:lnTo>
                <a:lnTo>
                  <a:pt x="651205" y="361810"/>
                </a:lnTo>
                <a:lnTo>
                  <a:pt x="651205" y="324980"/>
                </a:lnTo>
                <a:close/>
              </a:path>
              <a:path w="1681479" h="364489">
                <a:moveTo>
                  <a:pt x="791565" y="211950"/>
                </a:moveTo>
                <a:lnTo>
                  <a:pt x="651090" y="211950"/>
                </a:lnTo>
                <a:lnTo>
                  <a:pt x="651090" y="248780"/>
                </a:lnTo>
                <a:lnTo>
                  <a:pt x="698220" y="248780"/>
                </a:lnTo>
                <a:lnTo>
                  <a:pt x="698220" y="361810"/>
                </a:lnTo>
                <a:lnTo>
                  <a:pt x="744435" y="361810"/>
                </a:lnTo>
                <a:lnTo>
                  <a:pt x="744435" y="248780"/>
                </a:lnTo>
                <a:lnTo>
                  <a:pt x="791565" y="248780"/>
                </a:lnTo>
                <a:lnTo>
                  <a:pt x="791565" y="211950"/>
                </a:lnTo>
                <a:close/>
              </a:path>
              <a:path w="1681479" h="364489">
                <a:moveTo>
                  <a:pt x="837399" y="113030"/>
                </a:moveTo>
                <a:lnTo>
                  <a:pt x="765276" y="113030"/>
                </a:lnTo>
                <a:lnTo>
                  <a:pt x="765276" y="0"/>
                </a:lnTo>
                <a:lnTo>
                  <a:pt x="719061" y="0"/>
                </a:lnTo>
                <a:lnTo>
                  <a:pt x="719061" y="113030"/>
                </a:lnTo>
                <a:lnTo>
                  <a:pt x="719061" y="149860"/>
                </a:lnTo>
                <a:lnTo>
                  <a:pt x="837399" y="149860"/>
                </a:lnTo>
                <a:lnTo>
                  <a:pt x="837399" y="113030"/>
                </a:lnTo>
                <a:close/>
              </a:path>
              <a:path w="1681479" h="364489">
                <a:moveTo>
                  <a:pt x="1037234" y="211950"/>
                </a:moveTo>
                <a:lnTo>
                  <a:pt x="991120" y="211950"/>
                </a:lnTo>
                <a:lnTo>
                  <a:pt x="991120" y="311467"/>
                </a:lnTo>
                <a:lnTo>
                  <a:pt x="988860" y="317868"/>
                </a:lnTo>
                <a:lnTo>
                  <a:pt x="979817" y="326910"/>
                </a:lnTo>
                <a:lnTo>
                  <a:pt x="973582" y="329171"/>
                </a:lnTo>
                <a:lnTo>
                  <a:pt x="957592" y="329171"/>
                </a:lnTo>
                <a:lnTo>
                  <a:pt x="951318" y="326872"/>
                </a:lnTo>
                <a:lnTo>
                  <a:pt x="942263" y="317715"/>
                </a:lnTo>
                <a:lnTo>
                  <a:pt x="940015" y="311340"/>
                </a:lnTo>
                <a:lnTo>
                  <a:pt x="940015" y="211950"/>
                </a:lnTo>
                <a:lnTo>
                  <a:pt x="893889" y="211950"/>
                </a:lnTo>
                <a:lnTo>
                  <a:pt x="893889" y="301066"/>
                </a:lnTo>
                <a:lnTo>
                  <a:pt x="894156" y="306768"/>
                </a:lnTo>
                <a:lnTo>
                  <a:pt x="912825" y="349135"/>
                </a:lnTo>
                <a:lnTo>
                  <a:pt x="954074" y="363550"/>
                </a:lnTo>
                <a:lnTo>
                  <a:pt x="962012" y="364070"/>
                </a:lnTo>
                <a:lnTo>
                  <a:pt x="969289" y="364070"/>
                </a:lnTo>
                <a:lnTo>
                  <a:pt x="1008087" y="356692"/>
                </a:lnTo>
                <a:lnTo>
                  <a:pt x="1035862" y="318249"/>
                </a:lnTo>
                <a:lnTo>
                  <a:pt x="1037234" y="309892"/>
                </a:lnTo>
                <a:lnTo>
                  <a:pt x="1037234" y="211950"/>
                </a:lnTo>
                <a:close/>
              </a:path>
              <a:path w="1681479" h="364489">
                <a:moveTo>
                  <a:pt x="1069797" y="117436"/>
                </a:moveTo>
                <a:lnTo>
                  <a:pt x="982776" y="117436"/>
                </a:lnTo>
                <a:lnTo>
                  <a:pt x="1066723" y="29895"/>
                </a:lnTo>
                <a:lnTo>
                  <a:pt x="1066723" y="0"/>
                </a:lnTo>
                <a:lnTo>
                  <a:pt x="935939" y="0"/>
                </a:lnTo>
                <a:lnTo>
                  <a:pt x="935939" y="31940"/>
                </a:lnTo>
                <a:lnTo>
                  <a:pt x="1010958" y="31940"/>
                </a:lnTo>
                <a:lnTo>
                  <a:pt x="927874" y="118554"/>
                </a:lnTo>
                <a:lnTo>
                  <a:pt x="927874" y="149567"/>
                </a:lnTo>
                <a:lnTo>
                  <a:pt x="1069797" y="149567"/>
                </a:lnTo>
                <a:lnTo>
                  <a:pt x="1069797" y="117436"/>
                </a:lnTo>
                <a:close/>
              </a:path>
              <a:path w="1681479" h="364489">
                <a:moveTo>
                  <a:pt x="1195451" y="304685"/>
                </a:moveTo>
                <a:lnTo>
                  <a:pt x="1170419" y="274129"/>
                </a:lnTo>
                <a:lnTo>
                  <a:pt x="1127010" y="260921"/>
                </a:lnTo>
                <a:lnTo>
                  <a:pt x="1118844" y="259232"/>
                </a:lnTo>
                <a:lnTo>
                  <a:pt x="1113675" y="257390"/>
                </a:lnTo>
                <a:lnTo>
                  <a:pt x="1109243" y="253504"/>
                </a:lnTo>
                <a:lnTo>
                  <a:pt x="1108113" y="251358"/>
                </a:lnTo>
                <a:lnTo>
                  <a:pt x="1108113" y="245732"/>
                </a:lnTo>
                <a:lnTo>
                  <a:pt x="1109484" y="242951"/>
                </a:lnTo>
                <a:lnTo>
                  <a:pt x="1114907" y="238391"/>
                </a:lnTo>
                <a:lnTo>
                  <a:pt x="1118971" y="237261"/>
                </a:lnTo>
                <a:lnTo>
                  <a:pt x="1130884" y="237261"/>
                </a:lnTo>
                <a:lnTo>
                  <a:pt x="1136002" y="238772"/>
                </a:lnTo>
                <a:lnTo>
                  <a:pt x="1143431" y="244906"/>
                </a:lnTo>
                <a:lnTo>
                  <a:pt x="1145844" y="249809"/>
                </a:lnTo>
                <a:lnTo>
                  <a:pt x="1147000" y="256540"/>
                </a:lnTo>
                <a:lnTo>
                  <a:pt x="1190561" y="253987"/>
                </a:lnTo>
                <a:lnTo>
                  <a:pt x="1172654" y="220065"/>
                </a:lnTo>
                <a:lnTo>
                  <a:pt x="1128928" y="209410"/>
                </a:lnTo>
                <a:lnTo>
                  <a:pt x="1117892" y="209778"/>
                </a:lnTo>
                <a:lnTo>
                  <a:pt x="1080427" y="222237"/>
                </a:lnTo>
                <a:lnTo>
                  <a:pt x="1065390" y="245491"/>
                </a:lnTo>
                <a:lnTo>
                  <a:pt x="1065390" y="253161"/>
                </a:lnTo>
                <a:lnTo>
                  <a:pt x="1086015" y="287413"/>
                </a:lnTo>
                <a:lnTo>
                  <a:pt x="1134173" y="302920"/>
                </a:lnTo>
                <a:lnTo>
                  <a:pt x="1142060" y="305816"/>
                </a:lnTo>
                <a:lnTo>
                  <a:pt x="1148854" y="311924"/>
                </a:lnTo>
                <a:lnTo>
                  <a:pt x="1150581" y="315404"/>
                </a:lnTo>
                <a:lnTo>
                  <a:pt x="1150581" y="323367"/>
                </a:lnTo>
                <a:lnTo>
                  <a:pt x="1148778" y="326948"/>
                </a:lnTo>
                <a:lnTo>
                  <a:pt x="1141641" y="333133"/>
                </a:lnTo>
                <a:lnTo>
                  <a:pt x="1136561" y="334683"/>
                </a:lnTo>
                <a:lnTo>
                  <a:pt x="1121117" y="334683"/>
                </a:lnTo>
                <a:lnTo>
                  <a:pt x="1114323" y="331660"/>
                </a:lnTo>
                <a:lnTo>
                  <a:pt x="1106639" y="321868"/>
                </a:lnTo>
                <a:lnTo>
                  <a:pt x="1104684" y="316420"/>
                </a:lnTo>
                <a:lnTo>
                  <a:pt x="1103744" y="309283"/>
                </a:lnTo>
                <a:lnTo>
                  <a:pt x="1059776" y="312026"/>
                </a:lnTo>
                <a:lnTo>
                  <a:pt x="1076388" y="349377"/>
                </a:lnTo>
                <a:lnTo>
                  <a:pt x="1129258" y="364070"/>
                </a:lnTo>
                <a:lnTo>
                  <a:pt x="1139659" y="363677"/>
                </a:lnTo>
                <a:lnTo>
                  <a:pt x="1177963" y="350050"/>
                </a:lnTo>
                <a:lnTo>
                  <a:pt x="1195451" y="312851"/>
                </a:lnTo>
                <a:lnTo>
                  <a:pt x="1195451" y="304685"/>
                </a:lnTo>
                <a:close/>
              </a:path>
              <a:path w="1681479" h="364489">
                <a:moveTo>
                  <a:pt x="1238427" y="149567"/>
                </a:moveTo>
                <a:lnTo>
                  <a:pt x="1229144" y="124879"/>
                </a:lnTo>
                <a:lnTo>
                  <a:pt x="1216990" y="92532"/>
                </a:lnTo>
                <a:lnTo>
                  <a:pt x="1196784" y="38773"/>
                </a:lnTo>
                <a:lnTo>
                  <a:pt x="1182217" y="0"/>
                </a:lnTo>
                <a:lnTo>
                  <a:pt x="1172959" y="0"/>
                </a:lnTo>
                <a:lnTo>
                  <a:pt x="1172959" y="92532"/>
                </a:lnTo>
                <a:lnTo>
                  <a:pt x="1140117" y="92532"/>
                </a:lnTo>
                <a:lnTo>
                  <a:pt x="1156462" y="38773"/>
                </a:lnTo>
                <a:lnTo>
                  <a:pt x="1172959" y="92532"/>
                </a:lnTo>
                <a:lnTo>
                  <a:pt x="1172959" y="0"/>
                </a:lnTo>
                <a:lnTo>
                  <a:pt x="1131824" y="0"/>
                </a:lnTo>
                <a:lnTo>
                  <a:pt x="1075588" y="149567"/>
                </a:lnTo>
                <a:lnTo>
                  <a:pt x="1122781" y="149567"/>
                </a:lnTo>
                <a:lnTo>
                  <a:pt x="1130084" y="124879"/>
                </a:lnTo>
                <a:lnTo>
                  <a:pt x="1182535" y="124879"/>
                </a:lnTo>
                <a:lnTo>
                  <a:pt x="1190015" y="149567"/>
                </a:lnTo>
                <a:lnTo>
                  <a:pt x="1238427" y="149567"/>
                </a:lnTo>
                <a:close/>
              </a:path>
              <a:path w="1681479" h="364489">
                <a:moveTo>
                  <a:pt x="1367828" y="284988"/>
                </a:moveTo>
                <a:lnTo>
                  <a:pt x="1366672" y="269532"/>
                </a:lnTo>
                <a:lnTo>
                  <a:pt x="1366608" y="268554"/>
                </a:lnTo>
                <a:lnTo>
                  <a:pt x="1362811" y="253504"/>
                </a:lnTo>
                <a:lnTo>
                  <a:pt x="1336497" y="220675"/>
                </a:lnTo>
                <a:lnTo>
                  <a:pt x="1323378" y="214503"/>
                </a:lnTo>
                <a:lnTo>
                  <a:pt x="1323555" y="214503"/>
                </a:lnTo>
                <a:lnTo>
                  <a:pt x="1321650" y="214045"/>
                </a:lnTo>
                <a:lnTo>
                  <a:pt x="1321650" y="284988"/>
                </a:lnTo>
                <a:lnTo>
                  <a:pt x="1321142" y="296583"/>
                </a:lnTo>
                <a:lnTo>
                  <a:pt x="1300365" y="329476"/>
                </a:lnTo>
                <a:lnTo>
                  <a:pt x="1280795" y="329476"/>
                </a:lnTo>
                <a:lnTo>
                  <a:pt x="1273314" y="326263"/>
                </a:lnTo>
                <a:lnTo>
                  <a:pt x="1268933" y="321221"/>
                </a:lnTo>
                <a:lnTo>
                  <a:pt x="1267587" y="319633"/>
                </a:lnTo>
                <a:lnTo>
                  <a:pt x="1263954" y="313982"/>
                </a:lnTo>
                <a:lnTo>
                  <a:pt x="1263853" y="313842"/>
                </a:lnTo>
                <a:lnTo>
                  <a:pt x="1261224" y="306501"/>
                </a:lnTo>
                <a:lnTo>
                  <a:pt x="1259738" y="298132"/>
                </a:lnTo>
                <a:lnTo>
                  <a:pt x="1259649" y="297561"/>
                </a:lnTo>
                <a:lnTo>
                  <a:pt x="1259116" y="287032"/>
                </a:lnTo>
                <a:lnTo>
                  <a:pt x="1259649" y="276428"/>
                </a:lnTo>
                <a:lnTo>
                  <a:pt x="1280693" y="244398"/>
                </a:lnTo>
                <a:lnTo>
                  <a:pt x="1299743" y="244398"/>
                </a:lnTo>
                <a:lnTo>
                  <a:pt x="1321650" y="284988"/>
                </a:lnTo>
                <a:lnTo>
                  <a:pt x="1321650" y="214045"/>
                </a:lnTo>
                <a:lnTo>
                  <a:pt x="1307833" y="210680"/>
                </a:lnTo>
                <a:lnTo>
                  <a:pt x="1308061" y="210680"/>
                </a:lnTo>
                <a:lnTo>
                  <a:pt x="1290129" y="209397"/>
                </a:lnTo>
                <a:lnTo>
                  <a:pt x="1244511" y="220878"/>
                </a:lnTo>
                <a:lnTo>
                  <a:pt x="1218069" y="254127"/>
                </a:lnTo>
                <a:lnTo>
                  <a:pt x="1212913" y="287032"/>
                </a:lnTo>
                <a:lnTo>
                  <a:pt x="1213396" y="296583"/>
                </a:lnTo>
                <a:lnTo>
                  <a:pt x="1228750" y="338632"/>
                </a:lnTo>
                <a:lnTo>
                  <a:pt x="1268844" y="362051"/>
                </a:lnTo>
                <a:lnTo>
                  <a:pt x="1291971" y="364070"/>
                </a:lnTo>
                <a:lnTo>
                  <a:pt x="1302283" y="363562"/>
                </a:lnTo>
                <a:lnTo>
                  <a:pt x="1303401" y="363562"/>
                </a:lnTo>
                <a:lnTo>
                  <a:pt x="1341386" y="349592"/>
                </a:lnTo>
                <a:lnTo>
                  <a:pt x="1358519" y="329476"/>
                </a:lnTo>
                <a:lnTo>
                  <a:pt x="1359065" y="328599"/>
                </a:lnTo>
                <a:lnTo>
                  <a:pt x="1367802" y="287032"/>
                </a:lnTo>
                <a:lnTo>
                  <a:pt x="1367828" y="284988"/>
                </a:lnTo>
                <a:close/>
              </a:path>
              <a:path w="1681479" h="364489">
                <a:moveTo>
                  <a:pt x="1391437" y="97510"/>
                </a:moveTo>
                <a:lnTo>
                  <a:pt x="1360131" y="69989"/>
                </a:lnTo>
                <a:lnTo>
                  <a:pt x="1367193" y="67551"/>
                </a:lnTo>
                <a:lnTo>
                  <a:pt x="1372577" y="64211"/>
                </a:lnTo>
                <a:lnTo>
                  <a:pt x="1377403" y="58674"/>
                </a:lnTo>
                <a:lnTo>
                  <a:pt x="1381772" y="53657"/>
                </a:lnTo>
                <a:lnTo>
                  <a:pt x="1384515" y="46075"/>
                </a:lnTo>
                <a:lnTo>
                  <a:pt x="1384439" y="36423"/>
                </a:lnTo>
                <a:lnTo>
                  <a:pt x="1383969" y="31534"/>
                </a:lnTo>
                <a:lnTo>
                  <a:pt x="1383855" y="30314"/>
                </a:lnTo>
                <a:lnTo>
                  <a:pt x="1349908" y="673"/>
                </a:lnTo>
                <a:lnTo>
                  <a:pt x="1345133" y="368"/>
                </a:lnTo>
                <a:lnTo>
                  <a:pt x="1345133" y="97510"/>
                </a:lnTo>
                <a:lnTo>
                  <a:pt x="1345133" y="106578"/>
                </a:lnTo>
                <a:lnTo>
                  <a:pt x="1343507" y="110388"/>
                </a:lnTo>
                <a:lnTo>
                  <a:pt x="1340218" y="113195"/>
                </a:lnTo>
                <a:lnTo>
                  <a:pt x="1336979" y="116027"/>
                </a:lnTo>
                <a:lnTo>
                  <a:pt x="1331353" y="117424"/>
                </a:lnTo>
                <a:lnTo>
                  <a:pt x="1299832" y="117424"/>
                </a:lnTo>
                <a:lnTo>
                  <a:pt x="1299832" y="87134"/>
                </a:lnTo>
                <a:lnTo>
                  <a:pt x="1331379" y="87134"/>
                </a:lnTo>
                <a:lnTo>
                  <a:pt x="1337056" y="88493"/>
                </a:lnTo>
                <a:lnTo>
                  <a:pt x="1343507" y="93853"/>
                </a:lnTo>
                <a:lnTo>
                  <a:pt x="1345133" y="97510"/>
                </a:lnTo>
                <a:lnTo>
                  <a:pt x="1345133" y="368"/>
                </a:lnTo>
                <a:lnTo>
                  <a:pt x="1339723" y="0"/>
                </a:lnTo>
                <a:lnTo>
                  <a:pt x="1339215" y="0"/>
                </a:lnTo>
                <a:lnTo>
                  <a:pt x="1339215" y="39827"/>
                </a:lnTo>
                <a:lnTo>
                  <a:pt x="1339215" y="48882"/>
                </a:lnTo>
                <a:lnTo>
                  <a:pt x="1337805" y="52463"/>
                </a:lnTo>
                <a:lnTo>
                  <a:pt x="1332153" y="57416"/>
                </a:lnTo>
                <a:lnTo>
                  <a:pt x="1327124" y="58674"/>
                </a:lnTo>
                <a:lnTo>
                  <a:pt x="1299832" y="58674"/>
                </a:lnTo>
                <a:lnTo>
                  <a:pt x="1299832" y="30314"/>
                </a:lnTo>
                <a:lnTo>
                  <a:pt x="1327251" y="30314"/>
                </a:lnTo>
                <a:lnTo>
                  <a:pt x="1332153" y="31534"/>
                </a:lnTo>
                <a:lnTo>
                  <a:pt x="1334998" y="33972"/>
                </a:lnTo>
                <a:lnTo>
                  <a:pt x="1337805" y="36423"/>
                </a:lnTo>
                <a:lnTo>
                  <a:pt x="1339215" y="39827"/>
                </a:lnTo>
                <a:lnTo>
                  <a:pt x="1339215" y="0"/>
                </a:lnTo>
                <a:lnTo>
                  <a:pt x="1253210" y="0"/>
                </a:lnTo>
                <a:lnTo>
                  <a:pt x="1253210" y="149580"/>
                </a:lnTo>
                <a:lnTo>
                  <a:pt x="1336382" y="149580"/>
                </a:lnTo>
                <a:lnTo>
                  <a:pt x="1343304" y="148894"/>
                </a:lnTo>
                <a:lnTo>
                  <a:pt x="1382420" y="134137"/>
                </a:lnTo>
                <a:lnTo>
                  <a:pt x="1390751" y="117424"/>
                </a:lnTo>
                <a:lnTo>
                  <a:pt x="1391437" y="114782"/>
                </a:lnTo>
                <a:lnTo>
                  <a:pt x="1391437" y="97510"/>
                </a:lnTo>
                <a:close/>
              </a:path>
              <a:path w="1681479" h="364489">
                <a:moveTo>
                  <a:pt x="1520380" y="304685"/>
                </a:moveTo>
                <a:lnTo>
                  <a:pt x="1495336" y="274129"/>
                </a:lnTo>
                <a:lnTo>
                  <a:pt x="1451927" y="260921"/>
                </a:lnTo>
                <a:lnTo>
                  <a:pt x="1443774" y="259232"/>
                </a:lnTo>
                <a:lnTo>
                  <a:pt x="1438592" y="257390"/>
                </a:lnTo>
                <a:lnTo>
                  <a:pt x="1434160" y="253504"/>
                </a:lnTo>
                <a:lnTo>
                  <a:pt x="1433042" y="251358"/>
                </a:lnTo>
                <a:lnTo>
                  <a:pt x="1433042" y="245732"/>
                </a:lnTo>
                <a:lnTo>
                  <a:pt x="1434401" y="242951"/>
                </a:lnTo>
                <a:lnTo>
                  <a:pt x="1439837" y="238391"/>
                </a:lnTo>
                <a:lnTo>
                  <a:pt x="1443888" y="237261"/>
                </a:lnTo>
                <a:lnTo>
                  <a:pt x="1455801" y="237261"/>
                </a:lnTo>
                <a:lnTo>
                  <a:pt x="1460919" y="238772"/>
                </a:lnTo>
                <a:lnTo>
                  <a:pt x="1468348" y="244906"/>
                </a:lnTo>
                <a:lnTo>
                  <a:pt x="1470761" y="249809"/>
                </a:lnTo>
                <a:lnTo>
                  <a:pt x="1471917" y="256540"/>
                </a:lnTo>
                <a:lnTo>
                  <a:pt x="1515478" y="253987"/>
                </a:lnTo>
                <a:lnTo>
                  <a:pt x="1497584" y="220065"/>
                </a:lnTo>
                <a:lnTo>
                  <a:pt x="1453857" y="209410"/>
                </a:lnTo>
                <a:lnTo>
                  <a:pt x="1442808" y="209778"/>
                </a:lnTo>
                <a:lnTo>
                  <a:pt x="1405343" y="222237"/>
                </a:lnTo>
                <a:lnTo>
                  <a:pt x="1390307" y="245491"/>
                </a:lnTo>
                <a:lnTo>
                  <a:pt x="1390307" y="253161"/>
                </a:lnTo>
                <a:lnTo>
                  <a:pt x="1410931" y="287413"/>
                </a:lnTo>
                <a:lnTo>
                  <a:pt x="1459090" y="302920"/>
                </a:lnTo>
                <a:lnTo>
                  <a:pt x="1466989" y="305816"/>
                </a:lnTo>
                <a:lnTo>
                  <a:pt x="1473784" y="311924"/>
                </a:lnTo>
                <a:lnTo>
                  <a:pt x="1475498" y="315404"/>
                </a:lnTo>
                <a:lnTo>
                  <a:pt x="1475498" y="323367"/>
                </a:lnTo>
                <a:lnTo>
                  <a:pt x="1473695" y="326948"/>
                </a:lnTo>
                <a:lnTo>
                  <a:pt x="1466570" y="333133"/>
                </a:lnTo>
                <a:lnTo>
                  <a:pt x="1461477" y="334683"/>
                </a:lnTo>
                <a:lnTo>
                  <a:pt x="1446047" y="334683"/>
                </a:lnTo>
                <a:lnTo>
                  <a:pt x="1439252" y="331660"/>
                </a:lnTo>
                <a:lnTo>
                  <a:pt x="1431556" y="321868"/>
                </a:lnTo>
                <a:lnTo>
                  <a:pt x="1429600" y="316420"/>
                </a:lnTo>
                <a:lnTo>
                  <a:pt x="1428661" y="309283"/>
                </a:lnTo>
                <a:lnTo>
                  <a:pt x="1384693" y="312026"/>
                </a:lnTo>
                <a:lnTo>
                  <a:pt x="1401305" y="349377"/>
                </a:lnTo>
                <a:lnTo>
                  <a:pt x="1454175" y="364070"/>
                </a:lnTo>
                <a:lnTo>
                  <a:pt x="1464576" y="363677"/>
                </a:lnTo>
                <a:lnTo>
                  <a:pt x="1502892" y="350050"/>
                </a:lnTo>
                <a:lnTo>
                  <a:pt x="1520380" y="312851"/>
                </a:lnTo>
                <a:lnTo>
                  <a:pt x="1520380" y="304685"/>
                </a:lnTo>
                <a:close/>
              </a:path>
              <a:path w="1681479" h="364489">
                <a:moveTo>
                  <a:pt x="1533956" y="113030"/>
                </a:moveTo>
                <a:lnTo>
                  <a:pt x="1461846" y="113030"/>
                </a:lnTo>
                <a:lnTo>
                  <a:pt x="1461846" y="0"/>
                </a:lnTo>
                <a:lnTo>
                  <a:pt x="1415618" y="0"/>
                </a:lnTo>
                <a:lnTo>
                  <a:pt x="1415618" y="113030"/>
                </a:lnTo>
                <a:lnTo>
                  <a:pt x="1415618" y="149860"/>
                </a:lnTo>
                <a:lnTo>
                  <a:pt x="1533956" y="149860"/>
                </a:lnTo>
                <a:lnTo>
                  <a:pt x="1533956" y="113030"/>
                </a:lnTo>
                <a:close/>
              </a:path>
              <a:path w="1681479" h="364489">
                <a:moveTo>
                  <a:pt x="1680972" y="115570"/>
                </a:moveTo>
                <a:lnTo>
                  <a:pt x="1601190" y="115570"/>
                </a:lnTo>
                <a:lnTo>
                  <a:pt x="1601190" y="86360"/>
                </a:lnTo>
                <a:lnTo>
                  <a:pt x="1673098" y="86360"/>
                </a:lnTo>
                <a:lnTo>
                  <a:pt x="1673098" y="55880"/>
                </a:lnTo>
                <a:lnTo>
                  <a:pt x="1601190" y="55880"/>
                </a:lnTo>
                <a:lnTo>
                  <a:pt x="1601190" y="31750"/>
                </a:lnTo>
                <a:lnTo>
                  <a:pt x="1678711" y="31750"/>
                </a:lnTo>
                <a:lnTo>
                  <a:pt x="1678711" y="0"/>
                </a:lnTo>
                <a:lnTo>
                  <a:pt x="1554861" y="0"/>
                </a:lnTo>
                <a:lnTo>
                  <a:pt x="1554861" y="31750"/>
                </a:lnTo>
                <a:lnTo>
                  <a:pt x="1554861" y="55880"/>
                </a:lnTo>
                <a:lnTo>
                  <a:pt x="1554861" y="86360"/>
                </a:lnTo>
                <a:lnTo>
                  <a:pt x="1554861" y="115570"/>
                </a:lnTo>
                <a:lnTo>
                  <a:pt x="1554861" y="149860"/>
                </a:lnTo>
                <a:lnTo>
                  <a:pt x="1680972" y="149860"/>
                </a:lnTo>
                <a:lnTo>
                  <a:pt x="1680972" y="115570"/>
                </a:lnTo>
                <a:close/>
              </a:path>
            </a:pathLst>
          </a:custGeom>
          <a:solidFill>
            <a:srgbClr val="0095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729800" y="4606841"/>
            <a:ext cx="147320" cy="149860"/>
          </a:xfrm>
          <a:custGeom>
            <a:avLst/>
            <a:gdLst/>
            <a:ahLst/>
            <a:cxnLst/>
            <a:rect l="l" t="t" r="r" b="b"/>
            <a:pathLst>
              <a:path w="147320" h="149860">
                <a:moveTo>
                  <a:pt x="46417" y="60595"/>
                </a:moveTo>
                <a:lnTo>
                  <a:pt x="65903" y="60595"/>
                </a:lnTo>
                <a:lnTo>
                  <a:pt x="68029" y="60595"/>
                </a:lnTo>
                <a:lnTo>
                  <a:pt x="72112" y="59924"/>
                </a:lnTo>
                <a:lnTo>
                  <a:pt x="78144" y="58553"/>
                </a:lnTo>
                <a:lnTo>
                  <a:pt x="81222" y="57945"/>
                </a:lnTo>
                <a:lnTo>
                  <a:pt x="83704" y="56385"/>
                </a:lnTo>
                <a:lnTo>
                  <a:pt x="85651" y="53872"/>
                </a:lnTo>
                <a:lnTo>
                  <a:pt x="87578" y="51359"/>
                </a:lnTo>
                <a:lnTo>
                  <a:pt x="88552" y="48459"/>
                </a:lnTo>
                <a:lnTo>
                  <a:pt x="88552" y="45192"/>
                </a:lnTo>
                <a:lnTo>
                  <a:pt x="88552" y="40375"/>
                </a:lnTo>
                <a:lnTo>
                  <a:pt x="87013" y="36658"/>
                </a:lnTo>
                <a:lnTo>
                  <a:pt x="83966" y="34072"/>
                </a:lnTo>
                <a:lnTo>
                  <a:pt x="80898" y="31485"/>
                </a:lnTo>
                <a:lnTo>
                  <a:pt x="75160" y="30198"/>
                </a:lnTo>
                <a:lnTo>
                  <a:pt x="66730" y="30198"/>
                </a:lnTo>
                <a:lnTo>
                  <a:pt x="46417" y="30198"/>
                </a:lnTo>
                <a:lnTo>
                  <a:pt x="46417" y="60595"/>
                </a:lnTo>
                <a:close/>
              </a:path>
              <a:path w="147320" h="149860">
                <a:moveTo>
                  <a:pt x="0" y="149566"/>
                </a:moveTo>
                <a:lnTo>
                  <a:pt x="0" y="0"/>
                </a:lnTo>
                <a:lnTo>
                  <a:pt x="77023" y="0"/>
                </a:lnTo>
                <a:lnTo>
                  <a:pt x="117326" y="6114"/>
                </a:lnTo>
                <a:lnTo>
                  <a:pt x="134969" y="31999"/>
                </a:lnTo>
                <a:lnTo>
                  <a:pt x="134969" y="41527"/>
                </a:lnTo>
                <a:lnTo>
                  <a:pt x="134969" y="49820"/>
                </a:lnTo>
                <a:lnTo>
                  <a:pt x="111117" y="80018"/>
                </a:lnTo>
                <a:lnTo>
                  <a:pt x="98845" y="83557"/>
                </a:lnTo>
                <a:lnTo>
                  <a:pt x="104342" y="85400"/>
                </a:lnTo>
                <a:lnTo>
                  <a:pt x="118268" y="96939"/>
                </a:lnTo>
                <a:lnTo>
                  <a:pt x="121493" y="100960"/>
                </a:lnTo>
                <a:lnTo>
                  <a:pt x="123650" y="104049"/>
                </a:lnTo>
                <a:lnTo>
                  <a:pt x="124739" y="106237"/>
                </a:lnTo>
                <a:lnTo>
                  <a:pt x="147126" y="149566"/>
                </a:lnTo>
                <a:lnTo>
                  <a:pt x="94908" y="149566"/>
                </a:lnTo>
                <a:lnTo>
                  <a:pt x="70186" y="103850"/>
                </a:lnTo>
                <a:lnTo>
                  <a:pt x="67055" y="97944"/>
                </a:lnTo>
                <a:lnTo>
                  <a:pt x="64280" y="94091"/>
                </a:lnTo>
                <a:lnTo>
                  <a:pt x="61820" y="92332"/>
                </a:lnTo>
                <a:lnTo>
                  <a:pt x="58479" y="90018"/>
                </a:lnTo>
                <a:lnTo>
                  <a:pt x="54731" y="88866"/>
                </a:lnTo>
                <a:lnTo>
                  <a:pt x="50501" y="88866"/>
                </a:lnTo>
                <a:lnTo>
                  <a:pt x="46417" y="88866"/>
                </a:lnTo>
                <a:lnTo>
                  <a:pt x="46417" y="149566"/>
                </a:lnTo>
                <a:lnTo>
                  <a:pt x="0" y="149566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891621" y="4606837"/>
            <a:ext cx="126364" cy="149860"/>
          </a:xfrm>
          <a:custGeom>
            <a:avLst/>
            <a:gdLst/>
            <a:ahLst/>
            <a:cxnLst/>
            <a:rect l="l" t="t" r="r" b="b"/>
            <a:pathLst>
              <a:path w="126365" h="149860">
                <a:moveTo>
                  <a:pt x="0" y="0"/>
                </a:moveTo>
                <a:lnTo>
                  <a:pt x="123860" y="0"/>
                </a:lnTo>
                <a:lnTo>
                  <a:pt x="123860" y="31936"/>
                </a:lnTo>
                <a:lnTo>
                  <a:pt x="46333" y="31936"/>
                </a:lnTo>
                <a:lnTo>
                  <a:pt x="46333" y="55705"/>
                </a:lnTo>
                <a:lnTo>
                  <a:pt x="118237" y="55705"/>
                </a:lnTo>
                <a:lnTo>
                  <a:pt x="118237" y="86217"/>
                </a:lnTo>
                <a:lnTo>
                  <a:pt x="46333" y="86217"/>
                </a:lnTo>
                <a:lnTo>
                  <a:pt x="46333" y="115703"/>
                </a:lnTo>
                <a:lnTo>
                  <a:pt x="126111" y="115703"/>
                </a:lnTo>
                <a:lnTo>
                  <a:pt x="126111" y="149566"/>
                </a:lnTo>
                <a:lnTo>
                  <a:pt x="0" y="149566"/>
                </a:lnTo>
                <a:lnTo>
                  <a:pt x="0" y="0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0042710" y="4606837"/>
            <a:ext cx="143510" cy="152400"/>
          </a:xfrm>
          <a:custGeom>
            <a:avLst/>
            <a:gdLst/>
            <a:ahLst/>
            <a:cxnLst/>
            <a:rect l="l" t="t" r="r" b="b"/>
            <a:pathLst>
              <a:path w="143509" h="152400">
                <a:moveTo>
                  <a:pt x="97222" y="0"/>
                </a:moveTo>
                <a:lnTo>
                  <a:pt x="143346" y="0"/>
                </a:lnTo>
                <a:lnTo>
                  <a:pt x="143346" y="89117"/>
                </a:lnTo>
                <a:lnTo>
                  <a:pt x="143346" y="97944"/>
                </a:lnTo>
                <a:lnTo>
                  <a:pt x="126257" y="134739"/>
                </a:lnTo>
                <a:lnTo>
                  <a:pt x="84492" y="151817"/>
                </a:lnTo>
                <a:lnTo>
                  <a:pt x="75400" y="152131"/>
                </a:lnTo>
                <a:lnTo>
                  <a:pt x="68123" y="152131"/>
                </a:lnTo>
                <a:lnTo>
                  <a:pt x="29988" y="144529"/>
                </a:lnTo>
                <a:lnTo>
                  <a:pt x="4293" y="114394"/>
                </a:lnTo>
                <a:lnTo>
                  <a:pt x="0" y="89117"/>
                </a:lnTo>
                <a:lnTo>
                  <a:pt x="0" y="0"/>
                </a:lnTo>
                <a:lnTo>
                  <a:pt x="46124" y="0"/>
                </a:lnTo>
                <a:lnTo>
                  <a:pt x="46124" y="91232"/>
                </a:lnTo>
                <a:lnTo>
                  <a:pt x="46124" y="99389"/>
                </a:lnTo>
                <a:lnTo>
                  <a:pt x="48375" y="105766"/>
                </a:lnTo>
                <a:lnTo>
                  <a:pt x="52898" y="110352"/>
                </a:lnTo>
                <a:lnTo>
                  <a:pt x="57422" y="114928"/>
                </a:lnTo>
                <a:lnTo>
                  <a:pt x="63694" y="117221"/>
                </a:lnTo>
                <a:lnTo>
                  <a:pt x="71736" y="117221"/>
                </a:lnTo>
                <a:lnTo>
                  <a:pt x="79683" y="117221"/>
                </a:lnTo>
                <a:lnTo>
                  <a:pt x="85924" y="114970"/>
                </a:lnTo>
                <a:lnTo>
                  <a:pt x="90447" y="110446"/>
                </a:lnTo>
                <a:lnTo>
                  <a:pt x="94970" y="105923"/>
                </a:lnTo>
                <a:lnTo>
                  <a:pt x="97222" y="99525"/>
                </a:lnTo>
                <a:lnTo>
                  <a:pt x="97222" y="91232"/>
                </a:lnTo>
                <a:lnTo>
                  <a:pt x="97222" y="0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0206134" y="4606837"/>
            <a:ext cx="140970" cy="149860"/>
          </a:xfrm>
          <a:custGeom>
            <a:avLst/>
            <a:gdLst/>
            <a:ahLst/>
            <a:cxnLst/>
            <a:rect l="l" t="t" r="r" b="b"/>
            <a:pathLst>
              <a:path w="140970" h="149860">
                <a:moveTo>
                  <a:pt x="0" y="0"/>
                </a:moveTo>
                <a:lnTo>
                  <a:pt x="140477" y="0"/>
                </a:lnTo>
                <a:lnTo>
                  <a:pt x="140477" y="36930"/>
                </a:lnTo>
                <a:lnTo>
                  <a:pt x="93347" y="36930"/>
                </a:lnTo>
                <a:lnTo>
                  <a:pt x="93347" y="149566"/>
                </a:lnTo>
                <a:lnTo>
                  <a:pt x="47129" y="149566"/>
                </a:lnTo>
                <a:lnTo>
                  <a:pt x="47129" y="36930"/>
                </a:lnTo>
                <a:lnTo>
                  <a:pt x="0" y="36930"/>
                </a:lnTo>
                <a:lnTo>
                  <a:pt x="0" y="0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0369380" y="4606833"/>
            <a:ext cx="46355" cy="149860"/>
          </a:xfrm>
          <a:custGeom>
            <a:avLst/>
            <a:gdLst/>
            <a:ahLst/>
            <a:cxnLst/>
            <a:rect l="l" t="t" r="r" b="b"/>
            <a:pathLst>
              <a:path w="46354" h="149860">
                <a:moveTo>
                  <a:pt x="0" y="0"/>
                </a:moveTo>
                <a:lnTo>
                  <a:pt x="46302" y="0"/>
                </a:lnTo>
                <a:lnTo>
                  <a:pt x="46302" y="149566"/>
                </a:lnTo>
                <a:lnTo>
                  <a:pt x="0" y="149566"/>
                </a:lnTo>
                <a:lnTo>
                  <a:pt x="0" y="0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0448856" y="4606837"/>
            <a:ext cx="118745" cy="149860"/>
          </a:xfrm>
          <a:custGeom>
            <a:avLst/>
            <a:gdLst/>
            <a:ahLst/>
            <a:cxnLst/>
            <a:rect l="l" t="t" r="r" b="b"/>
            <a:pathLst>
              <a:path w="118745" h="149860">
                <a:moveTo>
                  <a:pt x="0" y="0"/>
                </a:moveTo>
                <a:lnTo>
                  <a:pt x="46218" y="0"/>
                </a:lnTo>
                <a:lnTo>
                  <a:pt x="46218" y="112740"/>
                </a:lnTo>
                <a:lnTo>
                  <a:pt x="118331" y="112740"/>
                </a:lnTo>
                <a:lnTo>
                  <a:pt x="118331" y="149566"/>
                </a:lnTo>
                <a:lnTo>
                  <a:pt x="0" y="149566"/>
                </a:lnTo>
                <a:lnTo>
                  <a:pt x="0" y="0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0590044" y="4606833"/>
            <a:ext cx="46355" cy="149860"/>
          </a:xfrm>
          <a:custGeom>
            <a:avLst/>
            <a:gdLst/>
            <a:ahLst/>
            <a:cxnLst/>
            <a:rect l="l" t="t" r="r" b="b"/>
            <a:pathLst>
              <a:path w="46354" h="149860">
                <a:moveTo>
                  <a:pt x="0" y="0"/>
                </a:moveTo>
                <a:lnTo>
                  <a:pt x="46302" y="0"/>
                </a:lnTo>
                <a:lnTo>
                  <a:pt x="46302" y="149566"/>
                </a:lnTo>
                <a:lnTo>
                  <a:pt x="0" y="149566"/>
                </a:lnTo>
                <a:lnTo>
                  <a:pt x="0" y="0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0657664" y="4606837"/>
            <a:ext cx="142240" cy="149860"/>
          </a:xfrm>
          <a:custGeom>
            <a:avLst/>
            <a:gdLst/>
            <a:ahLst/>
            <a:cxnLst/>
            <a:rect l="l" t="t" r="r" b="b"/>
            <a:pathLst>
              <a:path w="142240" h="149860">
                <a:moveTo>
                  <a:pt x="8073" y="0"/>
                </a:moveTo>
                <a:lnTo>
                  <a:pt x="138854" y="0"/>
                </a:lnTo>
                <a:lnTo>
                  <a:pt x="138854" y="29894"/>
                </a:lnTo>
                <a:lnTo>
                  <a:pt x="54909" y="117430"/>
                </a:lnTo>
                <a:lnTo>
                  <a:pt x="141922" y="117430"/>
                </a:lnTo>
                <a:lnTo>
                  <a:pt x="141922" y="149566"/>
                </a:lnTo>
                <a:lnTo>
                  <a:pt x="0" y="149566"/>
                </a:lnTo>
                <a:lnTo>
                  <a:pt x="0" y="118551"/>
                </a:lnTo>
                <a:lnTo>
                  <a:pt x="83086" y="31936"/>
                </a:lnTo>
                <a:lnTo>
                  <a:pt x="8073" y="31936"/>
                </a:lnTo>
                <a:lnTo>
                  <a:pt x="8073" y="0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0805384" y="4606839"/>
            <a:ext cx="163195" cy="149860"/>
          </a:xfrm>
          <a:custGeom>
            <a:avLst/>
            <a:gdLst/>
            <a:ahLst/>
            <a:cxnLst/>
            <a:rect l="l" t="t" r="r" b="b"/>
            <a:pathLst>
              <a:path w="163195" h="149860">
                <a:moveTo>
                  <a:pt x="97368" y="92531"/>
                </a:moveTo>
                <a:lnTo>
                  <a:pt x="80866" y="38773"/>
                </a:lnTo>
                <a:lnTo>
                  <a:pt x="64521" y="92531"/>
                </a:lnTo>
                <a:lnTo>
                  <a:pt x="97368" y="92531"/>
                </a:lnTo>
                <a:close/>
              </a:path>
              <a:path w="163195" h="149860">
                <a:moveTo>
                  <a:pt x="106949" y="124875"/>
                </a:moveTo>
                <a:lnTo>
                  <a:pt x="54490" y="124875"/>
                </a:lnTo>
                <a:lnTo>
                  <a:pt x="47192" y="149566"/>
                </a:lnTo>
                <a:lnTo>
                  <a:pt x="0" y="149566"/>
                </a:lnTo>
                <a:lnTo>
                  <a:pt x="56239" y="0"/>
                </a:lnTo>
                <a:lnTo>
                  <a:pt x="106625" y="0"/>
                </a:lnTo>
                <a:lnTo>
                  <a:pt x="162832" y="149566"/>
                </a:lnTo>
                <a:lnTo>
                  <a:pt x="114425" y="149566"/>
                </a:lnTo>
                <a:lnTo>
                  <a:pt x="106949" y="124875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0983001" y="4606835"/>
            <a:ext cx="138430" cy="149860"/>
          </a:xfrm>
          <a:custGeom>
            <a:avLst/>
            <a:gdLst/>
            <a:ahLst/>
            <a:cxnLst/>
            <a:rect l="l" t="t" r="r" b="b"/>
            <a:pathLst>
              <a:path w="138429" h="149860">
                <a:moveTo>
                  <a:pt x="46626" y="117430"/>
                </a:moveTo>
                <a:lnTo>
                  <a:pt x="70196" y="117430"/>
                </a:lnTo>
                <a:lnTo>
                  <a:pt x="78144" y="117430"/>
                </a:lnTo>
                <a:lnTo>
                  <a:pt x="83767" y="116027"/>
                </a:lnTo>
                <a:lnTo>
                  <a:pt x="87013" y="113200"/>
                </a:lnTo>
                <a:lnTo>
                  <a:pt x="90300" y="110384"/>
                </a:lnTo>
                <a:lnTo>
                  <a:pt x="91923" y="106583"/>
                </a:lnTo>
                <a:lnTo>
                  <a:pt x="91923" y="101818"/>
                </a:lnTo>
                <a:lnTo>
                  <a:pt x="91923" y="97400"/>
                </a:lnTo>
                <a:lnTo>
                  <a:pt x="90300" y="93850"/>
                </a:lnTo>
                <a:lnTo>
                  <a:pt x="87075" y="91159"/>
                </a:lnTo>
                <a:lnTo>
                  <a:pt x="83850" y="88489"/>
                </a:lnTo>
                <a:lnTo>
                  <a:pt x="78175" y="87138"/>
                </a:lnTo>
                <a:lnTo>
                  <a:pt x="70071" y="87138"/>
                </a:lnTo>
                <a:lnTo>
                  <a:pt x="46626" y="87138"/>
                </a:lnTo>
                <a:lnTo>
                  <a:pt x="46626" y="117430"/>
                </a:lnTo>
                <a:close/>
              </a:path>
              <a:path w="138429" h="149860">
                <a:moveTo>
                  <a:pt x="46626" y="58668"/>
                </a:moveTo>
                <a:lnTo>
                  <a:pt x="66730" y="58668"/>
                </a:lnTo>
                <a:lnTo>
                  <a:pt x="73913" y="58668"/>
                </a:lnTo>
                <a:lnTo>
                  <a:pt x="78940" y="57422"/>
                </a:lnTo>
                <a:lnTo>
                  <a:pt x="81788" y="54940"/>
                </a:lnTo>
                <a:lnTo>
                  <a:pt x="84594" y="52469"/>
                </a:lnTo>
                <a:lnTo>
                  <a:pt x="86007" y="48878"/>
                </a:lnTo>
                <a:lnTo>
                  <a:pt x="86007" y="44176"/>
                </a:lnTo>
                <a:lnTo>
                  <a:pt x="86007" y="39831"/>
                </a:lnTo>
                <a:lnTo>
                  <a:pt x="84594" y="36428"/>
                </a:lnTo>
                <a:lnTo>
                  <a:pt x="81788" y="33978"/>
                </a:lnTo>
                <a:lnTo>
                  <a:pt x="78940" y="31538"/>
                </a:lnTo>
                <a:lnTo>
                  <a:pt x="74039" y="30313"/>
                </a:lnTo>
                <a:lnTo>
                  <a:pt x="67024" y="30313"/>
                </a:lnTo>
                <a:lnTo>
                  <a:pt x="46626" y="30313"/>
                </a:lnTo>
                <a:lnTo>
                  <a:pt x="46626" y="58668"/>
                </a:lnTo>
                <a:close/>
              </a:path>
              <a:path w="138429" h="149860">
                <a:moveTo>
                  <a:pt x="0" y="0"/>
                </a:moveTo>
                <a:lnTo>
                  <a:pt x="86510" y="0"/>
                </a:lnTo>
                <a:lnTo>
                  <a:pt x="96701" y="671"/>
                </a:lnTo>
                <a:lnTo>
                  <a:pt x="128407" y="22707"/>
                </a:lnTo>
                <a:lnTo>
                  <a:pt x="131304" y="37244"/>
                </a:lnTo>
                <a:lnTo>
                  <a:pt x="131304" y="46082"/>
                </a:lnTo>
                <a:lnTo>
                  <a:pt x="128561" y="53663"/>
                </a:lnTo>
                <a:lnTo>
                  <a:pt x="123032" y="59998"/>
                </a:lnTo>
                <a:lnTo>
                  <a:pt x="119368" y="64207"/>
                </a:lnTo>
                <a:lnTo>
                  <a:pt x="113986" y="67547"/>
                </a:lnTo>
                <a:lnTo>
                  <a:pt x="106918" y="69987"/>
                </a:lnTo>
                <a:lnTo>
                  <a:pt x="114440" y="72274"/>
                </a:lnTo>
                <a:lnTo>
                  <a:pt x="138226" y="97504"/>
                </a:lnTo>
                <a:lnTo>
                  <a:pt x="138226" y="107022"/>
                </a:lnTo>
                <a:lnTo>
                  <a:pt x="138226" y="114781"/>
                </a:lnTo>
                <a:lnTo>
                  <a:pt x="136425" y="121744"/>
                </a:lnTo>
                <a:lnTo>
                  <a:pt x="132812" y="127943"/>
                </a:lnTo>
                <a:lnTo>
                  <a:pt x="129210" y="134132"/>
                </a:lnTo>
                <a:lnTo>
                  <a:pt x="124299" y="139032"/>
                </a:lnTo>
                <a:lnTo>
                  <a:pt x="118038" y="142634"/>
                </a:lnTo>
                <a:lnTo>
                  <a:pt x="114164" y="144885"/>
                </a:lnTo>
                <a:lnTo>
                  <a:pt x="108310" y="146508"/>
                </a:lnTo>
                <a:lnTo>
                  <a:pt x="100499" y="147534"/>
                </a:lnTo>
                <a:lnTo>
                  <a:pt x="90091" y="148895"/>
                </a:lnTo>
                <a:lnTo>
                  <a:pt x="83170" y="149576"/>
                </a:lnTo>
                <a:lnTo>
                  <a:pt x="79777" y="149576"/>
                </a:lnTo>
                <a:lnTo>
                  <a:pt x="0" y="149576"/>
                </a:lnTo>
                <a:lnTo>
                  <a:pt x="0" y="0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1145416" y="4606837"/>
            <a:ext cx="118745" cy="149860"/>
          </a:xfrm>
          <a:custGeom>
            <a:avLst/>
            <a:gdLst/>
            <a:ahLst/>
            <a:cxnLst/>
            <a:rect l="l" t="t" r="r" b="b"/>
            <a:pathLst>
              <a:path w="118745" h="149860">
                <a:moveTo>
                  <a:pt x="0" y="0"/>
                </a:moveTo>
                <a:lnTo>
                  <a:pt x="46218" y="0"/>
                </a:lnTo>
                <a:lnTo>
                  <a:pt x="46218" y="112740"/>
                </a:lnTo>
                <a:lnTo>
                  <a:pt x="118331" y="112740"/>
                </a:lnTo>
                <a:lnTo>
                  <a:pt x="118331" y="149566"/>
                </a:lnTo>
                <a:lnTo>
                  <a:pt x="0" y="149566"/>
                </a:lnTo>
                <a:lnTo>
                  <a:pt x="0" y="0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1284651" y="4606837"/>
            <a:ext cx="126364" cy="149860"/>
          </a:xfrm>
          <a:custGeom>
            <a:avLst/>
            <a:gdLst/>
            <a:ahLst/>
            <a:cxnLst/>
            <a:rect l="l" t="t" r="r" b="b"/>
            <a:pathLst>
              <a:path w="126365" h="149860">
                <a:moveTo>
                  <a:pt x="0" y="0"/>
                </a:moveTo>
                <a:lnTo>
                  <a:pt x="123860" y="0"/>
                </a:lnTo>
                <a:lnTo>
                  <a:pt x="123860" y="31936"/>
                </a:lnTo>
                <a:lnTo>
                  <a:pt x="46333" y="31936"/>
                </a:lnTo>
                <a:lnTo>
                  <a:pt x="46333" y="55705"/>
                </a:lnTo>
                <a:lnTo>
                  <a:pt x="118237" y="55705"/>
                </a:lnTo>
                <a:lnTo>
                  <a:pt x="118237" y="86217"/>
                </a:lnTo>
                <a:lnTo>
                  <a:pt x="46333" y="86217"/>
                </a:lnTo>
                <a:lnTo>
                  <a:pt x="46333" y="115703"/>
                </a:lnTo>
                <a:lnTo>
                  <a:pt x="126111" y="115703"/>
                </a:lnTo>
                <a:lnTo>
                  <a:pt x="126111" y="149566"/>
                </a:lnTo>
                <a:lnTo>
                  <a:pt x="0" y="149566"/>
                </a:lnTo>
                <a:lnTo>
                  <a:pt x="0" y="0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9890882" y="4818781"/>
            <a:ext cx="168275" cy="149860"/>
          </a:xfrm>
          <a:custGeom>
            <a:avLst/>
            <a:gdLst/>
            <a:ahLst/>
            <a:cxnLst/>
            <a:rect l="l" t="t" r="r" b="b"/>
            <a:pathLst>
              <a:path w="168275" h="149860">
                <a:moveTo>
                  <a:pt x="0" y="0"/>
                </a:moveTo>
                <a:lnTo>
                  <a:pt x="60793" y="0"/>
                </a:lnTo>
                <a:lnTo>
                  <a:pt x="84238" y="91012"/>
                </a:lnTo>
                <a:lnTo>
                  <a:pt x="107504" y="0"/>
                </a:lnTo>
                <a:lnTo>
                  <a:pt x="168246" y="0"/>
                </a:lnTo>
                <a:lnTo>
                  <a:pt x="168246" y="149566"/>
                </a:lnTo>
                <a:lnTo>
                  <a:pt x="130393" y="149566"/>
                </a:lnTo>
                <a:lnTo>
                  <a:pt x="130393" y="35506"/>
                </a:lnTo>
                <a:lnTo>
                  <a:pt x="101242" y="149566"/>
                </a:lnTo>
                <a:lnTo>
                  <a:pt x="66971" y="149566"/>
                </a:lnTo>
                <a:lnTo>
                  <a:pt x="37852" y="35506"/>
                </a:lnTo>
                <a:lnTo>
                  <a:pt x="37852" y="149566"/>
                </a:lnTo>
                <a:lnTo>
                  <a:pt x="0" y="149566"/>
                </a:lnTo>
                <a:lnTo>
                  <a:pt x="0" y="0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0088718" y="4818781"/>
            <a:ext cx="143510" cy="152400"/>
          </a:xfrm>
          <a:custGeom>
            <a:avLst/>
            <a:gdLst/>
            <a:ahLst/>
            <a:cxnLst/>
            <a:rect l="l" t="t" r="r" b="b"/>
            <a:pathLst>
              <a:path w="143509" h="152400">
                <a:moveTo>
                  <a:pt x="97222" y="0"/>
                </a:moveTo>
                <a:lnTo>
                  <a:pt x="143346" y="0"/>
                </a:lnTo>
                <a:lnTo>
                  <a:pt x="143346" y="89117"/>
                </a:lnTo>
                <a:lnTo>
                  <a:pt x="143346" y="97944"/>
                </a:lnTo>
                <a:lnTo>
                  <a:pt x="126257" y="134739"/>
                </a:lnTo>
                <a:lnTo>
                  <a:pt x="84492" y="151817"/>
                </a:lnTo>
                <a:lnTo>
                  <a:pt x="75400" y="152131"/>
                </a:lnTo>
                <a:lnTo>
                  <a:pt x="68123" y="152131"/>
                </a:lnTo>
                <a:lnTo>
                  <a:pt x="29988" y="144529"/>
                </a:lnTo>
                <a:lnTo>
                  <a:pt x="4293" y="114394"/>
                </a:lnTo>
                <a:lnTo>
                  <a:pt x="0" y="89117"/>
                </a:lnTo>
                <a:lnTo>
                  <a:pt x="0" y="0"/>
                </a:lnTo>
                <a:lnTo>
                  <a:pt x="46124" y="0"/>
                </a:lnTo>
                <a:lnTo>
                  <a:pt x="46124" y="91232"/>
                </a:lnTo>
                <a:lnTo>
                  <a:pt x="46124" y="99389"/>
                </a:lnTo>
                <a:lnTo>
                  <a:pt x="48375" y="105766"/>
                </a:lnTo>
                <a:lnTo>
                  <a:pt x="52898" y="110342"/>
                </a:lnTo>
                <a:lnTo>
                  <a:pt x="57422" y="114928"/>
                </a:lnTo>
                <a:lnTo>
                  <a:pt x="63694" y="117221"/>
                </a:lnTo>
                <a:lnTo>
                  <a:pt x="71736" y="117221"/>
                </a:lnTo>
                <a:lnTo>
                  <a:pt x="79683" y="117221"/>
                </a:lnTo>
                <a:lnTo>
                  <a:pt x="85924" y="114970"/>
                </a:lnTo>
                <a:lnTo>
                  <a:pt x="90447" y="110446"/>
                </a:lnTo>
                <a:lnTo>
                  <a:pt x="94970" y="105923"/>
                </a:lnTo>
                <a:lnTo>
                  <a:pt x="97222" y="99525"/>
                </a:lnTo>
                <a:lnTo>
                  <a:pt x="97222" y="91232"/>
                </a:lnTo>
                <a:lnTo>
                  <a:pt x="97222" y="0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0262667" y="4818781"/>
            <a:ext cx="118745" cy="149860"/>
          </a:xfrm>
          <a:custGeom>
            <a:avLst/>
            <a:gdLst/>
            <a:ahLst/>
            <a:cxnLst/>
            <a:rect l="l" t="t" r="r" b="b"/>
            <a:pathLst>
              <a:path w="118745" h="149860">
                <a:moveTo>
                  <a:pt x="0" y="0"/>
                </a:moveTo>
                <a:lnTo>
                  <a:pt x="46218" y="0"/>
                </a:lnTo>
                <a:lnTo>
                  <a:pt x="46218" y="112740"/>
                </a:lnTo>
                <a:lnTo>
                  <a:pt x="118331" y="112740"/>
                </a:lnTo>
                <a:lnTo>
                  <a:pt x="118331" y="149566"/>
                </a:lnTo>
                <a:lnTo>
                  <a:pt x="0" y="149566"/>
                </a:lnTo>
                <a:lnTo>
                  <a:pt x="0" y="0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0380880" y="4818781"/>
            <a:ext cx="140970" cy="149860"/>
          </a:xfrm>
          <a:custGeom>
            <a:avLst/>
            <a:gdLst/>
            <a:ahLst/>
            <a:cxnLst/>
            <a:rect l="l" t="t" r="r" b="b"/>
            <a:pathLst>
              <a:path w="140970" h="149860">
                <a:moveTo>
                  <a:pt x="0" y="0"/>
                </a:moveTo>
                <a:lnTo>
                  <a:pt x="140477" y="0"/>
                </a:lnTo>
                <a:lnTo>
                  <a:pt x="140477" y="36930"/>
                </a:lnTo>
                <a:lnTo>
                  <a:pt x="93347" y="36930"/>
                </a:lnTo>
                <a:lnTo>
                  <a:pt x="93347" y="149566"/>
                </a:lnTo>
                <a:lnTo>
                  <a:pt x="47129" y="149566"/>
                </a:lnTo>
                <a:lnTo>
                  <a:pt x="47129" y="36930"/>
                </a:lnTo>
                <a:lnTo>
                  <a:pt x="0" y="36930"/>
                </a:lnTo>
                <a:lnTo>
                  <a:pt x="0" y="0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0544129" y="4818785"/>
            <a:ext cx="46355" cy="149860"/>
          </a:xfrm>
          <a:custGeom>
            <a:avLst/>
            <a:gdLst/>
            <a:ahLst/>
            <a:cxnLst/>
            <a:rect l="l" t="t" r="r" b="b"/>
            <a:pathLst>
              <a:path w="46354" h="149860">
                <a:moveTo>
                  <a:pt x="0" y="0"/>
                </a:moveTo>
                <a:lnTo>
                  <a:pt x="46302" y="0"/>
                </a:lnTo>
                <a:lnTo>
                  <a:pt x="46302" y="149566"/>
                </a:lnTo>
                <a:lnTo>
                  <a:pt x="0" y="149566"/>
                </a:lnTo>
                <a:lnTo>
                  <a:pt x="0" y="0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0623688" y="4818781"/>
            <a:ext cx="143510" cy="152400"/>
          </a:xfrm>
          <a:custGeom>
            <a:avLst/>
            <a:gdLst/>
            <a:ahLst/>
            <a:cxnLst/>
            <a:rect l="l" t="t" r="r" b="b"/>
            <a:pathLst>
              <a:path w="143509" h="152400">
                <a:moveTo>
                  <a:pt x="97222" y="0"/>
                </a:moveTo>
                <a:lnTo>
                  <a:pt x="143346" y="0"/>
                </a:lnTo>
                <a:lnTo>
                  <a:pt x="143346" y="89117"/>
                </a:lnTo>
                <a:lnTo>
                  <a:pt x="143346" y="97944"/>
                </a:lnTo>
                <a:lnTo>
                  <a:pt x="141964" y="106300"/>
                </a:lnTo>
                <a:lnTo>
                  <a:pt x="139210" y="114143"/>
                </a:lnTo>
                <a:lnTo>
                  <a:pt x="136456" y="121996"/>
                </a:lnTo>
                <a:lnTo>
                  <a:pt x="107745" y="147126"/>
                </a:lnTo>
                <a:lnTo>
                  <a:pt x="75400" y="152131"/>
                </a:lnTo>
                <a:lnTo>
                  <a:pt x="68123" y="152131"/>
                </a:lnTo>
                <a:lnTo>
                  <a:pt x="29988" y="144529"/>
                </a:lnTo>
                <a:lnTo>
                  <a:pt x="4293" y="114394"/>
                </a:lnTo>
                <a:lnTo>
                  <a:pt x="0" y="89117"/>
                </a:lnTo>
                <a:lnTo>
                  <a:pt x="0" y="0"/>
                </a:lnTo>
                <a:lnTo>
                  <a:pt x="46124" y="0"/>
                </a:lnTo>
                <a:lnTo>
                  <a:pt x="46124" y="91232"/>
                </a:lnTo>
                <a:lnTo>
                  <a:pt x="46124" y="99389"/>
                </a:lnTo>
                <a:lnTo>
                  <a:pt x="48375" y="105766"/>
                </a:lnTo>
                <a:lnTo>
                  <a:pt x="52898" y="110342"/>
                </a:lnTo>
                <a:lnTo>
                  <a:pt x="57422" y="114928"/>
                </a:lnTo>
                <a:lnTo>
                  <a:pt x="63694" y="117221"/>
                </a:lnTo>
                <a:lnTo>
                  <a:pt x="71736" y="117221"/>
                </a:lnTo>
                <a:lnTo>
                  <a:pt x="79693" y="117221"/>
                </a:lnTo>
                <a:lnTo>
                  <a:pt x="85924" y="114970"/>
                </a:lnTo>
                <a:lnTo>
                  <a:pt x="90447" y="110446"/>
                </a:lnTo>
                <a:lnTo>
                  <a:pt x="94970" y="105923"/>
                </a:lnTo>
                <a:lnTo>
                  <a:pt x="97222" y="99525"/>
                </a:lnTo>
                <a:lnTo>
                  <a:pt x="97222" y="91232"/>
                </a:lnTo>
                <a:lnTo>
                  <a:pt x="97222" y="0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0789567" y="4816242"/>
            <a:ext cx="135890" cy="154940"/>
          </a:xfrm>
          <a:custGeom>
            <a:avLst/>
            <a:gdLst/>
            <a:ahLst/>
            <a:cxnLst/>
            <a:rect l="l" t="t" r="r" b="b"/>
            <a:pathLst>
              <a:path w="135890" h="154939">
                <a:moveTo>
                  <a:pt x="0" y="102625"/>
                </a:moveTo>
                <a:lnTo>
                  <a:pt x="43967" y="99871"/>
                </a:lnTo>
                <a:lnTo>
                  <a:pt x="44909" y="107012"/>
                </a:lnTo>
                <a:lnTo>
                  <a:pt x="46867" y="112457"/>
                </a:lnTo>
                <a:lnTo>
                  <a:pt x="49789" y="116195"/>
                </a:lnTo>
                <a:lnTo>
                  <a:pt x="54553" y="122247"/>
                </a:lnTo>
                <a:lnTo>
                  <a:pt x="61348" y="125273"/>
                </a:lnTo>
                <a:lnTo>
                  <a:pt x="70196" y="125273"/>
                </a:lnTo>
                <a:lnTo>
                  <a:pt x="76783" y="125273"/>
                </a:lnTo>
                <a:lnTo>
                  <a:pt x="81871" y="123723"/>
                </a:lnTo>
                <a:lnTo>
                  <a:pt x="85452" y="120635"/>
                </a:lnTo>
                <a:lnTo>
                  <a:pt x="89002" y="117546"/>
                </a:lnTo>
                <a:lnTo>
                  <a:pt x="90803" y="113954"/>
                </a:lnTo>
                <a:lnTo>
                  <a:pt x="90803" y="109871"/>
                </a:lnTo>
                <a:lnTo>
                  <a:pt x="90803" y="105996"/>
                </a:lnTo>
                <a:lnTo>
                  <a:pt x="89086" y="102520"/>
                </a:lnTo>
                <a:lnTo>
                  <a:pt x="85683" y="99462"/>
                </a:lnTo>
                <a:lnTo>
                  <a:pt x="82290" y="96405"/>
                </a:lnTo>
                <a:lnTo>
                  <a:pt x="74395" y="93515"/>
                </a:lnTo>
                <a:lnTo>
                  <a:pt x="62029" y="90793"/>
                </a:lnTo>
                <a:lnTo>
                  <a:pt x="47914" y="87091"/>
                </a:lnTo>
                <a:lnTo>
                  <a:pt x="12954" y="66581"/>
                </a:lnTo>
                <a:lnTo>
                  <a:pt x="5612" y="43757"/>
                </a:lnTo>
                <a:lnTo>
                  <a:pt x="5612" y="36082"/>
                </a:lnTo>
                <a:lnTo>
                  <a:pt x="32375" y="5863"/>
                </a:lnTo>
                <a:lnTo>
                  <a:pt x="69160" y="0"/>
                </a:lnTo>
                <a:lnTo>
                  <a:pt x="82653" y="664"/>
                </a:lnTo>
                <a:lnTo>
                  <a:pt x="119648" y="16778"/>
                </a:lnTo>
                <a:lnTo>
                  <a:pt x="130781" y="44585"/>
                </a:lnTo>
                <a:lnTo>
                  <a:pt x="87222" y="47129"/>
                </a:lnTo>
                <a:lnTo>
                  <a:pt x="86070" y="40396"/>
                </a:lnTo>
                <a:lnTo>
                  <a:pt x="83651" y="35496"/>
                </a:lnTo>
                <a:lnTo>
                  <a:pt x="79924" y="32428"/>
                </a:lnTo>
                <a:lnTo>
                  <a:pt x="76228" y="29370"/>
                </a:lnTo>
                <a:lnTo>
                  <a:pt x="71107" y="27852"/>
                </a:lnTo>
                <a:lnTo>
                  <a:pt x="64573" y="27852"/>
                </a:lnTo>
                <a:lnTo>
                  <a:pt x="59191" y="27852"/>
                </a:lnTo>
                <a:lnTo>
                  <a:pt x="55139" y="28983"/>
                </a:lnTo>
                <a:lnTo>
                  <a:pt x="52427" y="31266"/>
                </a:lnTo>
                <a:lnTo>
                  <a:pt x="49705" y="33538"/>
                </a:lnTo>
                <a:lnTo>
                  <a:pt x="48344" y="36323"/>
                </a:lnTo>
                <a:lnTo>
                  <a:pt x="48344" y="39569"/>
                </a:lnTo>
                <a:lnTo>
                  <a:pt x="48344" y="41956"/>
                </a:lnTo>
                <a:lnTo>
                  <a:pt x="49464" y="44092"/>
                </a:lnTo>
                <a:lnTo>
                  <a:pt x="51715" y="45998"/>
                </a:lnTo>
                <a:lnTo>
                  <a:pt x="53904" y="47988"/>
                </a:lnTo>
                <a:lnTo>
                  <a:pt x="59076" y="49820"/>
                </a:lnTo>
                <a:lnTo>
                  <a:pt x="103010" y="61391"/>
                </a:lnTo>
                <a:lnTo>
                  <a:pt x="129713" y="81306"/>
                </a:lnTo>
                <a:lnTo>
                  <a:pt x="133702" y="87903"/>
                </a:lnTo>
                <a:lnTo>
                  <a:pt x="135681" y="95274"/>
                </a:lnTo>
                <a:lnTo>
                  <a:pt x="135681" y="103441"/>
                </a:lnTo>
                <a:lnTo>
                  <a:pt x="118192" y="140639"/>
                </a:lnTo>
                <a:lnTo>
                  <a:pt x="79886" y="154271"/>
                </a:lnTo>
                <a:lnTo>
                  <a:pt x="69484" y="154665"/>
                </a:lnTo>
                <a:lnTo>
                  <a:pt x="51865" y="153745"/>
                </a:lnTo>
                <a:lnTo>
                  <a:pt x="10073" y="132118"/>
                </a:lnTo>
                <a:lnTo>
                  <a:pt x="1767" y="113451"/>
                </a:lnTo>
                <a:lnTo>
                  <a:pt x="0" y="102625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0942694" y="4816237"/>
            <a:ext cx="155575" cy="154940"/>
          </a:xfrm>
          <a:custGeom>
            <a:avLst/>
            <a:gdLst/>
            <a:ahLst/>
            <a:cxnLst/>
            <a:rect l="l" t="t" r="r" b="b"/>
            <a:pathLst>
              <a:path w="155575" h="154939">
                <a:moveTo>
                  <a:pt x="46218" y="77631"/>
                </a:moveTo>
                <a:lnTo>
                  <a:pt x="60239" y="116781"/>
                </a:lnTo>
                <a:lnTo>
                  <a:pt x="67893" y="120080"/>
                </a:lnTo>
                <a:lnTo>
                  <a:pt x="77526" y="120080"/>
                </a:lnTo>
                <a:lnTo>
                  <a:pt x="87463" y="120080"/>
                </a:lnTo>
                <a:lnTo>
                  <a:pt x="108241" y="87178"/>
                </a:lnTo>
                <a:lnTo>
                  <a:pt x="108750" y="75589"/>
                </a:lnTo>
                <a:lnTo>
                  <a:pt x="108218" y="65743"/>
                </a:lnTo>
                <a:lnTo>
                  <a:pt x="86845" y="34993"/>
                </a:lnTo>
                <a:lnTo>
                  <a:pt x="77118" y="34993"/>
                </a:lnTo>
                <a:lnTo>
                  <a:pt x="67798" y="34993"/>
                </a:lnTo>
                <a:lnTo>
                  <a:pt x="46745" y="67021"/>
                </a:lnTo>
                <a:lnTo>
                  <a:pt x="46218" y="77631"/>
                </a:lnTo>
                <a:close/>
              </a:path>
              <a:path w="155575" h="154939">
                <a:moveTo>
                  <a:pt x="0" y="77442"/>
                </a:moveTo>
                <a:lnTo>
                  <a:pt x="11480" y="31613"/>
                </a:lnTo>
                <a:lnTo>
                  <a:pt x="44819" y="5101"/>
                </a:lnTo>
                <a:lnTo>
                  <a:pt x="77233" y="0"/>
                </a:lnTo>
                <a:lnTo>
                  <a:pt x="94833" y="1252"/>
                </a:lnTo>
                <a:lnTo>
                  <a:pt x="134770" y="20051"/>
                </a:lnTo>
                <a:lnTo>
                  <a:pt x="153705" y="59151"/>
                </a:lnTo>
                <a:lnTo>
                  <a:pt x="154969" y="76207"/>
                </a:lnTo>
                <a:lnTo>
                  <a:pt x="154419" y="88726"/>
                </a:lnTo>
                <a:lnTo>
                  <a:pt x="141255" y="127130"/>
                </a:lnTo>
                <a:lnTo>
                  <a:pt x="101905" y="152331"/>
                </a:lnTo>
                <a:lnTo>
                  <a:pt x="79065" y="154665"/>
                </a:lnTo>
                <a:lnTo>
                  <a:pt x="66954" y="154161"/>
                </a:lnTo>
                <a:lnTo>
                  <a:pt x="29302" y="141987"/>
                </a:lnTo>
                <a:lnTo>
                  <a:pt x="5791" y="111824"/>
                </a:lnTo>
                <a:lnTo>
                  <a:pt x="0" y="77442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1114487" y="4816242"/>
            <a:ext cx="135890" cy="154940"/>
          </a:xfrm>
          <a:custGeom>
            <a:avLst/>
            <a:gdLst/>
            <a:ahLst/>
            <a:cxnLst/>
            <a:rect l="l" t="t" r="r" b="b"/>
            <a:pathLst>
              <a:path w="135890" h="154939">
                <a:moveTo>
                  <a:pt x="0" y="102625"/>
                </a:moveTo>
                <a:lnTo>
                  <a:pt x="43967" y="99871"/>
                </a:lnTo>
                <a:lnTo>
                  <a:pt x="44909" y="107012"/>
                </a:lnTo>
                <a:lnTo>
                  <a:pt x="46867" y="112457"/>
                </a:lnTo>
                <a:lnTo>
                  <a:pt x="49789" y="116195"/>
                </a:lnTo>
                <a:lnTo>
                  <a:pt x="54553" y="122247"/>
                </a:lnTo>
                <a:lnTo>
                  <a:pt x="61348" y="125273"/>
                </a:lnTo>
                <a:lnTo>
                  <a:pt x="70196" y="125273"/>
                </a:lnTo>
                <a:lnTo>
                  <a:pt x="76783" y="125273"/>
                </a:lnTo>
                <a:lnTo>
                  <a:pt x="81871" y="123723"/>
                </a:lnTo>
                <a:lnTo>
                  <a:pt x="85452" y="120635"/>
                </a:lnTo>
                <a:lnTo>
                  <a:pt x="89002" y="117546"/>
                </a:lnTo>
                <a:lnTo>
                  <a:pt x="90803" y="113954"/>
                </a:lnTo>
                <a:lnTo>
                  <a:pt x="90803" y="109871"/>
                </a:lnTo>
                <a:lnTo>
                  <a:pt x="90803" y="105996"/>
                </a:lnTo>
                <a:lnTo>
                  <a:pt x="89086" y="102520"/>
                </a:lnTo>
                <a:lnTo>
                  <a:pt x="85683" y="99462"/>
                </a:lnTo>
                <a:lnTo>
                  <a:pt x="82290" y="96405"/>
                </a:lnTo>
                <a:lnTo>
                  <a:pt x="74395" y="93515"/>
                </a:lnTo>
                <a:lnTo>
                  <a:pt x="62029" y="90793"/>
                </a:lnTo>
                <a:lnTo>
                  <a:pt x="47914" y="87091"/>
                </a:lnTo>
                <a:lnTo>
                  <a:pt x="12954" y="66581"/>
                </a:lnTo>
                <a:lnTo>
                  <a:pt x="5612" y="43757"/>
                </a:lnTo>
                <a:lnTo>
                  <a:pt x="5612" y="36082"/>
                </a:lnTo>
                <a:lnTo>
                  <a:pt x="32375" y="5863"/>
                </a:lnTo>
                <a:lnTo>
                  <a:pt x="69160" y="0"/>
                </a:lnTo>
                <a:lnTo>
                  <a:pt x="82653" y="664"/>
                </a:lnTo>
                <a:lnTo>
                  <a:pt x="119648" y="16778"/>
                </a:lnTo>
                <a:lnTo>
                  <a:pt x="130781" y="44585"/>
                </a:lnTo>
                <a:lnTo>
                  <a:pt x="87222" y="47129"/>
                </a:lnTo>
                <a:lnTo>
                  <a:pt x="86070" y="40396"/>
                </a:lnTo>
                <a:lnTo>
                  <a:pt x="83651" y="35496"/>
                </a:lnTo>
                <a:lnTo>
                  <a:pt x="79924" y="32428"/>
                </a:lnTo>
                <a:lnTo>
                  <a:pt x="76228" y="29370"/>
                </a:lnTo>
                <a:lnTo>
                  <a:pt x="71107" y="27852"/>
                </a:lnTo>
                <a:lnTo>
                  <a:pt x="64573" y="27852"/>
                </a:lnTo>
                <a:lnTo>
                  <a:pt x="59191" y="27852"/>
                </a:lnTo>
                <a:lnTo>
                  <a:pt x="55139" y="28983"/>
                </a:lnTo>
                <a:lnTo>
                  <a:pt x="52427" y="31266"/>
                </a:lnTo>
                <a:lnTo>
                  <a:pt x="49705" y="33538"/>
                </a:lnTo>
                <a:lnTo>
                  <a:pt x="48344" y="36323"/>
                </a:lnTo>
                <a:lnTo>
                  <a:pt x="48344" y="39569"/>
                </a:lnTo>
                <a:lnTo>
                  <a:pt x="48344" y="41956"/>
                </a:lnTo>
                <a:lnTo>
                  <a:pt x="49464" y="44092"/>
                </a:lnTo>
                <a:lnTo>
                  <a:pt x="51715" y="45998"/>
                </a:lnTo>
                <a:lnTo>
                  <a:pt x="53904" y="47988"/>
                </a:lnTo>
                <a:lnTo>
                  <a:pt x="59076" y="49820"/>
                </a:lnTo>
                <a:lnTo>
                  <a:pt x="103010" y="61391"/>
                </a:lnTo>
                <a:lnTo>
                  <a:pt x="129713" y="81306"/>
                </a:lnTo>
                <a:lnTo>
                  <a:pt x="133702" y="87903"/>
                </a:lnTo>
                <a:lnTo>
                  <a:pt x="135681" y="95274"/>
                </a:lnTo>
                <a:lnTo>
                  <a:pt x="135681" y="103441"/>
                </a:lnTo>
                <a:lnTo>
                  <a:pt x="118192" y="140639"/>
                </a:lnTo>
                <a:lnTo>
                  <a:pt x="79886" y="154271"/>
                </a:lnTo>
                <a:lnTo>
                  <a:pt x="69484" y="154665"/>
                </a:lnTo>
                <a:lnTo>
                  <a:pt x="51866" y="153745"/>
                </a:lnTo>
                <a:lnTo>
                  <a:pt x="10073" y="132118"/>
                </a:lnTo>
                <a:lnTo>
                  <a:pt x="1767" y="113451"/>
                </a:lnTo>
                <a:lnTo>
                  <a:pt x="0" y="102625"/>
                </a:lnTo>
                <a:close/>
              </a:path>
            </a:pathLst>
          </a:custGeom>
          <a:ln w="45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9729788" y="4606842"/>
            <a:ext cx="1681480" cy="364490"/>
          </a:xfrm>
          <a:custGeom>
            <a:avLst/>
            <a:gdLst/>
            <a:ahLst/>
            <a:cxnLst/>
            <a:rect l="l" t="t" r="r" b="b"/>
            <a:pathLst>
              <a:path w="1681479" h="364489">
                <a:moveTo>
                  <a:pt x="147129" y="149567"/>
                </a:moveTo>
                <a:lnTo>
                  <a:pt x="124752" y="106248"/>
                </a:lnTo>
                <a:lnTo>
                  <a:pt x="123659" y="104051"/>
                </a:lnTo>
                <a:lnTo>
                  <a:pt x="121500" y="100965"/>
                </a:lnTo>
                <a:lnTo>
                  <a:pt x="115049" y="92913"/>
                </a:lnTo>
                <a:lnTo>
                  <a:pt x="112572" y="90309"/>
                </a:lnTo>
                <a:lnTo>
                  <a:pt x="110604" y="88874"/>
                </a:lnTo>
                <a:lnTo>
                  <a:pt x="108369" y="87236"/>
                </a:lnTo>
                <a:lnTo>
                  <a:pt x="104343" y="85407"/>
                </a:lnTo>
                <a:lnTo>
                  <a:pt x="98856" y="83566"/>
                </a:lnTo>
                <a:lnTo>
                  <a:pt x="105714" y="81991"/>
                </a:lnTo>
                <a:lnTo>
                  <a:pt x="134975" y="49822"/>
                </a:lnTo>
                <a:lnTo>
                  <a:pt x="134975" y="32004"/>
                </a:lnTo>
                <a:lnTo>
                  <a:pt x="103492" y="2070"/>
                </a:lnTo>
                <a:lnTo>
                  <a:pt x="88557" y="355"/>
                </a:lnTo>
                <a:lnTo>
                  <a:pt x="88557" y="40386"/>
                </a:lnTo>
                <a:lnTo>
                  <a:pt x="88557" y="48463"/>
                </a:lnTo>
                <a:lnTo>
                  <a:pt x="87579" y="51371"/>
                </a:lnTo>
                <a:lnTo>
                  <a:pt x="83705" y="56388"/>
                </a:lnTo>
                <a:lnTo>
                  <a:pt x="81229" y="57950"/>
                </a:lnTo>
                <a:lnTo>
                  <a:pt x="78155" y="58559"/>
                </a:lnTo>
                <a:lnTo>
                  <a:pt x="72123" y="59931"/>
                </a:lnTo>
                <a:lnTo>
                  <a:pt x="68033" y="60604"/>
                </a:lnTo>
                <a:lnTo>
                  <a:pt x="46418" y="60604"/>
                </a:lnTo>
                <a:lnTo>
                  <a:pt x="46418" y="30200"/>
                </a:lnTo>
                <a:lnTo>
                  <a:pt x="75171" y="30200"/>
                </a:lnTo>
                <a:lnTo>
                  <a:pt x="80899" y="31496"/>
                </a:lnTo>
                <a:lnTo>
                  <a:pt x="87020" y="36664"/>
                </a:lnTo>
                <a:lnTo>
                  <a:pt x="88557" y="40386"/>
                </a:lnTo>
                <a:lnTo>
                  <a:pt x="88557" y="355"/>
                </a:lnTo>
                <a:lnTo>
                  <a:pt x="87109" y="241"/>
                </a:lnTo>
                <a:lnTo>
                  <a:pt x="77025" y="0"/>
                </a:lnTo>
                <a:lnTo>
                  <a:pt x="0" y="0"/>
                </a:lnTo>
                <a:lnTo>
                  <a:pt x="0" y="149567"/>
                </a:lnTo>
                <a:lnTo>
                  <a:pt x="46418" y="149567"/>
                </a:lnTo>
                <a:lnTo>
                  <a:pt x="46418" y="88874"/>
                </a:lnTo>
                <a:lnTo>
                  <a:pt x="54737" y="88874"/>
                </a:lnTo>
                <a:lnTo>
                  <a:pt x="70192" y="103860"/>
                </a:lnTo>
                <a:lnTo>
                  <a:pt x="94919" y="149567"/>
                </a:lnTo>
                <a:lnTo>
                  <a:pt x="147129" y="149567"/>
                </a:lnTo>
                <a:close/>
              </a:path>
              <a:path w="1681479" h="364489">
                <a:moveTo>
                  <a:pt x="287934" y="115570"/>
                </a:moveTo>
                <a:lnTo>
                  <a:pt x="208165" y="115570"/>
                </a:lnTo>
                <a:lnTo>
                  <a:pt x="208165" y="86360"/>
                </a:lnTo>
                <a:lnTo>
                  <a:pt x="280060" y="86360"/>
                </a:lnTo>
                <a:lnTo>
                  <a:pt x="280060" y="55880"/>
                </a:lnTo>
                <a:lnTo>
                  <a:pt x="208165" y="55880"/>
                </a:lnTo>
                <a:lnTo>
                  <a:pt x="208165" y="31750"/>
                </a:lnTo>
                <a:lnTo>
                  <a:pt x="285686" y="31750"/>
                </a:lnTo>
                <a:lnTo>
                  <a:pt x="285686" y="0"/>
                </a:lnTo>
                <a:lnTo>
                  <a:pt x="161823" y="0"/>
                </a:lnTo>
                <a:lnTo>
                  <a:pt x="161823" y="31750"/>
                </a:lnTo>
                <a:lnTo>
                  <a:pt x="161823" y="55880"/>
                </a:lnTo>
                <a:lnTo>
                  <a:pt x="161823" y="86360"/>
                </a:lnTo>
                <a:lnTo>
                  <a:pt x="161823" y="115570"/>
                </a:lnTo>
                <a:lnTo>
                  <a:pt x="161823" y="149860"/>
                </a:lnTo>
                <a:lnTo>
                  <a:pt x="287934" y="149860"/>
                </a:lnTo>
                <a:lnTo>
                  <a:pt x="287934" y="115570"/>
                </a:lnTo>
                <a:close/>
              </a:path>
              <a:path w="1681479" h="364489">
                <a:moveTo>
                  <a:pt x="329336" y="211950"/>
                </a:moveTo>
                <a:lnTo>
                  <a:pt x="268592" y="211950"/>
                </a:lnTo>
                <a:lnTo>
                  <a:pt x="245325" y="302958"/>
                </a:lnTo>
                <a:lnTo>
                  <a:pt x="221881" y="211950"/>
                </a:lnTo>
                <a:lnTo>
                  <a:pt x="161086" y="211950"/>
                </a:lnTo>
                <a:lnTo>
                  <a:pt x="161086" y="361505"/>
                </a:lnTo>
                <a:lnTo>
                  <a:pt x="198945" y="361505"/>
                </a:lnTo>
                <a:lnTo>
                  <a:pt x="198945" y="247446"/>
                </a:lnTo>
                <a:lnTo>
                  <a:pt x="228053" y="361505"/>
                </a:lnTo>
                <a:lnTo>
                  <a:pt x="262331" y="361505"/>
                </a:lnTo>
                <a:lnTo>
                  <a:pt x="291477" y="247446"/>
                </a:lnTo>
                <a:lnTo>
                  <a:pt x="291477" y="361505"/>
                </a:lnTo>
                <a:lnTo>
                  <a:pt x="329336" y="361505"/>
                </a:lnTo>
                <a:lnTo>
                  <a:pt x="329336" y="211950"/>
                </a:lnTo>
                <a:close/>
              </a:path>
              <a:path w="1681479" h="364489">
                <a:moveTo>
                  <a:pt x="456260" y="0"/>
                </a:moveTo>
                <a:lnTo>
                  <a:pt x="410133" y="0"/>
                </a:lnTo>
                <a:lnTo>
                  <a:pt x="410133" y="99529"/>
                </a:lnTo>
                <a:lnTo>
                  <a:pt x="407885" y="105930"/>
                </a:lnTo>
                <a:lnTo>
                  <a:pt x="398843" y="114973"/>
                </a:lnTo>
                <a:lnTo>
                  <a:pt x="392595" y="117221"/>
                </a:lnTo>
                <a:lnTo>
                  <a:pt x="376605" y="117221"/>
                </a:lnTo>
                <a:lnTo>
                  <a:pt x="370344" y="114935"/>
                </a:lnTo>
                <a:lnTo>
                  <a:pt x="361289" y="105765"/>
                </a:lnTo>
                <a:lnTo>
                  <a:pt x="359041" y="99390"/>
                </a:lnTo>
                <a:lnTo>
                  <a:pt x="359041" y="0"/>
                </a:lnTo>
                <a:lnTo>
                  <a:pt x="312915" y="0"/>
                </a:lnTo>
                <a:lnTo>
                  <a:pt x="312915" y="89115"/>
                </a:lnTo>
                <a:lnTo>
                  <a:pt x="313182" y="94818"/>
                </a:lnTo>
                <a:lnTo>
                  <a:pt x="331851" y="137198"/>
                </a:lnTo>
                <a:lnTo>
                  <a:pt x="373087" y="151612"/>
                </a:lnTo>
                <a:lnTo>
                  <a:pt x="381038" y="152133"/>
                </a:lnTo>
                <a:lnTo>
                  <a:pt x="388315" y="152133"/>
                </a:lnTo>
                <a:lnTo>
                  <a:pt x="427113" y="144754"/>
                </a:lnTo>
                <a:lnTo>
                  <a:pt x="454875" y="106299"/>
                </a:lnTo>
                <a:lnTo>
                  <a:pt x="456260" y="97942"/>
                </a:lnTo>
                <a:lnTo>
                  <a:pt x="456260" y="0"/>
                </a:lnTo>
                <a:close/>
              </a:path>
              <a:path w="1681479" h="364489">
                <a:moveTo>
                  <a:pt x="502272" y="211950"/>
                </a:moveTo>
                <a:lnTo>
                  <a:pt x="456145" y="211950"/>
                </a:lnTo>
                <a:lnTo>
                  <a:pt x="456145" y="311467"/>
                </a:lnTo>
                <a:lnTo>
                  <a:pt x="453898" y="317868"/>
                </a:lnTo>
                <a:lnTo>
                  <a:pt x="444842" y="326910"/>
                </a:lnTo>
                <a:lnTo>
                  <a:pt x="438607" y="329171"/>
                </a:lnTo>
                <a:lnTo>
                  <a:pt x="422617" y="329171"/>
                </a:lnTo>
                <a:lnTo>
                  <a:pt x="416344" y="326872"/>
                </a:lnTo>
                <a:lnTo>
                  <a:pt x="407301" y="317715"/>
                </a:lnTo>
                <a:lnTo>
                  <a:pt x="405053" y="311340"/>
                </a:lnTo>
                <a:lnTo>
                  <a:pt x="405053" y="211950"/>
                </a:lnTo>
                <a:lnTo>
                  <a:pt x="358927" y="211950"/>
                </a:lnTo>
                <a:lnTo>
                  <a:pt x="358927" y="301066"/>
                </a:lnTo>
                <a:lnTo>
                  <a:pt x="359194" y="306768"/>
                </a:lnTo>
                <a:lnTo>
                  <a:pt x="377850" y="349135"/>
                </a:lnTo>
                <a:lnTo>
                  <a:pt x="419100" y="363550"/>
                </a:lnTo>
                <a:lnTo>
                  <a:pt x="427050" y="364070"/>
                </a:lnTo>
                <a:lnTo>
                  <a:pt x="434327" y="364070"/>
                </a:lnTo>
                <a:lnTo>
                  <a:pt x="473125" y="356692"/>
                </a:lnTo>
                <a:lnTo>
                  <a:pt x="500875" y="318249"/>
                </a:lnTo>
                <a:lnTo>
                  <a:pt x="502272" y="309892"/>
                </a:lnTo>
                <a:lnTo>
                  <a:pt x="502272" y="211950"/>
                </a:lnTo>
                <a:close/>
              </a:path>
              <a:path w="1681479" h="364489">
                <a:moveTo>
                  <a:pt x="616813" y="0"/>
                </a:moveTo>
                <a:lnTo>
                  <a:pt x="476338" y="0"/>
                </a:lnTo>
                <a:lnTo>
                  <a:pt x="476338" y="36830"/>
                </a:lnTo>
                <a:lnTo>
                  <a:pt x="523468" y="36830"/>
                </a:lnTo>
                <a:lnTo>
                  <a:pt x="523468" y="149860"/>
                </a:lnTo>
                <a:lnTo>
                  <a:pt x="569683" y="149860"/>
                </a:lnTo>
                <a:lnTo>
                  <a:pt x="569683" y="36830"/>
                </a:lnTo>
                <a:lnTo>
                  <a:pt x="616813" y="36830"/>
                </a:lnTo>
                <a:lnTo>
                  <a:pt x="616813" y="0"/>
                </a:lnTo>
                <a:close/>
              </a:path>
              <a:path w="1681479" h="364489">
                <a:moveTo>
                  <a:pt x="651205" y="324980"/>
                </a:moveTo>
                <a:lnTo>
                  <a:pt x="579094" y="324980"/>
                </a:lnTo>
                <a:lnTo>
                  <a:pt x="579094" y="211950"/>
                </a:lnTo>
                <a:lnTo>
                  <a:pt x="532879" y="211950"/>
                </a:lnTo>
                <a:lnTo>
                  <a:pt x="532879" y="324980"/>
                </a:lnTo>
                <a:lnTo>
                  <a:pt x="532879" y="361810"/>
                </a:lnTo>
                <a:lnTo>
                  <a:pt x="651205" y="361810"/>
                </a:lnTo>
                <a:lnTo>
                  <a:pt x="651205" y="324980"/>
                </a:lnTo>
                <a:close/>
              </a:path>
              <a:path w="1681479" h="364489">
                <a:moveTo>
                  <a:pt x="685888" y="0"/>
                </a:moveTo>
                <a:lnTo>
                  <a:pt x="639584" y="0"/>
                </a:lnTo>
                <a:lnTo>
                  <a:pt x="639584" y="149567"/>
                </a:lnTo>
                <a:lnTo>
                  <a:pt x="685888" y="149567"/>
                </a:lnTo>
                <a:lnTo>
                  <a:pt x="685888" y="0"/>
                </a:lnTo>
                <a:close/>
              </a:path>
              <a:path w="1681479" h="364489">
                <a:moveTo>
                  <a:pt x="791565" y="211950"/>
                </a:moveTo>
                <a:lnTo>
                  <a:pt x="651090" y="211950"/>
                </a:lnTo>
                <a:lnTo>
                  <a:pt x="651090" y="248780"/>
                </a:lnTo>
                <a:lnTo>
                  <a:pt x="698220" y="248780"/>
                </a:lnTo>
                <a:lnTo>
                  <a:pt x="698220" y="361810"/>
                </a:lnTo>
                <a:lnTo>
                  <a:pt x="744435" y="361810"/>
                </a:lnTo>
                <a:lnTo>
                  <a:pt x="744435" y="248780"/>
                </a:lnTo>
                <a:lnTo>
                  <a:pt x="791565" y="248780"/>
                </a:lnTo>
                <a:lnTo>
                  <a:pt x="791565" y="211950"/>
                </a:lnTo>
                <a:close/>
              </a:path>
              <a:path w="1681479" h="364489">
                <a:moveTo>
                  <a:pt x="837399" y="113030"/>
                </a:moveTo>
                <a:lnTo>
                  <a:pt x="765276" y="113030"/>
                </a:lnTo>
                <a:lnTo>
                  <a:pt x="765276" y="0"/>
                </a:lnTo>
                <a:lnTo>
                  <a:pt x="719061" y="0"/>
                </a:lnTo>
                <a:lnTo>
                  <a:pt x="719061" y="113030"/>
                </a:lnTo>
                <a:lnTo>
                  <a:pt x="719061" y="149860"/>
                </a:lnTo>
                <a:lnTo>
                  <a:pt x="837399" y="149860"/>
                </a:lnTo>
                <a:lnTo>
                  <a:pt x="837399" y="113030"/>
                </a:lnTo>
                <a:close/>
              </a:path>
              <a:path w="1681479" h="364489">
                <a:moveTo>
                  <a:pt x="860640" y="211950"/>
                </a:moveTo>
                <a:lnTo>
                  <a:pt x="814336" y="211950"/>
                </a:lnTo>
                <a:lnTo>
                  <a:pt x="814336" y="361518"/>
                </a:lnTo>
                <a:lnTo>
                  <a:pt x="860640" y="361518"/>
                </a:lnTo>
                <a:lnTo>
                  <a:pt x="860640" y="211950"/>
                </a:lnTo>
                <a:close/>
              </a:path>
              <a:path w="1681479" h="364489">
                <a:moveTo>
                  <a:pt x="906551" y="0"/>
                </a:moveTo>
                <a:lnTo>
                  <a:pt x="860247" y="0"/>
                </a:lnTo>
                <a:lnTo>
                  <a:pt x="860247" y="149567"/>
                </a:lnTo>
                <a:lnTo>
                  <a:pt x="906551" y="149567"/>
                </a:lnTo>
                <a:lnTo>
                  <a:pt x="906551" y="0"/>
                </a:lnTo>
                <a:close/>
              </a:path>
              <a:path w="1681479" h="364489">
                <a:moveTo>
                  <a:pt x="1037234" y="211950"/>
                </a:moveTo>
                <a:lnTo>
                  <a:pt x="991120" y="211950"/>
                </a:lnTo>
                <a:lnTo>
                  <a:pt x="991120" y="311467"/>
                </a:lnTo>
                <a:lnTo>
                  <a:pt x="988860" y="317868"/>
                </a:lnTo>
                <a:lnTo>
                  <a:pt x="979817" y="326910"/>
                </a:lnTo>
                <a:lnTo>
                  <a:pt x="973582" y="329171"/>
                </a:lnTo>
                <a:lnTo>
                  <a:pt x="957592" y="329171"/>
                </a:lnTo>
                <a:lnTo>
                  <a:pt x="951318" y="326872"/>
                </a:lnTo>
                <a:lnTo>
                  <a:pt x="942263" y="317715"/>
                </a:lnTo>
                <a:lnTo>
                  <a:pt x="940015" y="311340"/>
                </a:lnTo>
                <a:lnTo>
                  <a:pt x="940015" y="211950"/>
                </a:lnTo>
                <a:lnTo>
                  <a:pt x="893889" y="211950"/>
                </a:lnTo>
                <a:lnTo>
                  <a:pt x="893889" y="301066"/>
                </a:lnTo>
                <a:lnTo>
                  <a:pt x="894156" y="306768"/>
                </a:lnTo>
                <a:lnTo>
                  <a:pt x="912825" y="349135"/>
                </a:lnTo>
                <a:lnTo>
                  <a:pt x="954074" y="363550"/>
                </a:lnTo>
                <a:lnTo>
                  <a:pt x="962012" y="364070"/>
                </a:lnTo>
                <a:lnTo>
                  <a:pt x="969289" y="364070"/>
                </a:lnTo>
                <a:lnTo>
                  <a:pt x="1008087" y="356692"/>
                </a:lnTo>
                <a:lnTo>
                  <a:pt x="1035862" y="318249"/>
                </a:lnTo>
                <a:lnTo>
                  <a:pt x="1037234" y="309892"/>
                </a:lnTo>
                <a:lnTo>
                  <a:pt x="1037234" y="211950"/>
                </a:lnTo>
                <a:close/>
              </a:path>
              <a:path w="1681479" h="364489">
                <a:moveTo>
                  <a:pt x="1069797" y="117436"/>
                </a:moveTo>
                <a:lnTo>
                  <a:pt x="982776" y="117436"/>
                </a:lnTo>
                <a:lnTo>
                  <a:pt x="1066723" y="29895"/>
                </a:lnTo>
                <a:lnTo>
                  <a:pt x="1066723" y="0"/>
                </a:lnTo>
                <a:lnTo>
                  <a:pt x="935939" y="0"/>
                </a:lnTo>
                <a:lnTo>
                  <a:pt x="935939" y="31940"/>
                </a:lnTo>
                <a:lnTo>
                  <a:pt x="1010958" y="31940"/>
                </a:lnTo>
                <a:lnTo>
                  <a:pt x="927874" y="118554"/>
                </a:lnTo>
                <a:lnTo>
                  <a:pt x="927874" y="149567"/>
                </a:lnTo>
                <a:lnTo>
                  <a:pt x="1069797" y="149567"/>
                </a:lnTo>
                <a:lnTo>
                  <a:pt x="1069797" y="117436"/>
                </a:lnTo>
                <a:close/>
              </a:path>
              <a:path w="1681479" h="364489">
                <a:moveTo>
                  <a:pt x="1195451" y="304685"/>
                </a:moveTo>
                <a:lnTo>
                  <a:pt x="1170419" y="274129"/>
                </a:lnTo>
                <a:lnTo>
                  <a:pt x="1127010" y="260921"/>
                </a:lnTo>
                <a:lnTo>
                  <a:pt x="1118844" y="259232"/>
                </a:lnTo>
                <a:lnTo>
                  <a:pt x="1113675" y="257390"/>
                </a:lnTo>
                <a:lnTo>
                  <a:pt x="1109243" y="253504"/>
                </a:lnTo>
                <a:lnTo>
                  <a:pt x="1108113" y="251358"/>
                </a:lnTo>
                <a:lnTo>
                  <a:pt x="1108113" y="245732"/>
                </a:lnTo>
                <a:lnTo>
                  <a:pt x="1109484" y="242951"/>
                </a:lnTo>
                <a:lnTo>
                  <a:pt x="1114907" y="238391"/>
                </a:lnTo>
                <a:lnTo>
                  <a:pt x="1118971" y="237261"/>
                </a:lnTo>
                <a:lnTo>
                  <a:pt x="1130884" y="237261"/>
                </a:lnTo>
                <a:lnTo>
                  <a:pt x="1136002" y="238772"/>
                </a:lnTo>
                <a:lnTo>
                  <a:pt x="1143431" y="244906"/>
                </a:lnTo>
                <a:lnTo>
                  <a:pt x="1145844" y="249809"/>
                </a:lnTo>
                <a:lnTo>
                  <a:pt x="1147000" y="256540"/>
                </a:lnTo>
                <a:lnTo>
                  <a:pt x="1190561" y="253987"/>
                </a:lnTo>
                <a:lnTo>
                  <a:pt x="1172654" y="220065"/>
                </a:lnTo>
                <a:lnTo>
                  <a:pt x="1128928" y="209410"/>
                </a:lnTo>
                <a:lnTo>
                  <a:pt x="1117892" y="209778"/>
                </a:lnTo>
                <a:lnTo>
                  <a:pt x="1080427" y="222237"/>
                </a:lnTo>
                <a:lnTo>
                  <a:pt x="1065390" y="245491"/>
                </a:lnTo>
                <a:lnTo>
                  <a:pt x="1065390" y="253161"/>
                </a:lnTo>
                <a:lnTo>
                  <a:pt x="1086015" y="287413"/>
                </a:lnTo>
                <a:lnTo>
                  <a:pt x="1134173" y="302920"/>
                </a:lnTo>
                <a:lnTo>
                  <a:pt x="1142060" y="305816"/>
                </a:lnTo>
                <a:lnTo>
                  <a:pt x="1148854" y="311924"/>
                </a:lnTo>
                <a:lnTo>
                  <a:pt x="1150581" y="315404"/>
                </a:lnTo>
                <a:lnTo>
                  <a:pt x="1150581" y="323367"/>
                </a:lnTo>
                <a:lnTo>
                  <a:pt x="1148778" y="326948"/>
                </a:lnTo>
                <a:lnTo>
                  <a:pt x="1141641" y="333133"/>
                </a:lnTo>
                <a:lnTo>
                  <a:pt x="1136561" y="334683"/>
                </a:lnTo>
                <a:lnTo>
                  <a:pt x="1121117" y="334683"/>
                </a:lnTo>
                <a:lnTo>
                  <a:pt x="1114323" y="331660"/>
                </a:lnTo>
                <a:lnTo>
                  <a:pt x="1106639" y="321868"/>
                </a:lnTo>
                <a:lnTo>
                  <a:pt x="1104684" y="316420"/>
                </a:lnTo>
                <a:lnTo>
                  <a:pt x="1103744" y="309283"/>
                </a:lnTo>
                <a:lnTo>
                  <a:pt x="1059776" y="312026"/>
                </a:lnTo>
                <a:lnTo>
                  <a:pt x="1076388" y="349377"/>
                </a:lnTo>
                <a:lnTo>
                  <a:pt x="1129258" y="364070"/>
                </a:lnTo>
                <a:lnTo>
                  <a:pt x="1139659" y="363677"/>
                </a:lnTo>
                <a:lnTo>
                  <a:pt x="1177963" y="350050"/>
                </a:lnTo>
                <a:lnTo>
                  <a:pt x="1195451" y="312851"/>
                </a:lnTo>
                <a:lnTo>
                  <a:pt x="1195451" y="304685"/>
                </a:lnTo>
                <a:close/>
              </a:path>
              <a:path w="1681479" h="364489">
                <a:moveTo>
                  <a:pt x="1238427" y="149567"/>
                </a:moveTo>
                <a:lnTo>
                  <a:pt x="1229144" y="124879"/>
                </a:lnTo>
                <a:lnTo>
                  <a:pt x="1216990" y="92532"/>
                </a:lnTo>
                <a:lnTo>
                  <a:pt x="1196784" y="38773"/>
                </a:lnTo>
                <a:lnTo>
                  <a:pt x="1182217" y="0"/>
                </a:lnTo>
                <a:lnTo>
                  <a:pt x="1172959" y="0"/>
                </a:lnTo>
                <a:lnTo>
                  <a:pt x="1172959" y="92532"/>
                </a:lnTo>
                <a:lnTo>
                  <a:pt x="1140117" y="92532"/>
                </a:lnTo>
                <a:lnTo>
                  <a:pt x="1156462" y="38773"/>
                </a:lnTo>
                <a:lnTo>
                  <a:pt x="1172959" y="92532"/>
                </a:lnTo>
                <a:lnTo>
                  <a:pt x="1172959" y="0"/>
                </a:lnTo>
                <a:lnTo>
                  <a:pt x="1131824" y="0"/>
                </a:lnTo>
                <a:lnTo>
                  <a:pt x="1075588" y="149567"/>
                </a:lnTo>
                <a:lnTo>
                  <a:pt x="1122781" y="149567"/>
                </a:lnTo>
                <a:lnTo>
                  <a:pt x="1130084" y="124879"/>
                </a:lnTo>
                <a:lnTo>
                  <a:pt x="1182535" y="124879"/>
                </a:lnTo>
                <a:lnTo>
                  <a:pt x="1190015" y="149567"/>
                </a:lnTo>
                <a:lnTo>
                  <a:pt x="1238427" y="149567"/>
                </a:lnTo>
                <a:close/>
              </a:path>
              <a:path w="1681479" h="364489">
                <a:moveTo>
                  <a:pt x="1367828" y="284988"/>
                </a:moveTo>
                <a:lnTo>
                  <a:pt x="1366672" y="269532"/>
                </a:lnTo>
                <a:lnTo>
                  <a:pt x="1366608" y="268554"/>
                </a:lnTo>
                <a:lnTo>
                  <a:pt x="1362811" y="253504"/>
                </a:lnTo>
                <a:lnTo>
                  <a:pt x="1336497" y="220675"/>
                </a:lnTo>
                <a:lnTo>
                  <a:pt x="1323378" y="214503"/>
                </a:lnTo>
                <a:lnTo>
                  <a:pt x="1323555" y="214503"/>
                </a:lnTo>
                <a:lnTo>
                  <a:pt x="1321650" y="214045"/>
                </a:lnTo>
                <a:lnTo>
                  <a:pt x="1321650" y="284988"/>
                </a:lnTo>
                <a:lnTo>
                  <a:pt x="1321142" y="296583"/>
                </a:lnTo>
                <a:lnTo>
                  <a:pt x="1300365" y="329476"/>
                </a:lnTo>
                <a:lnTo>
                  <a:pt x="1280795" y="329476"/>
                </a:lnTo>
                <a:lnTo>
                  <a:pt x="1273314" y="326263"/>
                </a:lnTo>
                <a:lnTo>
                  <a:pt x="1268933" y="321221"/>
                </a:lnTo>
                <a:lnTo>
                  <a:pt x="1267587" y="319633"/>
                </a:lnTo>
                <a:lnTo>
                  <a:pt x="1263954" y="313982"/>
                </a:lnTo>
                <a:lnTo>
                  <a:pt x="1263853" y="313842"/>
                </a:lnTo>
                <a:lnTo>
                  <a:pt x="1261224" y="306501"/>
                </a:lnTo>
                <a:lnTo>
                  <a:pt x="1259738" y="298132"/>
                </a:lnTo>
                <a:lnTo>
                  <a:pt x="1259649" y="297561"/>
                </a:lnTo>
                <a:lnTo>
                  <a:pt x="1259116" y="287032"/>
                </a:lnTo>
                <a:lnTo>
                  <a:pt x="1259649" y="276428"/>
                </a:lnTo>
                <a:lnTo>
                  <a:pt x="1280693" y="244398"/>
                </a:lnTo>
                <a:lnTo>
                  <a:pt x="1299743" y="244398"/>
                </a:lnTo>
                <a:lnTo>
                  <a:pt x="1321650" y="284988"/>
                </a:lnTo>
                <a:lnTo>
                  <a:pt x="1321650" y="214045"/>
                </a:lnTo>
                <a:lnTo>
                  <a:pt x="1307833" y="210680"/>
                </a:lnTo>
                <a:lnTo>
                  <a:pt x="1308061" y="210680"/>
                </a:lnTo>
                <a:lnTo>
                  <a:pt x="1290129" y="209397"/>
                </a:lnTo>
                <a:lnTo>
                  <a:pt x="1244511" y="220878"/>
                </a:lnTo>
                <a:lnTo>
                  <a:pt x="1218069" y="254127"/>
                </a:lnTo>
                <a:lnTo>
                  <a:pt x="1212913" y="287032"/>
                </a:lnTo>
                <a:lnTo>
                  <a:pt x="1213396" y="296583"/>
                </a:lnTo>
                <a:lnTo>
                  <a:pt x="1228750" y="338632"/>
                </a:lnTo>
                <a:lnTo>
                  <a:pt x="1268844" y="362051"/>
                </a:lnTo>
                <a:lnTo>
                  <a:pt x="1291971" y="364070"/>
                </a:lnTo>
                <a:lnTo>
                  <a:pt x="1302283" y="363562"/>
                </a:lnTo>
                <a:lnTo>
                  <a:pt x="1303401" y="363562"/>
                </a:lnTo>
                <a:lnTo>
                  <a:pt x="1341386" y="349592"/>
                </a:lnTo>
                <a:lnTo>
                  <a:pt x="1358519" y="329476"/>
                </a:lnTo>
                <a:lnTo>
                  <a:pt x="1359065" y="328599"/>
                </a:lnTo>
                <a:lnTo>
                  <a:pt x="1367802" y="287032"/>
                </a:lnTo>
                <a:lnTo>
                  <a:pt x="1367828" y="284988"/>
                </a:lnTo>
                <a:close/>
              </a:path>
              <a:path w="1681479" h="364489">
                <a:moveTo>
                  <a:pt x="1391437" y="97510"/>
                </a:moveTo>
                <a:lnTo>
                  <a:pt x="1360131" y="69989"/>
                </a:lnTo>
                <a:lnTo>
                  <a:pt x="1367193" y="67551"/>
                </a:lnTo>
                <a:lnTo>
                  <a:pt x="1372577" y="64211"/>
                </a:lnTo>
                <a:lnTo>
                  <a:pt x="1377403" y="58674"/>
                </a:lnTo>
                <a:lnTo>
                  <a:pt x="1381772" y="53657"/>
                </a:lnTo>
                <a:lnTo>
                  <a:pt x="1384515" y="46075"/>
                </a:lnTo>
                <a:lnTo>
                  <a:pt x="1384439" y="36423"/>
                </a:lnTo>
                <a:lnTo>
                  <a:pt x="1383969" y="31534"/>
                </a:lnTo>
                <a:lnTo>
                  <a:pt x="1383855" y="30314"/>
                </a:lnTo>
                <a:lnTo>
                  <a:pt x="1349908" y="673"/>
                </a:lnTo>
                <a:lnTo>
                  <a:pt x="1345133" y="368"/>
                </a:lnTo>
                <a:lnTo>
                  <a:pt x="1345133" y="97510"/>
                </a:lnTo>
                <a:lnTo>
                  <a:pt x="1345133" y="106578"/>
                </a:lnTo>
                <a:lnTo>
                  <a:pt x="1343507" y="110388"/>
                </a:lnTo>
                <a:lnTo>
                  <a:pt x="1340218" y="113195"/>
                </a:lnTo>
                <a:lnTo>
                  <a:pt x="1336979" y="116027"/>
                </a:lnTo>
                <a:lnTo>
                  <a:pt x="1331353" y="117424"/>
                </a:lnTo>
                <a:lnTo>
                  <a:pt x="1299832" y="117424"/>
                </a:lnTo>
                <a:lnTo>
                  <a:pt x="1299832" y="87134"/>
                </a:lnTo>
                <a:lnTo>
                  <a:pt x="1331379" y="87134"/>
                </a:lnTo>
                <a:lnTo>
                  <a:pt x="1337056" y="88493"/>
                </a:lnTo>
                <a:lnTo>
                  <a:pt x="1343507" y="93853"/>
                </a:lnTo>
                <a:lnTo>
                  <a:pt x="1345133" y="97510"/>
                </a:lnTo>
                <a:lnTo>
                  <a:pt x="1345133" y="368"/>
                </a:lnTo>
                <a:lnTo>
                  <a:pt x="1339723" y="0"/>
                </a:lnTo>
                <a:lnTo>
                  <a:pt x="1339215" y="0"/>
                </a:lnTo>
                <a:lnTo>
                  <a:pt x="1339215" y="39827"/>
                </a:lnTo>
                <a:lnTo>
                  <a:pt x="1339215" y="48882"/>
                </a:lnTo>
                <a:lnTo>
                  <a:pt x="1337805" y="52463"/>
                </a:lnTo>
                <a:lnTo>
                  <a:pt x="1332153" y="57416"/>
                </a:lnTo>
                <a:lnTo>
                  <a:pt x="1327124" y="58674"/>
                </a:lnTo>
                <a:lnTo>
                  <a:pt x="1299832" y="58674"/>
                </a:lnTo>
                <a:lnTo>
                  <a:pt x="1299832" y="30314"/>
                </a:lnTo>
                <a:lnTo>
                  <a:pt x="1327251" y="30314"/>
                </a:lnTo>
                <a:lnTo>
                  <a:pt x="1332153" y="31534"/>
                </a:lnTo>
                <a:lnTo>
                  <a:pt x="1334998" y="33972"/>
                </a:lnTo>
                <a:lnTo>
                  <a:pt x="1337805" y="36423"/>
                </a:lnTo>
                <a:lnTo>
                  <a:pt x="1339215" y="39827"/>
                </a:lnTo>
                <a:lnTo>
                  <a:pt x="1339215" y="0"/>
                </a:lnTo>
                <a:lnTo>
                  <a:pt x="1253210" y="0"/>
                </a:lnTo>
                <a:lnTo>
                  <a:pt x="1253210" y="149580"/>
                </a:lnTo>
                <a:lnTo>
                  <a:pt x="1336382" y="149580"/>
                </a:lnTo>
                <a:lnTo>
                  <a:pt x="1343304" y="148894"/>
                </a:lnTo>
                <a:lnTo>
                  <a:pt x="1382420" y="134137"/>
                </a:lnTo>
                <a:lnTo>
                  <a:pt x="1390751" y="117424"/>
                </a:lnTo>
                <a:lnTo>
                  <a:pt x="1391437" y="114782"/>
                </a:lnTo>
                <a:lnTo>
                  <a:pt x="1391437" y="97510"/>
                </a:lnTo>
                <a:close/>
              </a:path>
              <a:path w="1681479" h="364489">
                <a:moveTo>
                  <a:pt x="1520380" y="304685"/>
                </a:moveTo>
                <a:lnTo>
                  <a:pt x="1495336" y="274129"/>
                </a:lnTo>
                <a:lnTo>
                  <a:pt x="1451927" y="260921"/>
                </a:lnTo>
                <a:lnTo>
                  <a:pt x="1443774" y="259232"/>
                </a:lnTo>
                <a:lnTo>
                  <a:pt x="1438592" y="257390"/>
                </a:lnTo>
                <a:lnTo>
                  <a:pt x="1434160" y="253504"/>
                </a:lnTo>
                <a:lnTo>
                  <a:pt x="1433042" y="251358"/>
                </a:lnTo>
                <a:lnTo>
                  <a:pt x="1433042" y="245732"/>
                </a:lnTo>
                <a:lnTo>
                  <a:pt x="1434401" y="242951"/>
                </a:lnTo>
                <a:lnTo>
                  <a:pt x="1439837" y="238391"/>
                </a:lnTo>
                <a:lnTo>
                  <a:pt x="1443888" y="237261"/>
                </a:lnTo>
                <a:lnTo>
                  <a:pt x="1455801" y="237261"/>
                </a:lnTo>
                <a:lnTo>
                  <a:pt x="1460919" y="238772"/>
                </a:lnTo>
                <a:lnTo>
                  <a:pt x="1468348" y="244906"/>
                </a:lnTo>
                <a:lnTo>
                  <a:pt x="1470761" y="249809"/>
                </a:lnTo>
                <a:lnTo>
                  <a:pt x="1471917" y="256540"/>
                </a:lnTo>
                <a:lnTo>
                  <a:pt x="1515478" y="253987"/>
                </a:lnTo>
                <a:lnTo>
                  <a:pt x="1497584" y="220065"/>
                </a:lnTo>
                <a:lnTo>
                  <a:pt x="1453857" y="209410"/>
                </a:lnTo>
                <a:lnTo>
                  <a:pt x="1442808" y="209778"/>
                </a:lnTo>
                <a:lnTo>
                  <a:pt x="1405343" y="222237"/>
                </a:lnTo>
                <a:lnTo>
                  <a:pt x="1390307" y="245491"/>
                </a:lnTo>
                <a:lnTo>
                  <a:pt x="1390307" y="253161"/>
                </a:lnTo>
                <a:lnTo>
                  <a:pt x="1410931" y="287413"/>
                </a:lnTo>
                <a:lnTo>
                  <a:pt x="1459090" y="302920"/>
                </a:lnTo>
                <a:lnTo>
                  <a:pt x="1466989" y="305816"/>
                </a:lnTo>
                <a:lnTo>
                  <a:pt x="1473784" y="311924"/>
                </a:lnTo>
                <a:lnTo>
                  <a:pt x="1475498" y="315404"/>
                </a:lnTo>
                <a:lnTo>
                  <a:pt x="1475498" y="323367"/>
                </a:lnTo>
                <a:lnTo>
                  <a:pt x="1473695" y="326948"/>
                </a:lnTo>
                <a:lnTo>
                  <a:pt x="1466570" y="333133"/>
                </a:lnTo>
                <a:lnTo>
                  <a:pt x="1461477" y="334683"/>
                </a:lnTo>
                <a:lnTo>
                  <a:pt x="1446047" y="334683"/>
                </a:lnTo>
                <a:lnTo>
                  <a:pt x="1439252" y="331660"/>
                </a:lnTo>
                <a:lnTo>
                  <a:pt x="1431556" y="321868"/>
                </a:lnTo>
                <a:lnTo>
                  <a:pt x="1429600" y="316420"/>
                </a:lnTo>
                <a:lnTo>
                  <a:pt x="1428661" y="309283"/>
                </a:lnTo>
                <a:lnTo>
                  <a:pt x="1384693" y="312026"/>
                </a:lnTo>
                <a:lnTo>
                  <a:pt x="1401305" y="349377"/>
                </a:lnTo>
                <a:lnTo>
                  <a:pt x="1454175" y="364070"/>
                </a:lnTo>
                <a:lnTo>
                  <a:pt x="1464576" y="363677"/>
                </a:lnTo>
                <a:lnTo>
                  <a:pt x="1502892" y="350050"/>
                </a:lnTo>
                <a:lnTo>
                  <a:pt x="1520380" y="312851"/>
                </a:lnTo>
                <a:lnTo>
                  <a:pt x="1520380" y="304685"/>
                </a:lnTo>
                <a:close/>
              </a:path>
              <a:path w="1681479" h="364489">
                <a:moveTo>
                  <a:pt x="1533956" y="113030"/>
                </a:moveTo>
                <a:lnTo>
                  <a:pt x="1461846" y="113030"/>
                </a:lnTo>
                <a:lnTo>
                  <a:pt x="1461846" y="0"/>
                </a:lnTo>
                <a:lnTo>
                  <a:pt x="1415618" y="0"/>
                </a:lnTo>
                <a:lnTo>
                  <a:pt x="1415618" y="113030"/>
                </a:lnTo>
                <a:lnTo>
                  <a:pt x="1415618" y="149860"/>
                </a:lnTo>
                <a:lnTo>
                  <a:pt x="1533956" y="149860"/>
                </a:lnTo>
                <a:lnTo>
                  <a:pt x="1533956" y="113030"/>
                </a:lnTo>
                <a:close/>
              </a:path>
              <a:path w="1681479" h="364489">
                <a:moveTo>
                  <a:pt x="1680972" y="115570"/>
                </a:moveTo>
                <a:lnTo>
                  <a:pt x="1601190" y="115570"/>
                </a:lnTo>
                <a:lnTo>
                  <a:pt x="1601190" y="86360"/>
                </a:lnTo>
                <a:lnTo>
                  <a:pt x="1673098" y="86360"/>
                </a:lnTo>
                <a:lnTo>
                  <a:pt x="1673098" y="55880"/>
                </a:lnTo>
                <a:lnTo>
                  <a:pt x="1601190" y="55880"/>
                </a:lnTo>
                <a:lnTo>
                  <a:pt x="1601190" y="31750"/>
                </a:lnTo>
                <a:lnTo>
                  <a:pt x="1678711" y="31750"/>
                </a:lnTo>
                <a:lnTo>
                  <a:pt x="1678711" y="0"/>
                </a:lnTo>
                <a:lnTo>
                  <a:pt x="1554861" y="0"/>
                </a:lnTo>
                <a:lnTo>
                  <a:pt x="1554861" y="31750"/>
                </a:lnTo>
                <a:lnTo>
                  <a:pt x="1554861" y="55880"/>
                </a:lnTo>
                <a:lnTo>
                  <a:pt x="1554861" y="86360"/>
                </a:lnTo>
                <a:lnTo>
                  <a:pt x="1554861" y="115570"/>
                </a:lnTo>
                <a:lnTo>
                  <a:pt x="1554861" y="149860"/>
                </a:lnTo>
                <a:lnTo>
                  <a:pt x="1680972" y="149860"/>
                </a:lnTo>
                <a:lnTo>
                  <a:pt x="1680972" y="115570"/>
                </a:lnTo>
                <a:close/>
              </a:path>
            </a:pathLst>
          </a:custGeom>
          <a:solidFill>
            <a:srgbClr val="0C6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5" name="object 7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221805" y="5604757"/>
            <a:ext cx="634067" cy="1298995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113525" y="7047552"/>
            <a:ext cx="851209" cy="751628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061743" y="7890927"/>
            <a:ext cx="932683" cy="994372"/>
          </a:xfrm>
          <a:prstGeom prst="rect">
            <a:avLst/>
          </a:prstGeom>
        </p:spPr>
      </p:pic>
      <p:sp>
        <p:nvSpPr>
          <p:cNvPr id="78" name="object 78"/>
          <p:cNvSpPr txBox="1"/>
          <p:nvPr/>
        </p:nvSpPr>
        <p:spPr>
          <a:xfrm>
            <a:off x="13200259" y="6530002"/>
            <a:ext cx="294259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50" dirty="0">
                <a:latin typeface="Trebuchet MS"/>
                <a:cs typeface="Trebuchet MS"/>
              </a:rPr>
              <a:t>ENVASE</a:t>
            </a:r>
            <a:r>
              <a:rPr sz="2350" spc="-170" dirty="0">
                <a:latin typeface="Trebuchet MS"/>
                <a:cs typeface="Trebuchet MS"/>
              </a:rPr>
              <a:t> </a:t>
            </a:r>
            <a:r>
              <a:rPr sz="2350" spc="-40" dirty="0">
                <a:latin typeface="Trebuchet MS"/>
                <a:cs typeface="Trebuchet MS"/>
              </a:rPr>
              <a:t>REUTILIZABLE*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3191197" y="7285998"/>
            <a:ext cx="231140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65" dirty="0">
                <a:latin typeface="Trebuchet MS"/>
                <a:cs typeface="Trebuchet MS"/>
              </a:rPr>
              <a:t>Contiene</a:t>
            </a:r>
            <a:r>
              <a:rPr sz="2350" spc="-145" dirty="0">
                <a:latin typeface="Trebuchet MS"/>
                <a:cs typeface="Trebuchet MS"/>
              </a:rPr>
              <a:t> </a:t>
            </a:r>
            <a:r>
              <a:rPr sz="2350" spc="-65" dirty="0">
                <a:latin typeface="Trebuchet MS"/>
                <a:cs typeface="Trebuchet MS"/>
              </a:rPr>
              <a:t>glicerina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7007747" y="7285998"/>
            <a:ext cx="243967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20" dirty="0">
                <a:latin typeface="Trebuchet MS"/>
                <a:cs typeface="Trebuchet MS"/>
              </a:rPr>
              <a:t>Mayor</a:t>
            </a:r>
            <a:r>
              <a:rPr sz="2350" spc="-160" dirty="0">
                <a:latin typeface="Trebuchet MS"/>
                <a:cs typeface="Trebuchet MS"/>
              </a:rPr>
              <a:t> </a:t>
            </a:r>
            <a:r>
              <a:rPr sz="2350" spc="-55" dirty="0">
                <a:latin typeface="Trebuchet MS"/>
                <a:cs typeface="Trebuchet MS"/>
              </a:rPr>
              <a:t>rendimiento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7019874" y="6483708"/>
            <a:ext cx="222123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70" dirty="0">
                <a:latin typeface="Trebuchet MS"/>
                <a:cs typeface="Trebuchet MS"/>
              </a:rPr>
              <a:t>Remueve</a:t>
            </a:r>
            <a:r>
              <a:rPr sz="2350" spc="-165" dirty="0">
                <a:latin typeface="Trebuchet MS"/>
                <a:cs typeface="Trebuchet MS"/>
              </a:rPr>
              <a:t> </a:t>
            </a:r>
            <a:r>
              <a:rPr sz="2350" spc="-125" dirty="0">
                <a:latin typeface="Trebuchet MS"/>
                <a:cs typeface="Trebuchet MS"/>
              </a:rPr>
              <a:t>la</a:t>
            </a:r>
            <a:r>
              <a:rPr sz="2350" spc="-165" dirty="0">
                <a:latin typeface="Trebuchet MS"/>
                <a:cs typeface="Trebuchet MS"/>
              </a:rPr>
              <a:t> </a:t>
            </a:r>
            <a:r>
              <a:rPr sz="2350" spc="-20" dirty="0">
                <a:latin typeface="Trebuchet MS"/>
                <a:cs typeface="Trebuchet MS"/>
              </a:rPr>
              <a:t>grasa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5438057" y="10971115"/>
            <a:ext cx="4030979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-40" dirty="0">
                <a:latin typeface="Trebuchet MS"/>
                <a:cs typeface="Trebuchet MS"/>
              </a:rPr>
              <a:t>*Envase</a:t>
            </a:r>
            <a:r>
              <a:rPr sz="1650" spc="-110" dirty="0">
                <a:latin typeface="Trebuchet MS"/>
                <a:cs typeface="Trebuchet MS"/>
              </a:rPr>
              <a:t> </a:t>
            </a:r>
            <a:r>
              <a:rPr sz="1650" spc="-45" dirty="0">
                <a:latin typeface="Trebuchet MS"/>
                <a:cs typeface="Trebuchet MS"/>
              </a:rPr>
              <a:t>de</a:t>
            </a:r>
            <a:r>
              <a:rPr sz="1650" spc="-110" dirty="0">
                <a:latin typeface="Trebuchet MS"/>
                <a:cs typeface="Trebuchet MS"/>
              </a:rPr>
              <a:t> </a:t>
            </a:r>
            <a:r>
              <a:rPr sz="1650" spc="-25" dirty="0">
                <a:latin typeface="Trebuchet MS"/>
                <a:cs typeface="Trebuchet MS"/>
              </a:rPr>
              <a:t>3</a:t>
            </a:r>
            <a:r>
              <a:rPr sz="1650" spc="-105" dirty="0">
                <a:latin typeface="Trebuchet MS"/>
                <a:cs typeface="Trebuchet MS"/>
              </a:rPr>
              <a:t> </a:t>
            </a:r>
            <a:r>
              <a:rPr sz="1650" dirty="0">
                <a:latin typeface="Trebuchet MS"/>
                <a:cs typeface="Trebuchet MS"/>
              </a:rPr>
              <a:t>kg</a:t>
            </a:r>
            <a:r>
              <a:rPr sz="1650" spc="-110" dirty="0">
                <a:latin typeface="Trebuchet MS"/>
                <a:cs typeface="Trebuchet MS"/>
              </a:rPr>
              <a:t> </a:t>
            </a:r>
            <a:r>
              <a:rPr sz="1650" spc="-85" dirty="0">
                <a:latin typeface="Trebuchet MS"/>
                <a:cs typeface="Trebuchet MS"/>
              </a:rPr>
              <a:t>reutilizable</a:t>
            </a:r>
            <a:r>
              <a:rPr sz="1650" spc="-110" dirty="0">
                <a:latin typeface="Trebuchet MS"/>
                <a:cs typeface="Trebuchet MS"/>
              </a:rPr>
              <a:t> </a:t>
            </a:r>
            <a:r>
              <a:rPr sz="1650" spc="-45" dirty="0">
                <a:latin typeface="Trebuchet MS"/>
                <a:cs typeface="Trebuchet MS"/>
              </a:rPr>
              <a:t>en</a:t>
            </a:r>
            <a:r>
              <a:rPr sz="1650" spc="-105" dirty="0">
                <a:latin typeface="Trebuchet MS"/>
                <a:cs typeface="Trebuchet MS"/>
              </a:rPr>
              <a:t> </a:t>
            </a:r>
            <a:r>
              <a:rPr sz="1650" spc="-80" dirty="0">
                <a:latin typeface="Trebuchet MS"/>
                <a:cs typeface="Trebuchet MS"/>
              </a:rPr>
              <a:t>diferentes</a:t>
            </a:r>
            <a:r>
              <a:rPr sz="1650" spc="-110" dirty="0">
                <a:latin typeface="Trebuchet MS"/>
                <a:cs typeface="Trebuchet MS"/>
              </a:rPr>
              <a:t> </a:t>
            </a:r>
            <a:r>
              <a:rPr sz="1650" spc="-20" dirty="0">
                <a:latin typeface="Trebuchet MS"/>
                <a:cs typeface="Trebuchet MS"/>
              </a:rPr>
              <a:t>usos</a:t>
            </a:r>
            <a:endParaRPr sz="1650">
              <a:latin typeface="Trebuchet MS"/>
              <a:cs typeface="Trebuchet MS"/>
            </a:endParaRPr>
          </a:p>
        </p:txBody>
      </p:sp>
      <p:grpSp>
        <p:nvGrpSpPr>
          <p:cNvPr id="83" name="object 57">
            <a:extLst>
              <a:ext uri="{FF2B5EF4-FFF2-40B4-BE49-F238E27FC236}">
                <a16:creationId xmlns:a16="http://schemas.microsoft.com/office/drawing/2014/main" id="{F0C99201-BF51-1115-4297-D0E8DF430024}"/>
              </a:ext>
            </a:extLst>
          </p:cNvPr>
          <p:cNvGrpSpPr/>
          <p:nvPr/>
        </p:nvGrpSpPr>
        <p:grpSpPr>
          <a:xfrm>
            <a:off x="12432468" y="5644068"/>
            <a:ext cx="7102475" cy="482600"/>
            <a:chOff x="12451388" y="5082861"/>
            <a:chExt cx="7102475" cy="482600"/>
          </a:xfrm>
        </p:grpSpPr>
        <p:sp>
          <p:nvSpPr>
            <p:cNvPr id="84" name="object 58">
              <a:extLst>
                <a:ext uri="{FF2B5EF4-FFF2-40B4-BE49-F238E27FC236}">
                  <a16:creationId xmlns:a16="http://schemas.microsoft.com/office/drawing/2014/main" id="{886FEB37-EA26-9150-1629-C68627E7C810}"/>
                </a:ext>
              </a:extLst>
            </p:cNvPr>
            <p:cNvSpPr/>
            <p:nvPr/>
          </p:nvSpPr>
          <p:spPr>
            <a:xfrm>
              <a:off x="12455582" y="5087352"/>
              <a:ext cx="7093584" cy="473709"/>
            </a:xfrm>
            <a:custGeom>
              <a:avLst/>
              <a:gdLst/>
              <a:ahLst/>
              <a:cxnLst/>
              <a:rect l="l" t="t" r="r" b="b"/>
              <a:pathLst>
                <a:path w="7093584" h="473710">
                  <a:moveTo>
                    <a:pt x="7026990" y="473409"/>
                  </a:moveTo>
                  <a:lnTo>
                    <a:pt x="66573" y="473409"/>
                  </a:lnTo>
                  <a:lnTo>
                    <a:pt x="40724" y="468156"/>
                  </a:lnTo>
                  <a:lnTo>
                    <a:pt x="19555" y="453853"/>
                  </a:lnTo>
                  <a:lnTo>
                    <a:pt x="5252" y="432685"/>
                  </a:lnTo>
                  <a:lnTo>
                    <a:pt x="0" y="406835"/>
                  </a:lnTo>
                  <a:lnTo>
                    <a:pt x="0" y="66563"/>
                  </a:lnTo>
                  <a:lnTo>
                    <a:pt x="5252" y="40719"/>
                  </a:lnTo>
                  <a:lnTo>
                    <a:pt x="19555" y="19554"/>
                  </a:lnTo>
                  <a:lnTo>
                    <a:pt x="40724" y="5252"/>
                  </a:lnTo>
                  <a:lnTo>
                    <a:pt x="66573" y="0"/>
                  </a:lnTo>
                  <a:lnTo>
                    <a:pt x="7026990" y="0"/>
                  </a:lnTo>
                  <a:lnTo>
                    <a:pt x="7052840" y="5252"/>
                  </a:lnTo>
                  <a:lnTo>
                    <a:pt x="7074008" y="19554"/>
                  </a:lnTo>
                  <a:lnTo>
                    <a:pt x="7088311" y="40719"/>
                  </a:lnTo>
                  <a:lnTo>
                    <a:pt x="7093564" y="66563"/>
                  </a:lnTo>
                  <a:lnTo>
                    <a:pt x="7093564" y="406835"/>
                  </a:lnTo>
                  <a:lnTo>
                    <a:pt x="7088311" y="432685"/>
                  </a:lnTo>
                  <a:lnTo>
                    <a:pt x="7074008" y="453853"/>
                  </a:lnTo>
                  <a:lnTo>
                    <a:pt x="7052840" y="468156"/>
                  </a:lnTo>
                  <a:lnTo>
                    <a:pt x="7026990" y="473409"/>
                  </a:lnTo>
                  <a:close/>
                </a:path>
              </a:pathLst>
            </a:custGeom>
            <a:ln w="8387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59">
              <a:extLst>
                <a:ext uri="{FF2B5EF4-FFF2-40B4-BE49-F238E27FC236}">
                  <a16:creationId xmlns:a16="http://schemas.microsoft.com/office/drawing/2014/main" id="{6545BDA9-DC33-5042-8CD3-64B246190A6C}"/>
                </a:ext>
              </a:extLst>
            </p:cNvPr>
            <p:cNvSpPr/>
            <p:nvPr/>
          </p:nvSpPr>
          <p:spPr>
            <a:xfrm>
              <a:off x="13564187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34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60">
              <a:extLst>
                <a:ext uri="{FF2B5EF4-FFF2-40B4-BE49-F238E27FC236}">
                  <a16:creationId xmlns:a16="http://schemas.microsoft.com/office/drawing/2014/main" id="{8A7DD791-9B96-4E9D-CCDF-043A3312E87B}"/>
                </a:ext>
              </a:extLst>
            </p:cNvPr>
            <p:cNvSpPr/>
            <p:nvPr/>
          </p:nvSpPr>
          <p:spPr>
            <a:xfrm>
              <a:off x="15397873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34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61">
              <a:extLst>
                <a:ext uri="{FF2B5EF4-FFF2-40B4-BE49-F238E27FC236}">
                  <a16:creationId xmlns:a16="http://schemas.microsoft.com/office/drawing/2014/main" id="{E4861C98-FB9A-DAA8-931E-71E44A9D8AB2}"/>
                </a:ext>
              </a:extLst>
            </p:cNvPr>
            <p:cNvSpPr/>
            <p:nvPr/>
          </p:nvSpPr>
          <p:spPr>
            <a:xfrm>
              <a:off x="17450167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87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54"/>
          <p:cNvSpPr txBox="1"/>
          <p:nvPr/>
        </p:nvSpPr>
        <p:spPr>
          <a:xfrm>
            <a:off x="12663582" y="5681980"/>
            <a:ext cx="230822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86510" algn="l"/>
              </a:tabLst>
            </a:pPr>
            <a:r>
              <a:rPr sz="2150" spc="-30" dirty="0">
                <a:latin typeface="Trebuchet MS"/>
                <a:cs typeface="Trebuchet MS"/>
              </a:rPr>
              <a:t>250</a:t>
            </a:r>
            <a:r>
              <a:rPr sz="2150" spc="-175" dirty="0">
                <a:latin typeface="Trebuchet MS"/>
                <a:cs typeface="Trebuchet MS"/>
              </a:rPr>
              <a:t> </a:t>
            </a:r>
            <a:r>
              <a:rPr sz="2150" spc="65" dirty="0">
                <a:latin typeface="Trebuchet MS"/>
                <a:cs typeface="Trebuchet MS"/>
              </a:rPr>
              <a:t>g</a:t>
            </a:r>
            <a:r>
              <a:rPr sz="2150" dirty="0">
                <a:latin typeface="Trebuchet MS"/>
                <a:cs typeface="Trebuchet MS"/>
              </a:rPr>
              <a:t>	</a:t>
            </a:r>
            <a:r>
              <a:rPr sz="2150" spc="-140" dirty="0">
                <a:latin typeface="Trebuchet MS"/>
                <a:cs typeface="Trebuchet MS"/>
              </a:rPr>
              <a:t>Caja</a:t>
            </a:r>
            <a:r>
              <a:rPr sz="2150" spc="-175" dirty="0">
                <a:latin typeface="Trebuchet MS"/>
                <a:cs typeface="Trebuchet MS"/>
              </a:rPr>
              <a:t> </a:t>
            </a:r>
            <a:r>
              <a:rPr sz="2150" spc="-95" dirty="0">
                <a:latin typeface="Trebuchet MS"/>
                <a:cs typeface="Trebuchet MS"/>
              </a:rPr>
              <a:t>x</a:t>
            </a:r>
            <a:r>
              <a:rPr sz="2150" spc="-170" dirty="0">
                <a:latin typeface="Trebuchet MS"/>
                <a:cs typeface="Trebuchet MS"/>
              </a:rPr>
              <a:t> </a:t>
            </a:r>
            <a:r>
              <a:rPr lang="es-ES" sz="2150" spc="-170" dirty="0">
                <a:latin typeface="Trebuchet MS"/>
                <a:cs typeface="Trebuchet MS"/>
              </a:rPr>
              <a:t>36</a:t>
            </a:r>
            <a:endParaRPr sz="2150" dirty="0">
              <a:latin typeface="Trebuchet MS"/>
              <a:cs typeface="Trebuchet MS"/>
            </a:endParaRPr>
          </a:p>
        </p:txBody>
      </p:sp>
      <p:sp>
        <p:nvSpPr>
          <p:cNvPr id="89" name="object 64"/>
          <p:cNvSpPr txBox="1"/>
          <p:nvPr/>
        </p:nvSpPr>
        <p:spPr>
          <a:xfrm>
            <a:off x="15500407" y="5711861"/>
            <a:ext cx="3977640" cy="343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02789" algn="l"/>
              </a:tabLst>
            </a:pPr>
            <a:r>
              <a:rPr sz="2150" spc="-10" dirty="0">
                <a:latin typeface="Trebuchet MS"/>
                <a:cs typeface="Trebuchet MS"/>
              </a:rPr>
              <a:t>7707633439933</a:t>
            </a:r>
            <a:r>
              <a:rPr sz="2150" dirty="0">
                <a:latin typeface="Trebuchet MS"/>
                <a:cs typeface="Trebuchet MS"/>
              </a:rPr>
              <a:t>	</a:t>
            </a:r>
            <a:r>
              <a:rPr sz="2150" spc="-25" dirty="0">
                <a:latin typeface="Trebuchet MS"/>
                <a:cs typeface="Trebuchet MS"/>
              </a:rPr>
              <a:t>17707633439930</a:t>
            </a:r>
            <a:endParaRPr sz="2150" dirty="0">
              <a:latin typeface="Trebuchet MS"/>
              <a:cs typeface="Trebuchet MS"/>
            </a:endParaRPr>
          </a:p>
        </p:txBody>
      </p:sp>
      <p:pic>
        <p:nvPicPr>
          <p:cNvPr id="91" name="Imagen 90" descr="Imagen que contiene taza, verde, tabla, café&#10;&#10;El contenido generado por IA puede ser incorrecto.">
            <a:extLst>
              <a:ext uri="{FF2B5EF4-FFF2-40B4-BE49-F238E27FC236}">
                <a16:creationId xmlns:a16="http://schemas.microsoft.com/office/drawing/2014/main" id="{3028DAA4-7529-596C-7D13-6475014EE4A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15" y="6940792"/>
            <a:ext cx="3554918" cy="35549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942013" cy="1130854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325393" y="9011750"/>
            <a:ext cx="4773930" cy="1929764"/>
            <a:chOff x="14325393" y="9011750"/>
            <a:chExt cx="4773930" cy="1929764"/>
          </a:xfrm>
        </p:grpSpPr>
        <p:sp>
          <p:nvSpPr>
            <p:cNvPr id="4" name="object 4"/>
            <p:cNvSpPr/>
            <p:nvPr/>
          </p:nvSpPr>
          <p:spPr>
            <a:xfrm>
              <a:off x="17000208" y="9011750"/>
              <a:ext cx="2098675" cy="1929764"/>
            </a:xfrm>
            <a:custGeom>
              <a:avLst/>
              <a:gdLst/>
              <a:ahLst/>
              <a:cxnLst/>
              <a:rect l="l" t="t" r="r" b="b"/>
              <a:pathLst>
                <a:path w="2098675" h="1929765">
                  <a:moveTo>
                    <a:pt x="36323" y="1271062"/>
                  </a:moveTo>
                  <a:lnTo>
                    <a:pt x="32135" y="1271764"/>
                  </a:lnTo>
                  <a:lnTo>
                    <a:pt x="27904" y="1272225"/>
                  </a:lnTo>
                  <a:lnTo>
                    <a:pt x="0" y="1273031"/>
                  </a:lnTo>
                  <a:lnTo>
                    <a:pt x="139456" y="1393142"/>
                  </a:lnTo>
                  <a:lnTo>
                    <a:pt x="383258" y="1606930"/>
                  </a:lnTo>
                  <a:lnTo>
                    <a:pt x="704564" y="1893850"/>
                  </a:lnTo>
                  <a:lnTo>
                    <a:pt x="708732" y="1897818"/>
                  </a:lnTo>
                  <a:lnTo>
                    <a:pt x="711611" y="1900645"/>
                  </a:lnTo>
                  <a:lnTo>
                    <a:pt x="713632" y="1902425"/>
                  </a:lnTo>
                  <a:lnTo>
                    <a:pt x="715695" y="1904153"/>
                  </a:lnTo>
                  <a:lnTo>
                    <a:pt x="760663" y="1926991"/>
                  </a:lnTo>
                  <a:lnTo>
                    <a:pt x="809950" y="1929252"/>
                  </a:lnTo>
                  <a:lnTo>
                    <a:pt x="854456" y="1914864"/>
                  </a:lnTo>
                  <a:lnTo>
                    <a:pt x="885082" y="1887756"/>
                  </a:lnTo>
                  <a:lnTo>
                    <a:pt x="891397" y="1880779"/>
                  </a:lnTo>
                  <a:lnTo>
                    <a:pt x="902606" y="1869063"/>
                  </a:lnTo>
                  <a:lnTo>
                    <a:pt x="908747" y="1862782"/>
                  </a:lnTo>
                  <a:lnTo>
                    <a:pt x="794902" y="1862782"/>
                  </a:lnTo>
                  <a:lnTo>
                    <a:pt x="746227" y="1858974"/>
                  </a:lnTo>
                  <a:lnTo>
                    <a:pt x="701413" y="1835223"/>
                  </a:lnTo>
                  <a:lnTo>
                    <a:pt x="36323" y="1271062"/>
                  </a:lnTo>
                  <a:close/>
                </a:path>
                <a:path w="2098675" h="1929765">
                  <a:moveTo>
                    <a:pt x="1423431" y="0"/>
                  </a:moveTo>
                  <a:lnTo>
                    <a:pt x="1412857" y="839"/>
                  </a:lnTo>
                  <a:lnTo>
                    <a:pt x="1393724" y="2085"/>
                  </a:lnTo>
                  <a:lnTo>
                    <a:pt x="1403287" y="2085"/>
                  </a:lnTo>
                  <a:lnTo>
                    <a:pt x="1452745" y="12251"/>
                  </a:lnTo>
                  <a:lnTo>
                    <a:pt x="1496425" y="44503"/>
                  </a:lnTo>
                  <a:lnTo>
                    <a:pt x="1970038" y="518304"/>
                  </a:lnTo>
                  <a:lnTo>
                    <a:pt x="1988733" y="536462"/>
                  </a:lnTo>
                  <a:lnTo>
                    <a:pt x="1998619" y="545660"/>
                  </a:lnTo>
                  <a:lnTo>
                    <a:pt x="2020692" y="573014"/>
                  </a:lnTo>
                  <a:lnTo>
                    <a:pt x="2035267" y="614263"/>
                  </a:lnTo>
                  <a:lnTo>
                    <a:pt x="2030304" y="663549"/>
                  </a:lnTo>
                  <a:lnTo>
                    <a:pt x="1993761" y="715016"/>
                  </a:lnTo>
                  <a:lnTo>
                    <a:pt x="1972708" y="735256"/>
                  </a:lnTo>
                  <a:lnTo>
                    <a:pt x="1730030" y="971413"/>
                  </a:lnTo>
                  <a:lnTo>
                    <a:pt x="902645" y="1788179"/>
                  </a:lnTo>
                  <a:lnTo>
                    <a:pt x="886592" y="1804634"/>
                  </a:lnTo>
                  <a:lnTo>
                    <a:pt x="875235" y="1816529"/>
                  </a:lnTo>
                  <a:lnTo>
                    <a:pt x="868884" y="1823559"/>
                  </a:lnTo>
                  <a:lnTo>
                    <a:pt x="838700" y="1849895"/>
                  </a:lnTo>
                  <a:lnTo>
                    <a:pt x="794902" y="1862782"/>
                  </a:lnTo>
                  <a:lnTo>
                    <a:pt x="908747" y="1862782"/>
                  </a:lnTo>
                  <a:lnTo>
                    <a:pt x="918414" y="1852896"/>
                  </a:lnTo>
                  <a:lnTo>
                    <a:pt x="1791521" y="994075"/>
                  </a:lnTo>
                  <a:lnTo>
                    <a:pt x="2033241" y="759732"/>
                  </a:lnTo>
                  <a:lnTo>
                    <a:pt x="2054377" y="739487"/>
                  </a:lnTo>
                  <a:lnTo>
                    <a:pt x="2087796" y="696851"/>
                  </a:lnTo>
                  <a:lnTo>
                    <a:pt x="2098604" y="654886"/>
                  </a:lnTo>
                  <a:lnTo>
                    <a:pt x="2093209" y="616696"/>
                  </a:lnTo>
                  <a:lnTo>
                    <a:pt x="2078019" y="585389"/>
                  </a:lnTo>
                  <a:lnTo>
                    <a:pt x="2059445" y="564068"/>
                  </a:lnTo>
                  <a:lnTo>
                    <a:pt x="2049168" y="554543"/>
                  </a:lnTo>
                  <a:lnTo>
                    <a:pt x="2029734" y="535737"/>
                  </a:lnTo>
                  <a:lnTo>
                    <a:pt x="1537481" y="45016"/>
                  </a:lnTo>
                  <a:lnTo>
                    <a:pt x="1532194" y="38189"/>
                  </a:lnTo>
                  <a:lnTo>
                    <a:pt x="1526288" y="32398"/>
                  </a:lnTo>
                  <a:lnTo>
                    <a:pt x="1520027" y="27488"/>
                  </a:lnTo>
                  <a:lnTo>
                    <a:pt x="1484764" y="8313"/>
                  </a:lnTo>
                  <a:lnTo>
                    <a:pt x="1450069" y="839"/>
                  </a:lnTo>
                  <a:lnTo>
                    <a:pt x="1450577" y="839"/>
                  </a:lnTo>
                  <a:lnTo>
                    <a:pt x="1423431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325393" y="9020336"/>
              <a:ext cx="4710430" cy="1854200"/>
            </a:xfrm>
            <a:custGeom>
              <a:avLst/>
              <a:gdLst/>
              <a:ahLst/>
              <a:cxnLst/>
              <a:rect l="l" t="t" r="r" b="b"/>
              <a:pathLst>
                <a:path w="4710430" h="1854200">
                  <a:moveTo>
                    <a:pt x="4186157" y="1181100"/>
                  </a:moveTo>
                  <a:lnTo>
                    <a:pt x="2481421" y="1181100"/>
                  </a:lnTo>
                  <a:lnTo>
                    <a:pt x="2487341" y="1193800"/>
                  </a:lnTo>
                  <a:lnTo>
                    <a:pt x="2494276" y="1206500"/>
                  </a:lnTo>
                  <a:lnTo>
                    <a:pt x="2502217" y="1219200"/>
                  </a:lnTo>
                  <a:lnTo>
                    <a:pt x="2511159" y="1231900"/>
                  </a:lnTo>
                  <a:lnTo>
                    <a:pt x="2524686" y="1231900"/>
                  </a:lnTo>
                  <a:lnTo>
                    <a:pt x="2539923" y="1244600"/>
                  </a:lnTo>
                  <a:lnTo>
                    <a:pt x="2556813" y="1257300"/>
                  </a:lnTo>
                  <a:lnTo>
                    <a:pt x="2575293" y="1257300"/>
                  </a:lnTo>
                  <a:lnTo>
                    <a:pt x="2584502" y="1270000"/>
                  </a:lnTo>
                  <a:lnTo>
                    <a:pt x="2711142" y="1270000"/>
                  </a:lnTo>
                  <a:lnTo>
                    <a:pt x="3050263" y="1549400"/>
                  </a:lnTo>
                  <a:lnTo>
                    <a:pt x="3136398" y="1625600"/>
                  </a:lnTo>
                  <a:lnTo>
                    <a:pt x="3176427" y="1663700"/>
                  </a:lnTo>
                  <a:lnTo>
                    <a:pt x="3214092" y="1689100"/>
                  </a:lnTo>
                  <a:lnTo>
                    <a:pt x="3249139" y="1727200"/>
                  </a:lnTo>
                  <a:lnTo>
                    <a:pt x="3281315" y="1752600"/>
                  </a:lnTo>
                  <a:lnTo>
                    <a:pt x="3310366" y="1778000"/>
                  </a:lnTo>
                  <a:lnTo>
                    <a:pt x="3336039" y="1803400"/>
                  </a:lnTo>
                  <a:lnTo>
                    <a:pt x="3358078" y="1816100"/>
                  </a:lnTo>
                  <a:lnTo>
                    <a:pt x="3376232" y="1828800"/>
                  </a:lnTo>
                  <a:lnTo>
                    <a:pt x="3421047" y="1854200"/>
                  </a:lnTo>
                  <a:lnTo>
                    <a:pt x="3469721" y="1854200"/>
                  </a:lnTo>
                  <a:lnTo>
                    <a:pt x="3513519" y="1841500"/>
                  </a:lnTo>
                  <a:lnTo>
                    <a:pt x="3543703" y="1816100"/>
                  </a:lnTo>
                  <a:lnTo>
                    <a:pt x="3550054" y="1816100"/>
                  </a:lnTo>
                  <a:lnTo>
                    <a:pt x="3561411" y="1803400"/>
                  </a:lnTo>
                  <a:lnTo>
                    <a:pt x="3577464" y="1790700"/>
                  </a:lnTo>
                  <a:lnTo>
                    <a:pt x="3597901" y="1765300"/>
                  </a:lnTo>
                  <a:lnTo>
                    <a:pt x="3622410" y="1739900"/>
                  </a:lnTo>
                  <a:lnTo>
                    <a:pt x="3650680" y="1714500"/>
                  </a:lnTo>
                  <a:lnTo>
                    <a:pt x="3682400" y="1676400"/>
                  </a:lnTo>
                  <a:lnTo>
                    <a:pt x="3717257" y="1651000"/>
                  </a:lnTo>
                  <a:lnTo>
                    <a:pt x="3754941" y="1612900"/>
                  </a:lnTo>
                  <a:lnTo>
                    <a:pt x="3795140" y="1574800"/>
                  </a:lnTo>
                  <a:lnTo>
                    <a:pt x="3837542" y="1524000"/>
                  </a:lnTo>
                  <a:lnTo>
                    <a:pt x="3881836" y="1485900"/>
                  </a:lnTo>
                  <a:lnTo>
                    <a:pt x="3927710" y="1435100"/>
                  </a:lnTo>
                  <a:lnTo>
                    <a:pt x="3974854" y="1397000"/>
                  </a:lnTo>
                  <a:lnTo>
                    <a:pt x="4022954" y="1346200"/>
                  </a:lnTo>
                  <a:lnTo>
                    <a:pt x="4169886" y="1193800"/>
                  </a:lnTo>
                  <a:lnTo>
                    <a:pt x="4186157" y="1181100"/>
                  </a:lnTo>
                  <a:close/>
                </a:path>
                <a:path w="4710430" h="1854200">
                  <a:moveTo>
                    <a:pt x="1500917" y="1498600"/>
                  </a:moveTo>
                  <a:lnTo>
                    <a:pt x="1277538" y="1498600"/>
                  </a:lnTo>
                  <a:lnTo>
                    <a:pt x="1294462" y="1511300"/>
                  </a:lnTo>
                  <a:lnTo>
                    <a:pt x="1312975" y="1524000"/>
                  </a:lnTo>
                  <a:lnTo>
                    <a:pt x="1463794" y="1524000"/>
                  </a:lnTo>
                  <a:lnTo>
                    <a:pt x="1482585" y="1511300"/>
                  </a:lnTo>
                  <a:lnTo>
                    <a:pt x="1500917" y="1498600"/>
                  </a:lnTo>
                  <a:close/>
                </a:path>
                <a:path w="4710430" h="1854200">
                  <a:moveTo>
                    <a:pt x="1530002" y="1270000"/>
                  </a:moveTo>
                  <a:lnTo>
                    <a:pt x="1202329" y="1270000"/>
                  </a:lnTo>
                  <a:lnTo>
                    <a:pt x="1201868" y="1295400"/>
                  </a:lnTo>
                  <a:lnTo>
                    <a:pt x="1201579" y="1320800"/>
                  </a:lnTo>
                  <a:lnTo>
                    <a:pt x="1201607" y="1358900"/>
                  </a:lnTo>
                  <a:lnTo>
                    <a:pt x="1202693" y="1371600"/>
                  </a:lnTo>
                  <a:lnTo>
                    <a:pt x="1204675" y="1397000"/>
                  </a:lnTo>
                  <a:lnTo>
                    <a:pt x="1207544" y="1409700"/>
                  </a:lnTo>
                  <a:lnTo>
                    <a:pt x="1211292" y="1422400"/>
                  </a:lnTo>
                  <a:lnTo>
                    <a:pt x="1217746" y="1435100"/>
                  </a:lnTo>
                  <a:lnTo>
                    <a:pt x="1226155" y="1460500"/>
                  </a:lnTo>
                  <a:lnTo>
                    <a:pt x="1236485" y="1473200"/>
                  </a:lnTo>
                  <a:lnTo>
                    <a:pt x="1248705" y="1485900"/>
                  </a:lnTo>
                  <a:lnTo>
                    <a:pt x="1262265" y="1498600"/>
                  </a:lnTo>
                  <a:lnTo>
                    <a:pt x="1501116" y="1498600"/>
                  </a:lnTo>
                  <a:lnTo>
                    <a:pt x="1521748" y="1460500"/>
                  </a:lnTo>
                  <a:lnTo>
                    <a:pt x="1525119" y="1409700"/>
                  </a:lnTo>
                  <a:lnTo>
                    <a:pt x="1526229" y="1397000"/>
                  </a:lnTo>
                  <a:lnTo>
                    <a:pt x="1527164" y="1371600"/>
                  </a:lnTo>
                  <a:lnTo>
                    <a:pt x="1527922" y="1358900"/>
                  </a:lnTo>
                  <a:lnTo>
                    <a:pt x="1528545" y="1333500"/>
                  </a:lnTo>
                  <a:lnTo>
                    <a:pt x="1530002" y="1270000"/>
                  </a:lnTo>
                  <a:close/>
                </a:path>
                <a:path w="4710430" h="1854200">
                  <a:moveTo>
                    <a:pt x="134082" y="863600"/>
                  </a:moveTo>
                  <a:lnTo>
                    <a:pt x="86121" y="863600"/>
                  </a:lnTo>
                  <a:lnTo>
                    <a:pt x="58866" y="876300"/>
                  </a:lnTo>
                  <a:lnTo>
                    <a:pt x="10449" y="952500"/>
                  </a:lnTo>
                  <a:lnTo>
                    <a:pt x="2382" y="1003300"/>
                  </a:lnTo>
                  <a:lnTo>
                    <a:pt x="504" y="1041400"/>
                  </a:lnTo>
                  <a:lnTo>
                    <a:pt x="0" y="1079500"/>
                  </a:lnTo>
                  <a:lnTo>
                    <a:pt x="2511" y="1104900"/>
                  </a:lnTo>
                  <a:lnTo>
                    <a:pt x="9849" y="1117600"/>
                  </a:lnTo>
                  <a:lnTo>
                    <a:pt x="21979" y="1143000"/>
                  </a:lnTo>
                  <a:lnTo>
                    <a:pt x="54506" y="1181100"/>
                  </a:lnTo>
                  <a:lnTo>
                    <a:pt x="92760" y="1206500"/>
                  </a:lnTo>
                  <a:lnTo>
                    <a:pt x="138080" y="1231900"/>
                  </a:lnTo>
                  <a:lnTo>
                    <a:pt x="162683" y="1244600"/>
                  </a:lnTo>
                  <a:lnTo>
                    <a:pt x="188963" y="1244600"/>
                  </a:lnTo>
                  <a:lnTo>
                    <a:pt x="216831" y="1257300"/>
                  </a:lnTo>
                  <a:lnTo>
                    <a:pt x="246015" y="1257300"/>
                  </a:lnTo>
                  <a:lnTo>
                    <a:pt x="276402" y="1270000"/>
                  </a:lnTo>
                  <a:lnTo>
                    <a:pt x="418280" y="1270000"/>
                  </a:lnTo>
                  <a:lnTo>
                    <a:pt x="485042" y="1244600"/>
                  </a:lnTo>
                  <a:lnTo>
                    <a:pt x="544531" y="1219200"/>
                  </a:lnTo>
                  <a:lnTo>
                    <a:pt x="570385" y="1193800"/>
                  </a:lnTo>
                  <a:lnTo>
                    <a:pt x="593521" y="1181100"/>
                  </a:lnTo>
                  <a:lnTo>
                    <a:pt x="601791" y="1168400"/>
                  </a:lnTo>
                  <a:lnTo>
                    <a:pt x="609655" y="1155700"/>
                  </a:lnTo>
                  <a:lnTo>
                    <a:pt x="617117" y="1155700"/>
                  </a:lnTo>
                  <a:lnTo>
                    <a:pt x="624179" y="1143000"/>
                  </a:lnTo>
                  <a:lnTo>
                    <a:pt x="1871286" y="1143000"/>
                  </a:lnTo>
                  <a:lnTo>
                    <a:pt x="1879105" y="1130300"/>
                  </a:lnTo>
                  <a:lnTo>
                    <a:pt x="1886062" y="1130300"/>
                  </a:lnTo>
                  <a:lnTo>
                    <a:pt x="1892727" y="1117600"/>
                  </a:lnTo>
                  <a:lnTo>
                    <a:pt x="1899110" y="1104900"/>
                  </a:lnTo>
                  <a:lnTo>
                    <a:pt x="1905219" y="1092200"/>
                  </a:lnTo>
                  <a:lnTo>
                    <a:pt x="4278741" y="1092200"/>
                  </a:lnTo>
                  <a:lnTo>
                    <a:pt x="4314219" y="1054100"/>
                  </a:lnTo>
                  <a:lnTo>
                    <a:pt x="4360299" y="1016000"/>
                  </a:lnTo>
                  <a:lnTo>
                    <a:pt x="4382572" y="990600"/>
                  </a:lnTo>
                  <a:lnTo>
                    <a:pt x="926505" y="990600"/>
                  </a:lnTo>
                  <a:lnTo>
                    <a:pt x="923793" y="977900"/>
                  </a:lnTo>
                  <a:lnTo>
                    <a:pt x="923217" y="965200"/>
                  </a:lnTo>
                  <a:lnTo>
                    <a:pt x="923647" y="952500"/>
                  </a:lnTo>
                  <a:lnTo>
                    <a:pt x="925769" y="876300"/>
                  </a:lnTo>
                  <a:lnTo>
                    <a:pt x="147901" y="876300"/>
                  </a:lnTo>
                  <a:lnTo>
                    <a:pt x="134082" y="863600"/>
                  </a:lnTo>
                  <a:close/>
                </a:path>
                <a:path w="4710430" h="1854200">
                  <a:moveTo>
                    <a:pt x="932149" y="1257300"/>
                  </a:moveTo>
                  <a:lnTo>
                    <a:pt x="775576" y="1257300"/>
                  </a:lnTo>
                  <a:lnTo>
                    <a:pt x="801137" y="1270000"/>
                  </a:lnTo>
                  <a:lnTo>
                    <a:pt x="916564" y="1270000"/>
                  </a:lnTo>
                  <a:lnTo>
                    <a:pt x="932149" y="1257300"/>
                  </a:lnTo>
                  <a:close/>
                </a:path>
                <a:path w="4710430" h="1854200">
                  <a:moveTo>
                    <a:pt x="1530696" y="1257300"/>
                  </a:moveTo>
                  <a:lnTo>
                    <a:pt x="1084050" y="1257300"/>
                  </a:lnTo>
                  <a:lnTo>
                    <a:pt x="1099282" y="1270000"/>
                  </a:lnTo>
                  <a:lnTo>
                    <a:pt x="1530257" y="1270000"/>
                  </a:lnTo>
                  <a:lnTo>
                    <a:pt x="1530696" y="1257300"/>
                  </a:lnTo>
                  <a:close/>
                </a:path>
                <a:path w="4710430" h="1854200">
                  <a:moveTo>
                    <a:pt x="1801716" y="1219200"/>
                  </a:moveTo>
                  <a:lnTo>
                    <a:pt x="1018607" y="1219200"/>
                  </a:lnTo>
                  <a:lnTo>
                    <a:pt x="1021016" y="1231900"/>
                  </a:lnTo>
                  <a:lnTo>
                    <a:pt x="1023508" y="1231900"/>
                  </a:lnTo>
                  <a:lnTo>
                    <a:pt x="1036525" y="1244600"/>
                  </a:lnTo>
                  <a:lnTo>
                    <a:pt x="1050991" y="1244600"/>
                  </a:lnTo>
                  <a:lnTo>
                    <a:pt x="1066851" y="1257300"/>
                  </a:lnTo>
                  <a:lnTo>
                    <a:pt x="1551299" y="1257300"/>
                  </a:lnTo>
                  <a:lnTo>
                    <a:pt x="1573158" y="1270000"/>
                  </a:lnTo>
                  <a:lnTo>
                    <a:pt x="1669810" y="1270000"/>
                  </a:lnTo>
                  <a:lnTo>
                    <a:pt x="1705094" y="1257300"/>
                  </a:lnTo>
                  <a:lnTo>
                    <a:pt x="1739004" y="1244600"/>
                  </a:lnTo>
                  <a:lnTo>
                    <a:pt x="1771422" y="1231900"/>
                  </a:lnTo>
                  <a:lnTo>
                    <a:pt x="1801716" y="1219200"/>
                  </a:lnTo>
                  <a:close/>
                </a:path>
                <a:path w="4710430" h="1854200">
                  <a:moveTo>
                    <a:pt x="4278741" y="1092200"/>
                  </a:moveTo>
                  <a:lnTo>
                    <a:pt x="1908256" y="1092200"/>
                  </a:lnTo>
                  <a:lnTo>
                    <a:pt x="1909910" y="1104900"/>
                  </a:lnTo>
                  <a:lnTo>
                    <a:pt x="1949485" y="1155700"/>
                  </a:lnTo>
                  <a:lnTo>
                    <a:pt x="1998640" y="1206500"/>
                  </a:lnTo>
                  <a:lnTo>
                    <a:pt x="2025874" y="1219200"/>
                  </a:lnTo>
                  <a:lnTo>
                    <a:pt x="2054734" y="1244600"/>
                  </a:lnTo>
                  <a:lnTo>
                    <a:pt x="2085120" y="1244600"/>
                  </a:lnTo>
                  <a:lnTo>
                    <a:pt x="2116930" y="1257300"/>
                  </a:lnTo>
                  <a:lnTo>
                    <a:pt x="2142787" y="1270000"/>
                  </a:lnTo>
                  <a:lnTo>
                    <a:pt x="2281895" y="1270000"/>
                  </a:lnTo>
                  <a:lnTo>
                    <a:pt x="2304839" y="1257300"/>
                  </a:lnTo>
                  <a:lnTo>
                    <a:pt x="2352090" y="1257300"/>
                  </a:lnTo>
                  <a:lnTo>
                    <a:pt x="2375219" y="1244600"/>
                  </a:lnTo>
                  <a:lnTo>
                    <a:pt x="2397254" y="1231900"/>
                  </a:lnTo>
                  <a:lnTo>
                    <a:pt x="2418114" y="1231900"/>
                  </a:lnTo>
                  <a:lnTo>
                    <a:pt x="2435906" y="1219200"/>
                  </a:lnTo>
                  <a:lnTo>
                    <a:pt x="2452403" y="1206500"/>
                  </a:lnTo>
                  <a:lnTo>
                    <a:pt x="2467582" y="1193800"/>
                  </a:lnTo>
                  <a:lnTo>
                    <a:pt x="2481421" y="1181100"/>
                  </a:lnTo>
                  <a:lnTo>
                    <a:pt x="4186157" y="1181100"/>
                  </a:lnTo>
                  <a:lnTo>
                    <a:pt x="4218701" y="1155700"/>
                  </a:lnTo>
                  <a:lnTo>
                    <a:pt x="4266916" y="1104900"/>
                  </a:lnTo>
                  <a:lnTo>
                    <a:pt x="4278741" y="1092200"/>
                  </a:lnTo>
                  <a:close/>
                </a:path>
                <a:path w="4710430" h="1854200">
                  <a:moveTo>
                    <a:pt x="1871286" y="1143000"/>
                  </a:moveTo>
                  <a:lnTo>
                    <a:pt x="624179" y="1143000"/>
                  </a:lnTo>
                  <a:lnTo>
                    <a:pt x="633834" y="1155700"/>
                  </a:lnTo>
                  <a:lnTo>
                    <a:pt x="644710" y="1181100"/>
                  </a:lnTo>
                  <a:lnTo>
                    <a:pt x="688281" y="1219200"/>
                  </a:lnTo>
                  <a:lnTo>
                    <a:pt x="729991" y="1244600"/>
                  </a:lnTo>
                  <a:lnTo>
                    <a:pt x="753327" y="1257300"/>
                  </a:lnTo>
                  <a:lnTo>
                    <a:pt x="948578" y="1257300"/>
                  </a:lnTo>
                  <a:lnTo>
                    <a:pt x="964780" y="1244600"/>
                  </a:lnTo>
                  <a:lnTo>
                    <a:pt x="980698" y="1244600"/>
                  </a:lnTo>
                  <a:lnTo>
                    <a:pt x="996273" y="1231900"/>
                  </a:lnTo>
                  <a:lnTo>
                    <a:pt x="1009969" y="1231900"/>
                  </a:lnTo>
                  <a:lnTo>
                    <a:pt x="1016304" y="1219200"/>
                  </a:lnTo>
                  <a:lnTo>
                    <a:pt x="1801716" y="1219200"/>
                  </a:lnTo>
                  <a:lnTo>
                    <a:pt x="1829822" y="1193800"/>
                  </a:lnTo>
                  <a:lnTo>
                    <a:pt x="1855649" y="1168400"/>
                  </a:lnTo>
                  <a:lnTo>
                    <a:pt x="1871286" y="1143000"/>
                  </a:lnTo>
                  <a:close/>
                </a:path>
                <a:path w="4710430" h="1854200">
                  <a:moveTo>
                    <a:pt x="1216098" y="469900"/>
                  </a:moveTo>
                  <a:lnTo>
                    <a:pt x="1041659" y="469900"/>
                  </a:lnTo>
                  <a:lnTo>
                    <a:pt x="1025696" y="482600"/>
                  </a:lnTo>
                  <a:lnTo>
                    <a:pt x="998946" y="520700"/>
                  </a:lnTo>
                  <a:lnTo>
                    <a:pt x="991520" y="571500"/>
                  </a:lnTo>
                  <a:lnTo>
                    <a:pt x="989874" y="622300"/>
                  </a:lnTo>
                  <a:lnTo>
                    <a:pt x="989003" y="673100"/>
                  </a:lnTo>
                  <a:lnTo>
                    <a:pt x="988492" y="698500"/>
                  </a:lnTo>
                  <a:lnTo>
                    <a:pt x="987767" y="736600"/>
                  </a:lnTo>
                  <a:lnTo>
                    <a:pt x="985921" y="774700"/>
                  </a:lnTo>
                  <a:lnTo>
                    <a:pt x="981914" y="825500"/>
                  </a:lnTo>
                  <a:lnTo>
                    <a:pt x="976049" y="876300"/>
                  </a:lnTo>
                  <a:lnTo>
                    <a:pt x="967926" y="914400"/>
                  </a:lnTo>
                  <a:lnTo>
                    <a:pt x="962965" y="939800"/>
                  </a:lnTo>
                  <a:lnTo>
                    <a:pt x="958462" y="952500"/>
                  </a:lnTo>
                  <a:lnTo>
                    <a:pt x="953385" y="965200"/>
                  </a:lnTo>
                  <a:lnTo>
                    <a:pt x="947753" y="977900"/>
                  </a:lnTo>
                  <a:lnTo>
                    <a:pt x="941583" y="990600"/>
                  </a:lnTo>
                  <a:lnTo>
                    <a:pt x="4382572" y="990600"/>
                  </a:lnTo>
                  <a:lnTo>
                    <a:pt x="4404845" y="965200"/>
                  </a:lnTo>
                  <a:lnTo>
                    <a:pt x="4447544" y="927100"/>
                  </a:lnTo>
                  <a:lnTo>
                    <a:pt x="4488086" y="889000"/>
                  </a:lnTo>
                  <a:lnTo>
                    <a:pt x="4526158" y="850900"/>
                  </a:lnTo>
                  <a:lnTo>
                    <a:pt x="4561450" y="812800"/>
                  </a:lnTo>
                  <a:lnTo>
                    <a:pt x="4593649" y="787400"/>
                  </a:lnTo>
                  <a:lnTo>
                    <a:pt x="4622445" y="762000"/>
                  </a:lnTo>
                  <a:lnTo>
                    <a:pt x="4647526" y="736600"/>
                  </a:lnTo>
                  <a:lnTo>
                    <a:pt x="4668580" y="711200"/>
                  </a:lnTo>
                  <a:lnTo>
                    <a:pt x="4705123" y="660400"/>
                  </a:lnTo>
                  <a:lnTo>
                    <a:pt x="1936768" y="660400"/>
                  </a:lnTo>
                  <a:lnTo>
                    <a:pt x="1925777" y="622300"/>
                  </a:lnTo>
                  <a:lnTo>
                    <a:pt x="1912812" y="596900"/>
                  </a:lnTo>
                  <a:lnTo>
                    <a:pt x="1897870" y="571500"/>
                  </a:lnTo>
                  <a:lnTo>
                    <a:pt x="1880947" y="546100"/>
                  </a:lnTo>
                  <a:lnTo>
                    <a:pt x="1848859" y="520700"/>
                  </a:lnTo>
                  <a:lnTo>
                    <a:pt x="1506236" y="520700"/>
                  </a:lnTo>
                  <a:lnTo>
                    <a:pt x="1503273" y="508000"/>
                  </a:lnTo>
                  <a:lnTo>
                    <a:pt x="1496886" y="508000"/>
                  </a:lnTo>
                  <a:lnTo>
                    <a:pt x="1471942" y="495300"/>
                  </a:lnTo>
                  <a:lnTo>
                    <a:pt x="1249783" y="495300"/>
                  </a:lnTo>
                  <a:lnTo>
                    <a:pt x="1239289" y="482600"/>
                  </a:lnTo>
                  <a:lnTo>
                    <a:pt x="1228058" y="482600"/>
                  </a:lnTo>
                  <a:lnTo>
                    <a:pt x="1216098" y="469900"/>
                  </a:lnTo>
                  <a:close/>
                </a:path>
                <a:path w="4710430" h="1854200">
                  <a:moveTo>
                    <a:pt x="476387" y="279400"/>
                  </a:moveTo>
                  <a:lnTo>
                    <a:pt x="345862" y="279400"/>
                  </a:lnTo>
                  <a:lnTo>
                    <a:pt x="313209" y="292100"/>
                  </a:lnTo>
                  <a:lnTo>
                    <a:pt x="280630" y="292100"/>
                  </a:lnTo>
                  <a:lnTo>
                    <a:pt x="214505" y="317500"/>
                  </a:lnTo>
                  <a:lnTo>
                    <a:pt x="155440" y="355600"/>
                  </a:lnTo>
                  <a:lnTo>
                    <a:pt x="103871" y="406400"/>
                  </a:lnTo>
                  <a:lnTo>
                    <a:pt x="62919" y="457200"/>
                  </a:lnTo>
                  <a:lnTo>
                    <a:pt x="46959" y="495300"/>
                  </a:lnTo>
                  <a:lnTo>
                    <a:pt x="35570" y="533400"/>
                  </a:lnTo>
                  <a:lnTo>
                    <a:pt x="28786" y="584200"/>
                  </a:lnTo>
                  <a:lnTo>
                    <a:pt x="26637" y="622300"/>
                  </a:lnTo>
                  <a:lnTo>
                    <a:pt x="28662" y="660400"/>
                  </a:lnTo>
                  <a:lnTo>
                    <a:pt x="34389" y="698500"/>
                  </a:lnTo>
                  <a:lnTo>
                    <a:pt x="43795" y="736600"/>
                  </a:lnTo>
                  <a:lnTo>
                    <a:pt x="72326" y="787400"/>
                  </a:lnTo>
                  <a:lnTo>
                    <a:pt x="109431" y="838200"/>
                  </a:lnTo>
                  <a:lnTo>
                    <a:pt x="130938" y="863600"/>
                  </a:lnTo>
                  <a:lnTo>
                    <a:pt x="145992" y="863600"/>
                  </a:lnTo>
                  <a:lnTo>
                    <a:pt x="153705" y="876300"/>
                  </a:lnTo>
                  <a:lnTo>
                    <a:pt x="925769" y="876300"/>
                  </a:lnTo>
                  <a:lnTo>
                    <a:pt x="926127" y="863600"/>
                  </a:lnTo>
                  <a:lnTo>
                    <a:pt x="930488" y="723900"/>
                  </a:lnTo>
                  <a:lnTo>
                    <a:pt x="932236" y="673100"/>
                  </a:lnTo>
                  <a:lnTo>
                    <a:pt x="933076" y="635000"/>
                  </a:lnTo>
                  <a:lnTo>
                    <a:pt x="933144" y="622300"/>
                  </a:lnTo>
                  <a:lnTo>
                    <a:pt x="932038" y="609600"/>
                  </a:lnTo>
                  <a:lnTo>
                    <a:pt x="929967" y="596900"/>
                  </a:lnTo>
                  <a:lnTo>
                    <a:pt x="926940" y="571500"/>
                  </a:lnTo>
                  <a:lnTo>
                    <a:pt x="907540" y="533400"/>
                  </a:lnTo>
                  <a:lnTo>
                    <a:pt x="870577" y="495300"/>
                  </a:lnTo>
                  <a:lnTo>
                    <a:pt x="855142" y="482600"/>
                  </a:lnTo>
                  <a:lnTo>
                    <a:pt x="838084" y="482600"/>
                  </a:lnTo>
                  <a:lnTo>
                    <a:pt x="819451" y="469900"/>
                  </a:lnTo>
                  <a:lnTo>
                    <a:pt x="690931" y="469900"/>
                  </a:lnTo>
                  <a:lnTo>
                    <a:pt x="680986" y="431800"/>
                  </a:lnTo>
                  <a:lnTo>
                    <a:pt x="665737" y="393700"/>
                  </a:lnTo>
                  <a:lnTo>
                    <a:pt x="645295" y="368300"/>
                  </a:lnTo>
                  <a:lnTo>
                    <a:pt x="619771" y="342900"/>
                  </a:lnTo>
                  <a:lnTo>
                    <a:pt x="579860" y="317500"/>
                  </a:lnTo>
                  <a:lnTo>
                    <a:pt x="532006" y="292100"/>
                  </a:lnTo>
                  <a:lnTo>
                    <a:pt x="476387" y="279400"/>
                  </a:lnTo>
                  <a:close/>
                </a:path>
                <a:path w="4710430" h="1854200">
                  <a:moveTo>
                    <a:pt x="4104011" y="0"/>
                  </a:moveTo>
                  <a:lnTo>
                    <a:pt x="4052651" y="0"/>
                  </a:lnTo>
                  <a:lnTo>
                    <a:pt x="2721990" y="88900"/>
                  </a:lnTo>
                  <a:lnTo>
                    <a:pt x="2687639" y="88900"/>
                  </a:lnTo>
                  <a:lnTo>
                    <a:pt x="2661274" y="101600"/>
                  </a:lnTo>
                  <a:lnTo>
                    <a:pt x="2644373" y="114300"/>
                  </a:lnTo>
                  <a:lnTo>
                    <a:pt x="2638411" y="127000"/>
                  </a:lnTo>
                  <a:lnTo>
                    <a:pt x="2271847" y="469900"/>
                  </a:lnTo>
                  <a:lnTo>
                    <a:pt x="2189043" y="469900"/>
                  </a:lnTo>
                  <a:lnTo>
                    <a:pt x="2151837" y="482600"/>
                  </a:lnTo>
                  <a:lnTo>
                    <a:pt x="2086119" y="508000"/>
                  </a:lnTo>
                  <a:lnTo>
                    <a:pt x="2030038" y="546100"/>
                  </a:lnTo>
                  <a:lnTo>
                    <a:pt x="2005656" y="571500"/>
                  </a:lnTo>
                  <a:lnTo>
                    <a:pt x="1985630" y="584200"/>
                  </a:lnTo>
                  <a:lnTo>
                    <a:pt x="1967450" y="609600"/>
                  </a:lnTo>
                  <a:lnTo>
                    <a:pt x="1951151" y="635000"/>
                  </a:lnTo>
                  <a:lnTo>
                    <a:pt x="1936768" y="660400"/>
                  </a:lnTo>
                  <a:lnTo>
                    <a:pt x="4705123" y="660400"/>
                  </a:lnTo>
                  <a:lnTo>
                    <a:pt x="4710086" y="609600"/>
                  </a:lnTo>
                  <a:lnTo>
                    <a:pt x="4695511" y="571500"/>
                  </a:lnTo>
                  <a:lnTo>
                    <a:pt x="4673438" y="546100"/>
                  </a:lnTo>
                  <a:lnTo>
                    <a:pt x="4663552" y="533400"/>
                  </a:lnTo>
                  <a:lnTo>
                    <a:pt x="4644856" y="520700"/>
                  </a:lnTo>
                  <a:lnTo>
                    <a:pt x="4618553" y="495300"/>
                  </a:lnTo>
                  <a:lnTo>
                    <a:pt x="4585846" y="457200"/>
                  </a:lnTo>
                  <a:lnTo>
                    <a:pt x="4547938" y="419100"/>
                  </a:lnTo>
                  <a:lnTo>
                    <a:pt x="4506032" y="381000"/>
                  </a:lnTo>
                  <a:lnTo>
                    <a:pt x="4461332" y="330200"/>
                  </a:lnTo>
                  <a:lnTo>
                    <a:pt x="4415041" y="292100"/>
                  </a:lnTo>
                  <a:lnTo>
                    <a:pt x="4368361" y="241300"/>
                  </a:lnTo>
                  <a:lnTo>
                    <a:pt x="4278648" y="152400"/>
                  </a:lnTo>
                  <a:lnTo>
                    <a:pt x="4171244" y="38100"/>
                  </a:lnTo>
                  <a:lnTo>
                    <a:pt x="4150755" y="25400"/>
                  </a:lnTo>
                  <a:lnTo>
                    <a:pt x="4104011" y="0"/>
                  </a:lnTo>
                  <a:close/>
                </a:path>
                <a:path w="4710430" h="1854200">
                  <a:moveTo>
                    <a:pt x="1725167" y="469900"/>
                  </a:moveTo>
                  <a:lnTo>
                    <a:pt x="1621657" y="469900"/>
                  </a:lnTo>
                  <a:lnTo>
                    <a:pt x="1585894" y="482600"/>
                  </a:lnTo>
                  <a:lnTo>
                    <a:pt x="1553091" y="495300"/>
                  </a:lnTo>
                  <a:lnTo>
                    <a:pt x="1523367" y="508000"/>
                  </a:lnTo>
                  <a:lnTo>
                    <a:pt x="1511765" y="508000"/>
                  </a:lnTo>
                  <a:lnTo>
                    <a:pt x="1506236" y="520700"/>
                  </a:lnTo>
                  <a:lnTo>
                    <a:pt x="1848859" y="520700"/>
                  </a:lnTo>
                  <a:lnTo>
                    <a:pt x="1812138" y="495300"/>
                  </a:lnTo>
                  <a:lnTo>
                    <a:pt x="1770877" y="482600"/>
                  </a:lnTo>
                  <a:lnTo>
                    <a:pt x="1725167" y="469900"/>
                  </a:lnTo>
                  <a:close/>
                </a:path>
                <a:path w="4710430" h="1854200">
                  <a:moveTo>
                    <a:pt x="1409125" y="469900"/>
                  </a:moveTo>
                  <a:lnTo>
                    <a:pt x="1285100" y="469900"/>
                  </a:lnTo>
                  <a:lnTo>
                    <a:pt x="1267159" y="482600"/>
                  </a:lnTo>
                  <a:lnTo>
                    <a:pt x="1249783" y="495300"/>
                  </a:lnTo>
                  <a:lnTo>
                    <a:pt x="1471942" y="495300"/>
                  </a:lnTo>
                  <a:lnTo>
                    <a:pt x="1442653" y="482600"/>
                  </a:lnTo>
                  <a:lnTo>
                    <a:pt x="1409125" y="4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675847" y="9046691"/>
              <a:ext cx="2308225" cy="1785620"/>
            </a:xfrm>
            <a:custGeom>
              <a:avLst/>
              <a:gdLst/>
              <a:ahLst/>
              <a:cxnLst/>
              <a:rect l="l" t="t" r="r" b="b"/>
              <a:pathLst>
                <a:path w="2308225" h="1785620">
                  <a:moveTo>
                    <a:pt x="415704" y="1205827"/>
                  </a:moveTo>
                  <a:lnTo>
                    <a:pt x="389925" y="1226172"/>
                  </a:lnTo>
                  <a:lnTo>
                    <a:pt x="1019923" y="1752364"/>
                  </a:lnTo>
                  <a:lnTo>
                    <a:pt x="1025675" y="1757391"/>
                  </a:lnTo>
                  <a:lnTo>
                    <a:pt x="1067442" y="1781498"/>
                  </a:lnTo>
                  <a:lnTo>
                    <a:pt x="1114276" y="1785047"/>
                  </a:lnTo>
                  <a:lnTo>
                    <a:pt x="1156988" y="1772007"/>
                  </a:lnTo>
                  <a:lnTo>
                    <a:pt x="1186393" y="1746344"/>
                  </a:lnTo>
                  <a:lnTo>
                    <a:pt x="1192784" y="1739301"/>
                  </a:lnTo>
                  <a:lnTo>
                    <a:pt x="1204302" y="1727290"/>
                  </a:lnTo>
                  <a:lnTo>
                    <a:pt x="1210569" y="1720891"/>
                  </a:lnTo>
                  <a:lnTo>
                    <a:pt x="1089096" y="1720891"/>
                  </a:lnTo>
                  <a:lnTo>
                    <a:pt x="1040236" y="1713010"/>
                  </a:lnTo>
                  <a:lnTo>
                    <a:pt x="998189" y="1688440"/>
                  </a:lnTo>
                  <a:lnTo>
                    <a:pt x="989163" y="1680821"/>
                  </a:lnTo>
                  <a:lnTo>
                    <a:pt x="415704" y="1205827"/>
                  </a:lnTo>
                  <a:close/>
                </a:path>
                <a:path w="2308225" h="1785620">
                  <a:moveTo>
                    <a:pt x="1792416" y="41914"/>
                  </a:moveTo>
                  <a:lnTo>
                    <a:pt x="1673657" y="41914"/>
                  </a:lnTo>
                  <a:lnTo>
                    <a:pt x="1699363" y="44070"/>
                  </a:lnTo>
                  <a:lnTo>
                    <a:pt x="1718505" y="56968"/>
                  </a:lnTo>
                  <a:lnTo>
                    <a:pt x="1741433" y="84081"/>
                  </a:lnTo>
                  <a:lnTo>
                    <a:pt x="2177746" y="505175"/>
                  </a:lnTo>
                  <a:lnTo>
                    <a:pt x="2197369" y="523597"/>
                  </a:lnTo>
                  <a:lnTo>
                    <a:pt x="2207608" y="532811"/>
                  </a:lnTo>
                  <a:lnTo>
                    <a:pt x="2228075" y="557314"/>
                  </a:lnTo>
                  <a:lnTo>
                    <a:pt x="2241499" y="594307"/>
                  </a:lnTo>
                  <a:lnTo>
                    <a:pt x="2236722" y="638148"/>
                  </a:lnTo>
                  <a:lnTo>
                    <a:pt x="2236677" y="638559"/>
                  </a:lnTo>
                  <a:lnTo>
                    <a:pt x="2202404" y="684837"/>
                  </a:lnTo>
                  <a:lnTo>
                    <a:pt x="2183045" y="702795"/>
                  </a:lnTo>
                  <a:lnTo>
                    <a:pt x="2104560" y="776840"/>
                  </a:lnTo>
                  <a:lnTo>
                    <a:pt x="1837502" y="1033064"/>
                  </a:lnTo>
                  <a:lnTo>
                    <a:pt x="1212875" y="1641757"/>
                  </a:lnTo>
                  <a:lnTo>
                    <a:pt x="1179050" y="1675689"/>
                  </a:lnTo>
                  <a:lnTo>
                    <a:pt x="1164163" y="1691278"/>
                  </a:lnTo>
                  <a:lnTo>
                    <a:pt x="1133996" y="1713256"/>
                  </a:lnTo>
                  <a:lnTo>
                    <a:pt x="1089096" y="1720891"/>
                  </a:lnTo>
                  <a:lnTo>
                    <a:pt x="1210569" y="1720891"/>
                  </a:lnTo>
                  <a:lnTo>
                    <a:pt x="1220617" y="1710634"/>
                  </a:lnTo>
                  <a:lnTo>
                    <a:pt x="2045586" y="898964"/>
                  </a:lnTo>
                  <a:lnTo>
                    <a:pt x="2246422" y="704212"/>
                  </a:lnTo>
                  <a:lnTo>
                    <a:pt x="2267396" y="684104"/>
                  </a:lnTo>
                  <a:lnTo>
                    <a:pt x="2301235" y="638148"/>
                  </a:lnTo>
                  <a:lnTo>
                    <a:pt x="2307979" y="594307"/>
                  </a:lnTo>
                  <a:lnTo>
                    <a:pt x="2308080" y="593653"/>
                  </a:lnTo>
                  <a:lnTo>
                    <a:pt x="2297268" y="555168"/>
                  </a:lnTo>
                  <a:lnTo>
                    <a:pt x="2278140" y="527240"/>
                  </a:lnTo>
                  <a:lnTo>
                    <a:pt x="2276119" y="525125"/>
                  </a:lnTo>
                  <a:lnTo>
                    <a:pt x="2274182" y="523282"/>
                  </a:lnTo>
                  <a:lnTo>
                    <a:pt x="2272307" y="521690"/>
                  </a:lnTo>
                  <a:lnTo>
                    <a:pt x="2261741" y="511811"/>
                  </a:lnTo>
                  <a:lnTo>
                    <a:pt x="2241488" y="492061"/>
                  </a:lnTo>
                  <a:lnTo>
                    <a:pt x="1792416" y="41914"/>
                  </a:lnTo>
                  <a:close/>
                </a:path>
                <a:path w="2308225" h="1785620">
                  <a:moveTo>
                    <a:pt x="1702496" y="0"/>
                  </a:moveTo>
                  <a:lnTo>
                    <a:pt x="1684702" y="0"/>
                  </a:lnTo>
                  <a:lnTo>
                    <a:pt x="1679268" y="397"/>
                  </a:lnTo>
                  <a:lnTo>
                    <a:pt x="1677404" y="649"/>
                  </a:lnTo>
                  <a:lnTo>
                    <a:pt x="400427" y="83180"/>
                  </a:lnTo>
                  <a:lnTo>
                    <a:pt x="342133" y="100618"/>
                  </a:lnTo>
                  <a:lnTo>
                    <a:pt x="0" y="434761"/>
                  </a:lnTo>
                  <a:lnTo>
                    <a:pt x="7319" y="435756"/>
                  </a:lnTo>
                  <a:lnTo>
                    <a:pt x="14449" y="436939"/>
                  </a:lnTo>
                  <a:lnTo>
                    <a:pt x="21371" y="438321"/>
                  </a:lnTo>
                  <a:lnTo>
                    <a:pt x="312199" y="158937"/>
                  </a:lnTo>
                  <a:lnTo>
                    <a:pt x="330847" y="142944"/>
                  </a:lnTo>
                  <a:lnTo>
                    <a:pt x="345193" y="134417"/>
                  </a:lnTo>
                  <a:lnTo>
                    <a:pt x="362555" y="130480"/>
                  </a:lnTo>
                  <a:lnTo>
                    <a:pt x="390249" y="128257"/>
                  </a:lnTo>
                  <a:lnTo>
                    <a:pt x="1631039" y="47024"/>
                  </a:lnTo>
                  <a:lnTo>
                    <a:pt x="1673657" y="41914"/>
                  </a:lnTo>
                  <a:lnTo>
                    <a:pt x="1792416" y="41914"/>
                  </a:lnTo>
                  <a:lnTo>
                    <a:pt x="1791139" y="40627"/>
                  </a:lnTo>
                  <a:lnTo>
                    <a:pt x="1770320" y="20888"/>
                  </a:lnTo>
                  <a:lnTo>
                    <a:pt x="1746745" y="8679"/>
                  </a:lnTo>
                  <a:lnTo>
                    <a:pt x="1723064" y="2270"/>
                  </a:lnTo>
                  <a:lnTo>
                    <a:pt x="1702496" y="0"/>
                  </a:lnTo>
                  <a:close/>
                </a:path>
              </a:pathLst>
            </a:custGeom>
            <a:solidFill>
              <a:srgbClr val="EE0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554123" y="9539509"/>
              <a:ext cx="1543685" cy="648335"/>
            </a:xfrm>
            <a:custGeom>
              <a:avLst/>
              <a:gdLst/>
              <a:ahLst/>
              <a:cxnLst/>
              <a:rect l="l" t="t" r="r" b="b"/>
              <a:pathLst>
                <a:path w="1543684" h="648334">
                  <a:moveTo>
                    <a:pt x="25" y="0"/>
                  </a:moveTo>
                  <a:close/>
                </a:path>
                <a:path w="1543684" h="648334">
                  <a:moveTo>
                    <a:pt x="1305636" y="5588"/>
                  </a:moveTo>
                  <a:close/>
                </a:path>
                <a:path w="1543684" h="648334">
                  <a:moveTo>
                    <a:pt x="1543608" y="647827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678470" y="9424896"/>
              <a:ext cx="276860" cy="68580"/>
            </a:xfrm>
            <a:custGeom>
              <a:avLst/>
              <a:gdLst/>
              <a:ahLst/>
              <a:cxnLst/>
              <a:rect l="l" t="t" r="r" b="b"/>
              <a:pathLst>
                <a:path w="276859" h="68579">
                  <a:moveTo>
                    <a:pt x="181419" y="0"/>
                  </a:moveTo>
                  <a:lnTo>
                    <a:pt x="169218" y="77"/>
                  </a:lnTo>
                  <a:lnTo>
                    <a:pt x="156913" y="753"/>
                  </a:lnTo>
                  <a:lnTo>
                    <a:pt x="144623" y="1945"/>
                  </a:lnTo>
                  <a:lnTo>
                    <a:pt x="0" y="19044"/>
                  </a:lnTo>
                  <a:lnTo>
                    <a:pt x="14418" y="55650"/>
                  </a:lnTo>
                  <a:lnTo>
                    <a:pt x="159021" y="38593"/>
                  </a:lnTo>
                  <a:lnTo>
                    <a:pt x="171316" y="37377"/>
                  </a:lnTo>
                  <a:lnTo>
                    <a:pt x="183623" y="36687"/>
                  </a:lnTo>
                  <a:lnTo>
                    <a:pt x="195831" y="36602"/>
                  </a:lnTo>
                  <a:lnTo>
                    <a:pt x="207826" y="37200"/>
                  </a:lnTo>
                  <a:lnTo>
                    <a:pt x="228232" y="40236"/>
                  </a:lnTo>
                  <a:lnTo>
                    <a:pt x="246870" y="46193"/>
                  </a:lnTo>
                  <a:lnTo>
                    <a:pt x="263104" y="55478"/>
                  </a:lnTo>
                  <a:lnTo>
                    <a:pt x="276295" y="68498"/>
                  </a:lnTo>
                  <a:lnTo>
                    <a:pt x="275237" y="60351"/>
                  </a:lnTo>
                  <a:lnTo>
                    <a:pt x="255719" y="24593"/>
                  </a:lnTo>
                  <a:lnTo>
                    <a:pt x="214558" y="3746"/>
                  </a:lnTo>
                  <a:lnTo>
                    <a:pt x="193397" y="604"/>
                  </a:lnTo>
                  <a:lnTo>
                    <a:pt x="181419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666432" y="9443936"/>
              <a:ext cx="26670" cy="224154"/>
            </a:xfrm>
            <a:custGeom>
              <a:avLst/>
              <a:gdLst/>
              <a:ahLst/>
              <a:cxnLst/>
              <a:rect l="l" t="t" r="r" b="b"/>
              <a:pathLst>
                <a:path w="26669" h="224154">
                  <a:moveTo>
                    <a:pt x="12041" y="0"/>
                  </a:moveTo>
                  <a:lnTo>
                    <a:pt x="0" y="224118"/>
                  </a:lnTo>
                  <a:lnTo>
                    <a:pt x="16460" y="222223"/>
                  </a:lnTo>
                  <a:lnTo>
                    <a:pt x="26459" y="36606"/>
                  </a:lnTo>
                  <a:lnTo>
                    <a:pt x="12041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656468" y="9365913"/>
              <a:ext cx="570865" cy="541020"/>
            </a:xfrm>
            <a:custGeom>
              <a:avLst/>
              <a:gdLst/>
              <a:ahLst/>
              <a:cxnLst/>
              <a:rect l="l" t="t" r="r" b="b"/>
              <a:pathLst>
                <a:path w="570865" h="541020">
                  <a:moveTo>
                    <a:pt x="312191" y="540499"/>
                  </a:moveTo>
                  <a:lnTo>
                    <a:pt x="297840" y="503440"/>
                  </a:lnTo>
                  <a:lnTo>
                    <a:pt x="268122" y="478726"/>
                  </a:lnTo>
                  <a:lnTo>
                    <a:pt x="227825" y="467194"/>
                  </a:lnTo>
                  <a:lnTo>
                    <a:pt x="207073" y="465683"/>
                  </a:lnTo>
                  <a:lnTo>
                    <a:pt x="194589" y="465721"/>
                  </a:lnTo>
                  <a:lnTo>
                    <a:pt x="182003" y="466369"/>
                  </a:lnTo>
                  <a:lnTo>
                    <a:pt x="169430" y="467563"/>
                  </a:lnTo>
                  <a:lnTo>
                    <a:pt x="0" y="486968"/>
                  </a:lnTo>
                  <a:lnTo>
                    <a:pt x="14389" y="523570"/>
                  </a:lnTo>
                  <a:lnTo>
                    <a:pt x="183845" y="504177"/>
                  </a:lnTo>
                  <a:lnTo>
                    <a:pt x="196405" y="502970"/>
                  </a:lnTo>
                  <a:lnTo>
                    <a:pt x="208978" y="502323"/>
                  </a:lnTo>
                  <a:lnTo>
                    <a:pt x="221462" y="502285"/>
                  </a:lnTo>
                  <a:lnTo>
                    <a:pt x="233756" y="502920"/>
                  </a:lnTo>
                  <a:lnTo>
                    <a:pt x="257263" y="506514"/>
                  </a:lnTo>
                  <a:lnTo>
                    <a:pt x="278714" y="513638"/>
                  </a:lnTo>
                  <a:lnTo>
                    <a:pt x="297281" y="524802"/>
                  </a:lnTo>
                  <a:lnTo>
                    <a:pt x="312191" y="540499"/>
                  </a:lnTo>
                  <a:close/>
                </a:path>
                <a:path w="570865" h="541020">
                  <a:moveTo>
                    <a:pt x="570407" y="139954"/>
                  </a:moveTo>
                  <a:lnTo>
                    <a:pt x="565797" y="84632"/>
                  </a:lnTo>
                  <a:lnTo>
                    <a:pt x="554355" y="41122"/>
                  </a:lnTo>
                  <a:lnTo>
                    <a:pt x="538670" y="0"/>
                  </a:lnTo>
                  <a:lnTo>
                    <a:pt x="538873" y="952"/>
                  </a:lnTo>
                  <a:lnTo>
                    <a:pt x="539216" y="1905"/>
                  </a:lnTo>
                  <a:lnTo>
                    <a:pt x="540829" y="6134"/>
                  </a:lnTo>
                  <a:lnTo>
                    <a:pt x="542175" y="10642"/>
                  </a:lnTo>
                  <a:lnTo>
                    <a:pt x="544626" y="18656"/>
                  </a:lnTo>
                  <a:lnTo>
                    <a:pt x="545795" y="22123"/>
                  </a:lnTo>
                  <a:lnTo>
                    <a:pt x="547814" y="30035"/>
                  </a:lnTo>
                  <a:lnTo>
                    <a:pt x="548665" y="34645"/>
                  </a:lnTo>
                  <a:lnTo>
                    <a:pt x="550329" y="43091"/>
                  </a:lnTo>
                  <a:lnTo>
                    <a:pt x="551180" y="46901"/>
                  </a:lnTo>
                  <a:lnTo>
                    <a:pt x="551751" y="50800"/>
                  </a:lnTo>
                  <a:lnTo>
                    <a:pt x="552462" y="55270"/>
                  </a:lnTo>
                  <a:lnTo>
                    <a:pt x="553872" y="69075"/>
                  </a:lnTo>
                  <a:lnTo>
                    <a:pt x="554342" y="73406"/>
                  </a:lnTo>
                  <a:lnTo>
                    <a:pt x="554901" y="81876"/>
                  </a:lnTo>
                  <a:lnTo>
                    <a:pt x="555218" y="90360"/>
                  </a:lnTo>
                  <a:lnTo>
                    <a:pt x="555294" y="93052"/>
                  </a:lnTo>
                  <a:lnTo>
                    <a:pt x="555536" y="95732"/>
                  </a:lnTo>
                  <a:lnTo>
                    <a:pt x="554863" y="139954"/>
                  </a:lnTo>
                  <a:lnTo>
                    <a:pt x="552881" y="163220"/>
                  </a:lnTo>
                  <a:lnTo>
                    <a:pt x="552818" y="163766"/>
                  </a:lnTo>
                  <a:lnTo>
                    <a:pt x="540118" y="216230"/>
                  </a:lnTo>
                  <a:lnTo>
                    <a:pt x="516636" y="261251"/>
                  </a:lnTo>
                  <a:lnTo>
                    <a:pt x="483831" y="299415"/>
                  </a:lnTo>
                  <a:lnTo>
                    <a:pt x="443230" y="331190"/>
                  </a:lnTo>
                  <a:lnTo>
                    <a:pt x="429348" y="339801"/>
                  </a:lnTo>
                  <a:lnTo>
                    <a:pt x="440601" y="343255"/>
                  </a:lnTo>
                  <a:lnTo>
                    <a:pt x="451789" y="347091"/>
                  </a:lnTo>
                  <a:lnTo>
                    <a:pt x="462889" y="351345"/>
                  </a:lnTo>
                  <a:lnTo>
                    <a:pt x="473849" y="356057"/>
                  </a:lnTo>
                  <a:lnTo>
                    <a:pt x="489369" y="343585"/>
                  </a:lnTo>
                  <a:lnTo>
                    <a:pt x="517461" y="315493"/>
                  </a:lnTo>
                  <a:lnTo>
                    <a:pt x="544271" y="275767"/>
                  </a:lnTo>
                  <a:lnTo>
                    <a:pt x="563346" y="223240"/>
                  </a:lnTo>
                  <a:lnTo>
                    <a:pt x="569887" y="167932"/>
                  </a:lnTo>
                  <a:lnTo>
                    <a:pt x="570407" y="140169"/>
                  </a:lnTo>
                  <a:lnTo>
                    <a:pt x="570407" y="13995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41349" y="9852878"/>
              <a:ext cx="29845" cy="260350"/>
            </a:xfrm>
            <a:custGeom>
              <a:avLst/>
              <a:gdLst/>
              <a:ahLst/>
              <a:cxnLst/>
              <a:rect l="l" t="t" r="r" b="b"/>
              <a:pathLst>
                <a:path w="29844" h="260350">
                  <a:moveTo>
                    <a:pt x="15119" y="0"/>
                  </a:moveTo>
                  <a:lnTo>
                    <a:pt x="0" y="260159"/>
                  </a:lnTo>
                  <a:lnTo>
                    <a:pt x="16575" y="258986"/>
                  </a:lnTo>
                  <a:lnTo>
                    <a:pt x="29506" y="36595"/>
                  </a:lnTo>
                  <a:lnTo>
                    <a:pt x="15119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896340" y="9429476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69" h="634">
                  <a:moveTo>
                    <a:pt x="0" y="0"/>
                  </a:moveTo>
                  <a:lnTo>
                    <a:pt x="513" y="125"/>
                  </a:lnTo>
                  <a:lnTo>
                    <a:pt x="764" y="178"/>
                  </a:lnTo>
                  <a:lnTo>
                    <a:pt x="251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3248" y="9426864"/>
              <a:ext cx="13850" cy="278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907299" y="9432979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1664" y="628"/>
                  </a:lnTo>
                  <a:lnTo>
                    <a:pt x="2492" y="963"/>
                  </a:lnTo>
                  <a:lnTo>
                    <a:pt x="827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7298" y="9432979"/>
              <a:ext cx="2492" cy="9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7951705" y="9367805"/>
              <a:ext cx="258445" cy="135890"/>
            </a:xfrm>
            <a:custGeom>
              <a:avLst/>
              <a:gdLst/>
              <a:ahLst/>
              <a:cxnLst/>
              <a:rect l="l" t="t" r="r" b="b"/>
              <a:pathLst>
                <a:path w="258444" h="135890">
                  <a:moveTo>
                    <a:pt x="9956" y="135610"/>
                  </a:moveTo>
                  <a:lnTo>
                    <a:pt x="0" y="110337"/>
                  </a:lnTo>
                  <a:lnTo>
                    <a:pt x="2006" y="117462"/>
                  </a:lnTo>
                  <a:lnTo>
                    <a:pt x="3060" y="125590"/>
                  </a:lnTo>
                  <a:lnTo>
                    <a:pt x="6705" y="130390"/>
                  </a:lnTo>
                  <a:lnTo>
                    <a:pt x="9956" y="135610"/>
                  </a:lnTo>
                  <a:close/>
                </a:path>
                <a:path w="258444" h="135890">
                  <a:moveTo>
                    <a:pt x="246837" y="8458"/>
                  </a:moveTo>
                  <a:lnTo>
                    <a:pt x="245643" y="4356"/>
                  </a:lnTo>
                  <a:lnTo>
                    <a:pt x="243979" y="0"/>
                  </a:lnTo>
                  <a:lnTo>
                    <a:pt x="245579" y="4241"/>
                  </a:lnTo>
                  <a:lnTo>
                    <a:pt x="246837" y="8458"/>
                  </a:lnTo>
                  <a:close/>
                </a:path>
                <a:path w="258444" h="135890">
                  <a:moveTo>
                    <a:pt x="257225" y="53517"/>
                  </a:moveTo>
                  <a:lnTo>
                    <a:pt x="257213" y="53390"/>
                  </a:lnTo>
                  <a:lnTo>
                    <a:pt x="256514" y="48907"/>
                  </a:lnTo>
                  <a:lnTo>
                    <a:pt x="257225" y="53517"/>
                  </a:lnTo>
                  <a:close/>
                </a:path>
                <a:path w="258444" h="135890">
                  <a:moveTo>
                    <a:pt x="258178" y="62839"/>
                  </a:moveTo>
                  <a:lnTo>
                    <a:pt x="257225" y="53517"/>
                  </a:lnTo>
                  <a:lnTo>
                    <a:pt x="257683" y="58178"/>
                  </a:lnTo>
                  <a:lnTo>
                    <a:pt x="258178" y="62839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85744" y="9529775"/>
              <a:ext cx="123523" cy="21253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085827" y="9698541"/>
              <a:ext cx="11664" cy="71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7962767" y="9885114"/>
              <a:ext cx="12700" cy="31750"/>
            </a:xfrm>
            <a:custGeom>
              <a:avLst/>
              <a:gdLst/>
              <a:ahLst/>
              <a:cxnLst/>
              <a:rect l="l" t="t" r="r" b="b"/>
              <a:pathLst>
                <a:path w="12700" h="31750">
                  <a:moveTo>
                    <a:pt x="2425" y="5702"/>
                  </a:moveTo>
                  <a:lnTo>
                    <a:pt x="355" y="469"/>
                  </a:lnTo>
                  <a:lnTo>
                    <a:pt x="0" y="0"/>
                  </a:lnTo>
                  <a:lnTo>
                    <a:pt x="2425" y="5702"/>
                  </a:lnTo>
                  <a:close/>
                </a:path>
                <a:path w="12700" h="31750">
                  <a:moveTo>
                    <a:pt x="12573" y="31534"/>
                  </a:moveTo>
                  <a:lnTo>
                    <a:pt x="2552" y="6019"/>
                  </a:lnTo>
                  <a:lnTo>
                    <a:pt x="4610" y="13220"/>
                  </a:lnTo>
                  <a:lnTo>
                    <a:pt x="5892" y="21297"/>
                  </a:lnTo>
                  <a:lnTo>
                    <a:pt x="9398" y="26238"/>
                  </a:lnTo>
                  <a:lnTo>
                    <a:pt x="12573" y="3153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55369" y="9237079"/>
              <a:ext cx="1403148" cy="113382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4390396" y="9355842"/>
              <a:ext cx="2438400" cy="1121410"/>
            </a:xfrm>
            <a:custGeom>
              <a:avLst/>
              <a:gdLst/>
              <a:ahLst/>
              <a:cxnLst/>
              <a:rect l="l" t="t" r="r" b="b"/>
              <a:pathLst>
                <a:path w="2438400" h="1121409">
                  <a:moveTo>
                    <a:pt x="565759" y="174256"/>
                  </a:moveTo>
                  <a:lnTo>
                    <a:pt x="552018" y="103619"/>
                  </a:lnTo>
                  <a:lnTo>
                    <a:pt x="511429" y="47866"/>
                  </a:lnTo>
                  <a:lnTo>
                    <a:pt x="443090" y="11747"/>
                  </a:lnTo>
                  <a:lnTo>
                    <a:pt x="398208" y="2819"/>
                  </a:lnTo>
                  <a:lnTo>
                    <a:pt x="346189" y="0"/>
                  </a:lnTo>
                  <a:lnTo>
                    <a:pt x="317754" y="1028"/>
                  </a:lnTo>
                  <a:lnTo>
                    <a:pt x="260692" y="8636"/>
                  </a:lnTo>
                  <a:lnTo>
                    <a:pt x="204139" y="23901"/>
                  </a:lnTo>
                  <a:lnTo>
                    <a:pt x="152768" y="48361"/>
                  </a:lnTo>
                  <a:lnTo>
                    <a:pt x="107645" y="82296"/>
                  </a:lnTo>
                  <a:lnTo>
                    <a:pt x="70535" y="125920"/>
                  </a:lnTo>
                  <a:lnTo>
                    <a:pt x="42532" y="179539"/>
                  </a:lnTo>
                  <a:lnTo>
                    <a:pt x="28295" y="244665"/>
                  </a:lnTo>
                  <a:lnTo>
                    <a:pt x="26631" y="281647"/>
                  </a:lnTo>
                  <a:lnTo>
                    <a:pt x="28155" y="314401"/>
                  </a:lnTo>
                  <a:lnTo>
                    <a:pt x="39611" y="370560"/>
                  </a:lnTo>
                  <a:lnTo>
                    <a:pt x="61595" y="414807"/>
                  </a:lnTo>
                  <a:lnTo>
                    <a:pt x="90131" y="450494"/>
                  </a:lnTo>
                  <a:lnTo>
                    <a:pt x="124155" y="478421"/>
                  </a:lnTo>
                  <a:lnTo>
                    <a:pt x="161213" y="500176"/>
                  </a:lnTo>
                  <a:lnTo>
                    <a:pt x="219087" y="524344"/>
                  </a:lnTo>
                  <a:lnTo>
                    <a:pt x="254800" y="539292"/>
                  </a:lnTo>
                  <a:lnTo>
                    <a:pt x="299707" y="562965"/>
                  </a:lnTo>
                  <a:lnTo>
                    <a:pt x="328650" y="592251"/>
                  </a:lnTo>
                  <a:lnTo>
                    <a:pt x="334378" y="618845"/>
                  </a:lnTo>
                  <a:lnTo>
                    <a:pt x="333933" y="626846"/>
                  </a:lnTo>
                  <a:lnTo>
                    <a:pt x="312661" y="662419"/>
                  </a:lnTo>
                  <a:lnTo>
                    <a:pt x="270383" y="677786"/>
                  </a:lnTo>
                  <a:lnTo>
                    <a:pt x="245884" y="679538"/>
                  </a:lnTo>
                  <a:lnTo>
                    <a:pt x="225793" y="678738"/>
                  </a:lnTo>
                  <a:lnTo>
                    <a:pt x="173062" y="665619"/>
                  </a:lnTo>
                  <a:lnTo>
                    <a:pt x="130263" y="642493"/>
                  </a:lnTo>
                  <a:lnTo>
                    <a:pt x="75793" y="602119"/>
                  </a:lnTo>
                  <a:lnTo>
                    <a:pt x="66700" y="595934"/>
                  </a:lnTo>
                  <a:lnTo>
                    <a:pt x="20891" y="596696"/>
                  </a:lnTo>
                  <a:lnTo>
                    <a:pt x="4622" y="642391"/>
                  </a:lnTo>
                  <a:lnTo>
                    <a:pt x="406" y="698601"/>
                  </a:lnTo>
                  <a:lnTo>
                    <a:pt x="0" y="734923"/>
                  </a:lnTo>
                  <a:lnTo>
                    <a:pt x="1358" y="744639"/>
                  </a:lnTo>
                  <a:lnTo>
                    <a:pt x="33134" y="788111"/>
                  </a:lnTo>
                  <a:lnTo>
                    <a:pt x="80175" y="819213"/>
                  </a:lnTo>
                  <a:lnTo>
                    <a:pt x="120764" y="836942"/>
                  </a:lnTo>
                  <a:lnTo>
                    <a:pt x="167855" y="851395"/>
                  </a:lnTo>
                  <a:lnTo>
                    <a:pt x="220395" y="860958"/>
                  </a:lnTo>
                  <a:lnTo>
                    <a:pt x="277355" y="864006"/>
                  </a:lnTo>
                  <a:lnTo>
                    <a:pt x="310591" y="862685"/>
                  </a:lnTo>
                  <a:lnTo>
                    <a:pt x="370598" y="852982"/>
                  </a:lnTo>
                  <a:lnTo>
                    <a:pt x="421957" y="834123"/>
                  </a:lnTo>
                  <a:lnTo>
                    <a:pt x="464451" y="807618"/>
                  </a:lnTo>
                  <a:lnTo>
                    <a:pt x="498119" y="773950"/>
                  </a:lnTo>
                  <a:lnTo>
                    <a:pt x="523392" y="734225"/>
                  </a:lnTo>
                  <a:lnTo>
                    <a:pt x="540334" y="688936"/>
                  </a:lnTo>
                  <a:lnTo>
                    <a:pt x="548728" y="640105"/>
                  </a:lnTo>
                  <a:lnTo>
                    <a:pt x="549706" y="614476"/>
                  </a:lnTo>
                  <a:lnTo>
                    <a:pt x="548068" y="582790"/>
                  </a:lnTo>
                  <a:lnTo>
                    <a:pt x="535724" y="528116"/>
                  </a:lnTo>
                  <a:lnTo>
                    <a:pt x="512038" y="484466"/>
                  </a:lnTo>
                  <a:lnTo>
                    <a:pt x="481431" y="448500"/>
                  </a:lnTo>
                  <a:lnTo>
                    <a:pt x="445020" y="419468"/>
                  </a:lnTo>
                  <a:lnTo>
                    <a:pt x="405003" y="396240"/>
                  </a:lnTo>
                  <a:lnTo>
                    <a:pt x="362546" y="378002"/>
                  </a:lnTo>
                  <a:lnTo>
                    <a:pt x="342138" y="369316"/>
                  </a:lnTo>
                  <a:lnTo>
                    <a:pt x="303771" y="352158"/>
                  </a:lnTo>
                  <a:lnTo>
                    <a:pt x="255625" y="324954"/>
                  </a:lnTo>
                  <a:lnTo>
                    <a:pt x="224409" y="292125"/>
                  </a:lnTo>
                  <a:lnTo>
                    <a:pt x="218236" y="263156"/>
                  </a:lnTo>
                  <a:lnTo>
                    <a:pt x="220014" y="245668"/>
                  </a:lnTo>
                  <a:lnTo>
                    <a:pt x="247573" y="203288"/>
                  </a:lnTo>
                  <a:lnTo>
                    <a:pt x="296519" y="181470"/>
                  </a:lnTo>
                  <a:lnTo>
                    <a:pt x="314934" y="179959"/>
                  </a:lnTo>
                  <a:lnTo>
                    <a:pt x="327799" y="180682"/>
                  </a:lnTo>
                  <a:lnTo>
                    <a:pt x="364769" y="198729"/>
                  </a:lnTo>
                  <a:lnTo>
                    <a:pt x="386016" y="240334"/>
                  </a:lnTo>
                  <a:lnTo>
                    <a:pt x="390956" y="283349"/>
                  </a:lnTo>
                  <a:lnTo>
                    <a:pt x="391121" y="298386"/>
                  </a:lnTo>
                  <a:lnTo>
                    <a:pt x="393103" y="304088"/>
                  </a:lnTo>
                  <a:lnTo>
                    <a:pt x="424307" y="310883"/>
                  </a:lnTo>
                  <a:lnTo>
                    <a:pt x="456603" y="308571"/>
                  </a:lnTo>
                  <a:lnTo>
                    <a:pt x="509181" y="290918"/>
                  </a:lnTo>
                  <a:lnTo>
                    <a:pt x="545426" y="256095"/>
                  </a:lnTo>
                  <a:lnTo>
                    <a:pt x="563575" y="205447"/>
                  </a:lnTo>
                  <a:lnTo>
                    <a:pt x="565759" y="174256"/>
                  </a:lnTo>
                  <a:close/>
                </a:path>
                <a:path w="2438400" h="1121409">
                  <a:moveTo>
                    <a:pt x="1185037" y="305968"/>
                  </a:moveTo>
                  <a:lnTo>
                    <a:pt x="1180630" y="259537"/>
                  </a:lnTo>
                  <a:lnTo>
                    <a:pt x="1164209" y="220230"/>
                  </a:lnTo>
                  <a:lnTo>
                    <a:pt x="1131265" y="196329"/>
                  </a:lnTo>
                  <a:lnTo>
                    <a:pt x="1093495" y="187731"/>
                  </a:lnTo>
                  <a:lnTo>
                    <a:pt x="1077658" y="186880"/>
                  </a:lnTo>
                  <a:lnTo>
                    <a:pt x="1060170" y="187071"/>
                  </a:lnTo>
                  <a:lnTo>
                    <a:pt x="1008926" y="189014"/>
                  </a:lnTo>
                  <a:lnTo>
                    <a:pt x="991476" y="234315"/>
                  </a:lnTo>
                  <a:lnTo>
                    <a:pt x="989291" y="311632"/>
                  </a:lnTo>
                  <a:lnTo>
                    <a:pt x="987958" y="389610"/>
                  </a:lnTo>
                  <a:lnTo>
                    <a:pt x="987120" y="416242"/>
                  </a:lnTo>
                  <a:lnTo>
                    <a:pt x="983957" y="469341"/>
                  </a:lnTo>
                  <a:lnTo>
                    <a:pt x="978712" y="521944"/>
                  </a:lnTo>
                  <a:lnTo>
                    <a:pt x="970965" y="571525"/>
                  </a:lnTo>
                  <a:lnTo>
                    <a:pt x="960361" y="615581"/>
                  </a:lnTo>
                  <a:lnTo>
                    <a:pt x="946099" y="653135"/>
                  </a:lnTo>
                  <a:lnTo>
                    <a:pt x="916266" y="694702"/>
                  </a:lnTo>
                  <a:lnTo>
                    <a:pt x="874585" y="710603"/>
                  </a:lnTo>
                  <a:lnTo>
                    <a:pt x="857199" y="709828"/>
                  </a:lnTo>
                  <a:lnTo>
                    <a:pt x="816356" y="689724"/>
                  </a:lnTo>
                  <a:lnTo>
                    <a:pt x="795261" y="645591"/>
                  </a:lnTo>
                  <a:lnTo>
                    <a:pt x="793229" y="626084"/>
                  </a:lnTo>
                  <a:lnTo>
                    <a:pt x="793661" y="603973"/>
                  </a:lnTo>
                  <a:lnTo>
                    <a:pt x="802805" y="306527"/>
                  </a:lnTo>
                  <a:lnTo>
                    <a:pt x="803186" y="282968"/>
                  </a:lnTo>
                  <a:lnTo>
                    <a:pt x="796277" y="241198"/>
                  </a:lnTo>
                  <a:lnTo>
                    <a:pt x="768502" y="204724"/>
                  </a:lnTo>
                  <a:lnTo>
                    <a:pt x="725398" y="189268"/>
                  </a:lnTo>
                  <a:lnTo>
                    <a:pt x="695109" y="186867"/>
                  </a:lnTo>
                  <a:lnTo>
                    <a:pt x="677595" y="187096"/>
                  </a:lnTo>
                  <a:lnTo>
                    <a:pt x="628700" y="188950"/>
                  </a:lnTo>
                  <a:lnTo>
                    <a:pt x="608037" y="226441"/>
                  </a:lnTo>
                  <a:lnTo>
                    <a:pt x="604875" y="291172"/>
                  </a:lnTo>
                  <a:lnTo>
                    <a:pt x="602716" y="350964"/>
                  </a:lnTo>
                  <a:lnTo>
                    <a:pt x="600760" y="439585"/>
                  </a:lnTo>
                  <a:lnTo>
                    <a:pt x="598398" y="515378"/>
                  </a:lnTo>
                  <a:lnTo>
                    <a:pt x="595541" y="621347"/>
                  </a:lnTo>
                  <a:lnTo>
                    <a:pt x="595083" y="669442"/>
                  </a:lnTo>
                  <a:lnTo>
                    <a:pt x="595414" y="689698"/>
                  </a:lnTo>
                  <a:lnTo>
                    <a:pt x="604088" y="740676"/>
                  </a:lnTo>
                  <a:lnTo>
                    <a:pt x="627329" y="788377"/>
                  </a:lnTo>
                  <a:lnTo>
                    <a:pt x="663054" y="826046"/>
                  </a:lnTo>
                  <a:lnTo>
                    <a:pt x="711009" y="852093"/>
                  </a:lnTo>
                  <a:lnTo>
                    <a:pt x="754697" y="861733"/>
                  </a:lnTo>
                  <a:lnTo>
                    <a:pt x="802830" y="863815"/>
                  </a:lnTo>
                  <a:lnTo>
                    <a:pt x="814717" y="863028"/>
                  </a:lnTo>
                  <a:lnTo>
                    <a:pt x="863320" y="853071"/>
                  </a:lnTo>
                  <a:lnTo>
                    <a:pt x="898906" y="837057"/>
                  </a:lnTo>
                  <a:lnTo>
                    <a:pt x="941222" y="806297"/>
                  </a:lnTo>
                  <a:lnTo>
                    <a:pt x="970800" y="771588"/>
                  </a:lnTo>
                  <a:lnTo>
                    <a:pt x="972045" y="780935"/>
                  </a:lnTo>
                  <a:lnTo>
                    <a:pt x="987907" y="824217"/>
                  </a:lnTo>
                  <a:lnTo>
                    <a:pt x="1017422" y="849160"/>
                  </a:lnTo>
                  <a:lnTo>
                    <a:pt x="1065022" y="863028"/>
                  </a:lnTo>
                  <a:lnTo>
                    <a:pt x="1080490" y="863993"/>
                  </a:lnTo>
                  <a:lnTo>
                    <a:pt x="1097457" y="863854"/>
                  </a:lnTo>
                  <a:lnTo>
                    <a:pt x="1154607" y="861695"/>
                  </a:lnTo>
                  <a:lnTo>
                    <a:pt x="1176299" y="565899"/>
                  </a:lnTo>
                  <a:lnTo>
                    <a:pt x="1182509" y="410997"/>
                  </a:lnTo>
                  <a:lnTo>
                    <a:pt x="1185037" y="318249"/>
                  </a:lnTo>
                  <a:lnTo>
                    <a:pt x="1185037" y="305968"/>
                  </a:lnTo>
                  <a:close/>
                </a:path>
                <a:path w="2438400" h="1121409">
                  <a:moveTo>
                    <a:pt x="1831441" y="513041"/>
                  </a:moveTo>
                  <a:lnTo>
                    <a:pt x="1831378" y="501954"/>
                  </a:lnTo>
                  <a:lnTo>
                    <a:pt x="1831289" y="487426"/>
                  </a:lnTo>
                  <a:lnTo>
                    <a:pt x="1831174" y="468515"/>
                  </a:lnTo>
                  <a:lnTo>
                    <a:pt x="1826945" y="412813"/>
                  </a:lnTo>
                  <a:lnTo>
                    <a:pt x="1818436" y="363105"/>
                  </a:lnTo>
                  <a:lnTo>
                    <a:pt x="1815566" y="353364"/>
                  </a:lnTo>
                  <a:lnTo>
                    <a:pt x="1815477" y="353060"/>
                  </a:lnTo>
                  <a:lnTo>
                    <a:pt x="1795703" y="298145"/>
                  </a:lnTo>
                  <a:lnTo>
                    <a:pt x="1767332" y="252933"/>
                  </a:lnTo>
                  <a:lnTo>
                    <a:pt x="1734743" y="224332"/>
                  </a:lnTo>
                  <a:lnTo>
                    <a:pt x="1695589" y="204470"/>
                  </a:lnTo>
                  <a:lnTo>
                    <a:pt x="1649869" y="193344"/>
                  </a:lnTo>
                  <a:lnTo>
                    <a:pt x="1619262" y="191960"/>
                  </a:lnTo>
                  <a:lnTo>
                    <a:pt x="1619262" y="501954"/>
                  </a:lnTo>
                  <a:lnTo>
                    <a:pt x="1618894" y="549490"/>
                  </a:lnTo>
                  <a:lnTo>
                    <a:pt x="1613966" y="593686"/>
                  </a:lnTo>
                  <a:lnTo>
                    <a:pt x="1590509" y="657898"/>
                  </a:lnTo>
                  <a:lnTo>
                    <a:pt x="1553400" y="696201"/>
                  </a:lnTo>
                  <a:lnTo>
                    <a:pt x="1507147" y="710184"/>
                  </a:lnTo>
                  <a:lnTo>
                    <a:pt x="1493558" y="709790"/>
                  </a:lnTo>
                  <a:lnTo>
                    <a:pt x="1450975" y="690486"/>
                  </a:lnTo>
                  <a:lnTo>
                    <a:pt x="1424279" y="649427"/>
                  </a:lnTo>
                  <a:lnTo>
                    <a:pt x="1412951" y="609117"/>
                  </a:lnTo>
                  <a:lnTo>
                    <a:pt x="1407477" y="564654"/>
                  </a:lnTo>
                  <a:lnTo>
                    <a:pt x="1406677" y="549490"/>
                  </a:lnTo>
                  <a:lnTo>
                    <a:pt x="1406906" y="513041"/>
                  </a:lnTo>
                  <a:lnTo>
                    <a:pt x="1406931" y="507238"/>
                  </a:lnTo>
                  <a:lnTo>
                    <a:pt x="1418602" y="436397"/>
                  </a:lnTo>
                  <a:lnTo>
                    <a:pt x="1445387" y="384670"/>
                  </a:lnTo>
                  <a:lnTo>
                    <a:pt x="1488808" y="357289"/>
                  </a:lnTo>
                  <a:lnTo>
                    <a:pt x="1516849" y="353060"/>
                  </a:lnTo>
                  <a:lnTo>
                    <a:pt x="1530985" y="353364"/>
                  </a:lnTo>
                  <a:lnTo>
                    <a:pt x="1574977" y="370852"/>
                  </a:lnTo>
                  <a:lnTo>
                    <a:pt x="1601876" y="407924"/>
                  </a:lnTo>
                  <a:lnTo>
                    <a:pt x="1613103" y="445249"/>
                  </a:lnTo>
                  <a:lnTo>
                    <a:pt x="1618488" y="487426"/>
                  </a:lnTo>
                  <a:lnTo>
                    <a:pt x="1619262" y="501954"/>
                  </a:lnTo>
                  <a:lnTo>
                    <a:pt x="1619262" y="191960"/>
                  </a:lnTo>
                  <a:lnTo>
                    <a:pt x="1567002" y="193535"/>
                  </a:lnTo>
                  <a:lnTo>
                    <a:pt x="1513840" y="207213"/>
                  </a:lnTo>
                  <a:lnTo>
                    <a:pt x="1471320" y="232625"/>
                  </a:lnTo>
                  <a:lnTo>
                    <a:pt x="1437525" y="272567"/>
                  </a:lnTo>
                  <a:lnTo>
                    <a:pt x="1423835" y="298145"/>
                  </a:lnTo>
                  <a:lnTo>
                    <a:pt x="1420964" y="277202"/>
                  </a:lnTo>
                  <a:lnTo>
                    <a:pt x="1403451" y="231101"/>
                  </a:lnTo>
                  <a:lnTo>
                    <a:pt x="1372768" y="203339"/>
                  </a:lnTo>
                  <a:lnTo>
                    <a:pt x="1325892" y="191833"/>
                  </a:lnTo>
                  <a:lnTo>
                    <a:pt x="1296085" y="191249"/>
                  </a:lnTo>
                  <a:lnTo>
                    <a:pt x="1237627" y="193344"/>
                  </a:lnTo>
                  <a:lnTo>
                    <a:pt x="1239393" y="193344"/>
                  </a:lnTo>
                  <a:lnTo>
                    <a:pt x="1233462" y="194678"/>
                  </a:lnTo>
                  <a:lnTo>
                    <a:pt x="1225981" y="244703"/>
                  </a:lnTo>
                  <a:lnTo>
                    <a:pt x="1226070" y="300520"/>
                  </a:lnTo>
                  <a:lnTo>
                    <a:pt x="1225511" y="331089"/>
                  </a:lnTo>
                  <a:lnTo>
                    <a:pt x="1223175" y="395655"/>
                  </a:lnTo>
                  <a:lnTo>
                    <a:pt x="1220279" y="468515"/>
                  </a:lnTo>
                  <a:lnTo>
                    <a:pt x="1211910" y="667016"/>
                  </a:lnTo>
                  <a:lnTo>
                    <a:pt x="1210411" y="703605"/>
                  </a:lnTo>
                  <a:lnTo>
                    <a:pt x="1208697" y="746912"/>
                  </a:lnTo>
                  <a:lnTo>
                    <a:pt x="1205979" y="818591"/>
                  </a:lnTo>
                  <a:lnTo>
                    <a:pt x="1203756" y="880579"/>
                  </a:lnTo>
                  <a:lnTo>
                    <a:pt x="1202169" y="935685"/>
                  </a:lnTo>
                  <a:lnTo>
                    <a:pt x="1202118" y="937717"/>
                  </a:lnTo>
                  <a:lnTo>
                    <a:pt x="1201674" y="970699"/>
                  </a:lnTo>
                  <a:lnTo>
                    <a:pt x="1201559" y="1013688"/>
                  </a:lnTo>
                  <a:lnTo>
                    <a:pt x="1202359" y="1026756"/>
                  </a:lnTo>
                  <a:lnTo>
                    <a:pt x="1212113" y="1070711"/>
                  </a:lnTo>
                  <a:lnTo>
                    <a:pt x="1236357" y="1101229"/>
                  </a:lnTo>
                  <a:lnTo>
                    <a:pt x="1278661" y="1118108"/>
                  </a:lnTo>
                  <a:lnTo>
                    <a:pt x="1308658" y="1120851"/>
                  </a:lnTo>
                  <a:lnTo>
                    <a:pt x="1326159" y="1120698"/>
                  </a:lnTo>
                  <a:lnTo>
                    <a:pt x="1378966" y="1118806"/>
                  </a:lnTo>
                  <a:lnTo>
                    <a:pt x="1394269" y="1087653"/>
                  </a:lnTo>
                  <a:lnTo>
                    <a:pt x="1395120" y="1070711"/>
                  </a:lnTo>
                  <a:lnTo>
                    <a:pt x="1397241" y="1026896"/>
                  </a:lnTo>
                  <a:lnTo>
                    <a:pt x="1399768" y="937717"/>
                  </a:lnTo>
                  <a:lnTo>
                    <a:pt x="1399819" y="935685"/>
                  </a:lnTo>
                  <a:lnTo>
                    <a:pt x="1400390" y="919403"/>
                  </a:lnTo>
                  <a:lnTo>
                    <a:pt x="1400898" y="911021"/>
                  </a:lnTo>
                  <a:lnTo>
                    <a:pt x="1401292" y="903528"/>
                  </a:lnTo>
                  <a:lnTo>
                    <a:pt x="1401572" y="896912"/>
                  </a:lnTo>
                  <a:lnTo>
                    <a:pt x="1401737" y="891184"/>
                  </a:lnTo>
                  <a:lnTo>
                    <a:pt x="1401889" y="884135"/>
                  </a:lnTo>
                  <a:lnTo>
                    <a:pt x="1402194" y="876096"/>
                  </a:lnTo>
                  <a:lnTo>
                    <a:pt x="1402816" y="864158"/>
                  </a:lnTo>
                  <a:lnTo>
                    <a:pt x="1403540" y="851814"/>
                  </a:lnTo>
                  <a:lnTo>
                    <a:pt x="1404188" y="841844"/>
                  </a:lnTo>
                  <a:lnTo>
                    <a:pt x="1404924" y="831215"/>
                  </a:lnTo>
                  <a:lnTo>
                    <a:pt x="1405712" y="819150"/>
                  </a:lnTo>
                  <a:lnTo>
                    <a:pt x="1406613" y="803871"/>
                  </a:lnTo>
                  <a:lnTo>
                    <a:pt x="1407541" y="786447"/>
                  </a:lnTo>
                  <a:lnTo>
                    <a:pt x="1408531" y="766533"/>
                  </a:lnTo>
                  <a:lnTo>
                    <a:pt x="1420368" y="789368"/>
                  </a:lnTo>
                  <a:lnTo>
                    <a:pt x="1449527" y="826465"/>
                  </a:lnTo>
                  <a:lnTo>
                    <a:pt x="1486687" y="851814"/>
                  </a:lnTo>
                  <a:lnTo>
                    <a:pt x="1536242" y="863536"/>
                  </a:lnTo>
                  <a:lnTo>
                    <a:pt x="1565935" y="864158"/>
                  </a:lnTo>
                  <a:lnTo>
                    <a:pt x="1594916" y="861504"/>
                  </a:lnTo>
                  <a:lnTo>
                    <a:pt x="1649437" y="846632"/>
                  </a:lnTo>
                  <a:lnTo>
                    <a:pt x="1699069" y="819150"/>
                  </a:lnTo>
                  <a:lnTo>
                    <a:pt x="1742059" y="779754"/>
                  </a:lnTo>
                  <a:lnTo>
                    <a:pt x="1777898" y="728726"/>
                  </a:lnTo>
                  <a:lnTo>
                    <a:pt x="1805292" y="667016"/>
                  </a:lnTo>
                  <a:lnTo>
                    <a:pt x="1823720" y="594880"/>
                  </a:lnTo>
                  <a:lnTo>
                    <a:pt x="1828952" y="555155"/>
                  </a:lnTo>
                  <a:lnTo>
                    <a:pt x="1831441" y="513041"/>
                  </a:lnTo>
                  <a:close/>
                </a:path>
                <a:path w="2438400" h="1121409">
                  <a:moveTo>
                    <a:pt x="2437904" y="357022"/>
                  </a:moveTo>
                  <a:lnTo>
                    <a:pt x="2437155" y="347091"/>
                  </a:lnTo>
                  <a:lnTo>
                    <a:pt x="2437053" y="345744"/>
                  </a:lnTo>
                  <a:lnTo>
                    <a:pt x="2436558" y="339013"/>
                  </a:lnTo>
                  <a:lnTo>
                    <a:pt x="2423769" y="288836"/>
                  </a:lnTo>
                  <a:lnTo>
                    <a:pt x="2396579" y="246126"/>
                  </a:lnTo>
                  <a:lnTo>
                    <a:pt x="2353145" y="213220"/>
                  </a:lnTo>
                  <a:lnTo>
                    <a:pt x="2314156" y="197815"/>
                  </a:lnTo>
                  <a:lnTo>
                    <a:pt x="2266492" y="188760"/>
                  </a:lnTo>
                  <a:lnTo>
                    <a:pt x="2240826" y="187121"/>
                  </a:lnTo>
                  <a:lnTo>
                    <a:pt x="2237079" y="187121"/>
                  </a:lnTo>
                  <a:lnTo>
                    <a:pt x="2237079" y="405206"/>
                  </a:lnTo>
                  <a:lnTo>
                    <a:pt x="2234933" y="425932"/>
                  </a:lnTo>
                  <a:lnTo>
                    <a:pt x="2213292" y="460400"/>
                  </a:lnTo>
                  <a:lnTo>
                    <a:pt x="2169668" y="485394"/>
                  </a:lnTo>
                  <a:lnTo>
                    <a:pt x="2110663" y="499821"/>
                  </a:lnTo>
                  <a:lnTo>
                    <a:pt x="2075827" y="502983"/>
                  </a:lnTo>
                  <a:lnTo>
                    <a:pt x="2077351" y="490359"/>
                  </a:lnTo>
                  <a:lnTo>
                    <a:pt x="2084120" y="450608"/>
                  </a:lnTo>
                  <a:lnTo>
                    <a:pt x="2095919" y="412038"/>
                  </a:lnTo>
                  <a:lnTo>
                    <a:pt x="2122322" y="370192"/>
                  </a:lnTo>
                  <a:lnTo>
                    <a:pt x="2162213" y="347091"/>
                  </a:lnTo>
                  <a:lnTo>
                    <a:pt x="2174710" y="345744"/>
                  </a:lnTo>
                  <a:lnTo>
                    <a:pt x="2189111" y="346443"/>
                  </a:lnTo>
                  <a:lnTo>
                    <a:pt x="2227656" y="372681"/>
                  </a:lnTo>
                  <a:lnTo>
                    <a:pt x="2237079" y="405206"/>
                  </a:lnTo>
                  <a:lnTo>
                    <a:pt x="2237079" y="187121"/>
                  </a:lnTo>
                  <a:lnTo>
                    <a:pt x="2209622" y="187121"/>
                  </a:lnTo>
                  <a:lnTo>
                    <a:pt x="2172551" y="189699"/>
                  </a:lnTo>
                  <a:lnTo>
                    <a:pt x="2106688" y="202577"/>
                  </a:lnTo>
                  <a:lnTo>
                    <a:pt x="2051519" y="225221"/>
                  </a:lnTo>
                  <a:lnTo>
                    <a:pt x="2005152" y="254609"/>
                  </a:lnTo>
                  <a:lnTo>
                    <a:pt x="1967166" y="289953"/>
                  </a:lnTo>
                  <a:lnTo>
                    <a:pt x="1936838" y="329742"/>
                  </a:lnTo>
                  <a:lnTo>
                    <a:pt x="1913775" y="373214"/>
                  </a:lnTo>
                  <a:lnTo>
                    <a:pt x="1896300" y="417322"/>
                  </a:lnTo>
                  <a:lnTo>
                    <a:pt x="1884057" y="461340"/>
                  </a:lnTo>
                  <a:lnTo>
                    <a:pt x="1876336" y="504228"/>
                  </a:lnTo>
                  <a:lnTo>
                    <a:pt x="1872716" y="545198"/>
                  </a:lnTo>
                  <a:lnTo>
                    <a:pt x="1871865" y="563714"/>
                  </a:lnTo>
                  <a:lnTo>
                    <a:pt x="1871878" y="597700"/>
                  </a:lnTo>
                  <a:lnTo>
                    <a:pt x="1874583" y="633196"/>
                  </a:lnTo>
                  <a:lnTo>
                    <a:pt x="1874697" y="634733"/>
                  </a:lnTo>
                  <a:lnTo>
                    <a:pt x="1889950" y="701103"/>
                  </a:lnTo>
                  <a:lnTo>
                    <a:pt x="1917065" y="753821"/>
                  </a:lnTo>
                  <a:lnTo>
                    <a:pt x="1951901" y="795274"/>
                  </a:lnTo>
                  <a:lnTo>
                    <a:pt x="1993531" y="825995"/>
                  </a:lnTo>
                  <a:lnTo>
                    <a:pt x="2040407" y="846899"/>
                  </a:lnTo>
                  <a:lnTo>
                    <a:pt x="2091664" y="858570"/>
                  </a:lnTo>
                  <a:lnTo>
                    <a:pt x="2143620" y="863333"/>
                  </a:lnTo>
                  <a:lnTo>
                    <a:pt x="2168614" y="863333"/>
                  </a:lnTo>
                  <a:lnTo>
                    <a:pt x="2209177" y="860171"/>
                  </a:lnTo>
                  <a:lnTo>
                    <a:pt x="2249792" y="853465"/>
                  </a:lnTo>
                  <a:lnTo>
                    <a:pt x="2288959" y="842975"/>
                  </a:lnTo>
                  <a:lnTo>
                    <a:pt x="2339937" y="819658"/>
                  </a:lnTo>
                  <a:lnTo>
                    <a:pt x="2377783" y="786409"/>
                  </a:lnTo>
                  <a:lnTo>
                    <a:pt x="2396299" y="743178"/>
                  </a:lnTo>
                  <a:lnTo>
                    <a:pt x="2397074" y="726567"/>
                  </a:lnTo>
                  <a:lnTo>
                    <a:pt x="2395893" y="712838"/>
                  </a:lnTo>
                  <a:lnTo>
                    <a:pt x="2394597" y="705904"/>
                  </a:lnTo>
                  <a:lnTo>
                    <a:pt x="2393315" y="698957"/>
                  </a:lnTo>
                  <a:lnTo>
                    <a:pt x="2370505" y="661416"/>
                  </a:lnTo>
                  <a:lnTo>
                    <a:pt x="2332558" y="640905"/>
                  </a:lnTo>
                  <a:lnTo>
                    <a:pt x="2308212" y="636879"/>
                  </a:lnTo>
                  <a:lnTo>
                    <a:pt x="2295601" y="637311"/>
                  </a:lnTo>
                  <a:lnTo>
                    <a:pt x="2288794" y="640905"/>
                  </a:lnTo>
                  <a:lnTo>
                    <a:pt x="2283917" y="647750"/>
                  </a:lnTo>
                  <a:lnTo>
                    <a:pt x="2280056" y="653072"/>
                  </a:lnTo>
                  <a:lnTo>
                    <a:pt x="2254466" y="683069"/>
                  </a:lnTo>
                  <a:lnTo>
                    <a:pt x="2219020" y="702475"/>
                  </a:lnTo>
                  <a:lnTo>
                    <a:pt x="2191766" y="705904"/>
                  </a:lnTo>
                  <a:lnTo>
                    <a:pt x="2176957" y="705739"/>
                  </a:lnTo>
                  <a:lnTo>
                    <a:pt x="2139365" y="697014"/>
                  </a:lnTo>
                  <a:lnTo>
                    <a:pt x="2104161" y="670966"/>
                  </a:lnTo>
                  <a:lnTo>
                    <a:pt x="2083358" y="633196"/>
                  </a:lnTo>
                  <a:lnTo>
                    <a:pt x="2075459" y="597700"/>
                  </a:lnTo>
                  <a:lnTo>
                    <a:pt x="2085898" y="597242"/>
                  </a:lnTo>
                  <a:lnTo>
                    <a:pt x="2098344" y="596493"/>
                  </a:lnTo>
                  <a:lnTo>
                    <a:pt x="2146998" y="592264"/>
                  </a:lnTo>
                  <a:lnTo>
                    <a:pt x="2184971" y="586257"/>
                  </a:lnTo>
                  <a:lnTo>
                    <a:pt x="2225776" y="577138"/>
                  </a:lnTo>
                  <a:lnTo>
                    <a:pt x="2267394" y="564794"/>
                  </a:lnTo>
                  <a:lnTo>
                    <a:pt x="2308923" y="548894"/>
                  </a:lnTo>
                  <a:lnTo>
                    <a:pt x="2346985" y="527786"/>
                  </a:lnTo>
                  <a:lnTo>
                    <a:pt x="2378532" y="502983"/>
                  </a:lnTo>
                  <a:lnTo>
                    <a:pt x="2407983" y="468541"/>
                  </a:lnTo>
                  <a:lnTo>
                    <a:pt x="2428024" y="429717"/>
                  </a:lnTo>
                  <a:lnTo>
                    <a:pt x="2437409" y="383235"/>
                  </a:lnTo>
                  <a:lnTo>
                    <a:pt x="2437790" y="363131"/>
                  </a:lnTo>
                  <a:lnTo>
                    <a:pt x="2437904" y="357022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377958" y="5169500"/>
            <a:ext cx="570865" cy="466090"/>
            <a:chOff x="1377958" y="5169500"/>
            <a:chExt cx="570865" cy="466090"/>
          </a:xfrm>
        </p:grpSpPr>
        <p:sp>
          <p:nvSpPr>
            <p:cNvPr id="23" name="object 23"/>
            <p:cNvSpPr/>
            <p:nvPr/>
          </p:nvSpPr>
          <p:spPr>
            <a:xfrm>
              <a:off x="1419841" y="521138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1"/>
                  </a:lnTo>
                  <a:lnTo>
                    <a:pt x="331712" y="7162"/>
                  </a:lnTo>
                  <a:lnTo>
                    <a:pt x="315518" y="1940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026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19841" y="521138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84112" y="381936"/>
                  </a:moveTo>
                  <a:lnTo>
                    <a:pt x="297917" y="382040"/>
                  </a:lnTo>
                  <a:lnTo>
                    <a:pt x="357397" y="357375"/>
                  </a:lnTo>
                  <a:lnTo>
                    <a:pt x="382134" y="297959"/>
                  </a:lnTo>
                  <a:lnTo>
                    <a:pt x="382239" y="8426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1"/>
                  </a:lnTo>
                  <a:lnTo>
                    <a:pt x="331712" y="7162"/>
                  </a:lnTo>
                  <a:lnTo>
                    <a:pt x="315518" y="1940"/>
                  </a:lnTo>
                  <a:lnTo>
                    <a:pt x="298106" y="104"/>
                  </a:lnTo>
                  <a:lnTo>
                    <a:pt x="84301" y="0"/>
                  </a:lnTo>
                  <a:lnTo>
                    <a:pt x="51607" y="6616"/>
                  </a:lnTo>
                  <a:lnTo>
                    <a:pt x="24844" y="24665"/>
                  </a:lnTo>
                  <a:lnTo>
                    <a:pt x="6763" y="51402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close/>
                </a:path>
              </a:pathLst>
            </a:custGeom>
            <a:ln w="83767">
              <a:solidFill>
                <a:srgbClr val="0266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19841" y="521138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1"/>
                  </a:lnTo>
                  <a:lnTo>
                    <a:pt x="331712" y="7162"/>
                  </a:lnTo>
                  <a:lnTo>
                    <a:pt x="315518" y="1940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96997" y="5210230"/>
            <a:ext cx="2917534" cy="439053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1001006" y="5860579"/>
            <a:ext cx="570865" cy="466090"/>
            <a:chOff x="1001006" y="5860579"/>
            <a:chExt cx="570865" cy="466090"/>
          </a:xfrm>
        </p:grpSpPr>
        <p:sp>
          <p:nvSpPr>
            <p:cNvPr id="28" name="object 28"/>
            <p:cNvSpPr/>
            <p:nvPr/>
          </p:nvSpPr>
          <p:spPr>
            <a:xfrm>
              <a:off x="1042889" y="590246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026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42889" y="590246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84112" y="381936"/>
                  </a:moveTo>
                  <a:lnTo>
                    <a:pt x="297917" y="382040"/>
                  </a:lnTo>
                  <a:lnTo>
                    <a:pt x="357397" y="357375"/>
                  </a:lnTo>
                  <a:lnTo>
                    <a:pt x="382134" y="297959"/>
                  </a:lnTo>
                  <a:lnTo>
                    <a:pt x="382239" y="8426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lnTo>
                    <a:pt x="84301" y="0"/>
                  </a:lnTo>
                  <a:lnTo>
                    <a:pt x="51607" y="6616"/>
                  </a:lnTo>
                  <a:lnTo>
                    <a:pt x="24844" y="24665"/>
                  </a:lnTo>
                  <a:lnTo>
                    <a:pt x="6763" y="51402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close/>
                </a:path>
              </a:pathLst>
            </a:custGeom>
            <a:ln w="83767">
              <a:solidFill>
                <a:srgbClr val="0266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42889" y="590246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23254" y="5905686"/>
            <a:ext cx="2608298" cy="916653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395919" y="0"/>
            <a:ext cx="7620000" cy="4534535"/>
            <a:chOff x="395919" y="0"/>
            <a:chExt cx="7620000" cy="4534535"/>
          </a:xfrm>
        </p:grpSpPr>
        <p:sp>
          <p:nvSpPr>
            <p:cNvPr id="33" name="object 33"/>
            <p:cNvSpPr/>
            <p:nvPr/>
          </p:nvSpPr>
          <p:spPr>
            <a:xfrm>
              <a:off x="2228874" y="0"/>
              <a:ext cx="5518785" cy="2331085"/>
            </a:xfrm>
            <a:custGeom>
              <a:avLst/>
              <a:gdLst/>
              <a:ahLst/>
              <a:cxnLst/>
              <a:rect l="l" t="t" r="r" b="b"/>
              <a:pathLst>
                <a:path w="5518784" h="2331085">
                  <a:moveTo>
                    <a:pt x="5518240" y="0"/>
                  </a:moveTo>
                  <a:lnTo>
                    <a:pt x="1408710" y="0"/>
                  </a:lnTo>
                  <a:lnTo>
                    <a:pt x="0" y="2331064"/>
                  </a:lnTo>
                  <a:lnTo>
                    <a:pt x="4109529" y="2331064"/>
                  </a:lnTo>
                  <a:lnTo>
                    <a:pt x="5518240" y="0"/>
                  </a:lnTo>
                  <a:close/>
                </a:path>
              </a:pathLst>
            </a:custGeom>
            <a:solidFill>
              <a:srgbClr val="EE0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5919" y="1645677"/>
              <a:ext cx="7619858" cy="2888257"/>
            </a:xfrm>
            <a:prstGeom prst="rect">
              <a:avLst/>
            </a:prstGeom>
          </p:spPr>
        </p:pic>
      </p:grpSp>
      <p:sp>
        <p:nvSpPr>
          <p:cNvPr id="35" name="object 35"/>
          <p:cNvSpPr/>
          <p:nvPr/>
        </p:nvSpPr>
        <p:spPr>
          <a:xfrm>
            <a:off x="7948397" y="954207"/>
            <a:ext cx="866140" cy="855980"/>
          </a:xfrm>
          <a:custGeom>
            <a:avLst/>
            <a:gdLst/>
            <a:ahLst/>
            <a:cxnLst/>
            <a:rect l="l" t="t" r="r" b="b"/>
            <a:pathLst>
              <a:path w="866140" h="855980">
                <a:moveTo>
                  <a:pt x="187083" y="69088"/>
                </a:moveTo>
                <a:lnTo>
                  <a:pt x="180594" y="25387"/>
                </a:lnTo>
                <a:lnTo>
                  <a:pt x="148805" y="0"/>
                </a:lnTo>
                <a:lnTo>
                  <a:pt x="133540" y="4953"/>
                </a:lnTo>
                <a:lnTo>
                  <a:pt x="98196" y="37109"/>
                </a:lnTo>
                <a:lnTo>
                  <a:pt x="73583" y="78981"/>
                </a:lnTo>
                <a:lnTo>
                  <a:pt x="55016" y="123393"/>
                </a:lnTo>
                <a:lnTo>
                  <a:pt x="40817" y="169570"/>
                </a:lnTo>
                <a:lnTo>
                  <a:pt x="29362" y="216738"/>
                </a:lnTo>
                <a:lnTo>
                  <a:pt x="21793" y="259410"/>
                </a:lnTo>
                <a:lnTo>
                  <a:pt x="15278" y="312407"/>
                </a:lnTo>
                <a:lnTo>
                  <a:pt x="9867" y="371233"/>
                </a:lnTo>
                <a:lnTo>
                  <a:pt x="5600" y="431406"/>
                </a:lnTo>
                <a:lnTo>
                  <a:pt x="2501" y="488429"/>
                </a:lnTo>
                <a:lnTo>
                  <a:pt x="622" y="537806"/>
                </a:lnTo>
                <a:lnTo>
                  <a:pt x="0" y="575056"/>
                </a:lnTo>
                <a:lnTo>
                  <a:pt x="660" y="595655"/>
                </a:lnTo>
                <a:lnTo>
                  <a:pt x="14871" y="608990"/>
                </a:lnTo>
                <a:lnTo>
                  <a:pt x="22694" y="608114"/>
                </a:lnTo>
                <a:lnTo>
                  <a:pt x="54025" y="552602"/>
                </a:lnTo>
                <a:lnTo>
                  <a:pt x="74091" y="504164"/>
                </a:lnTo>
                <a:lnTo>
                  <a:pt x="92392" y="455053"/>
                </a:lnTo>
                <a:lnTo>
                  <a:pt x="109372" y="405409"/>
                </a:lnTo>
                <a:lnTo>
                  <a:pt x="125463" y="355422"/>
                </a:lnTo>
                <a:lnTo>
                  <a:pt x="141135" y="305244"/>
                </a:lnTo>
                <a:lnTo>
                  <a:pt x="157111" y="250761"/>
                </a:lnTo>
                <a:lnTo>
                  <a:pt x="170688" y="195821"/>
                </a:lnTo>
                <a:lnTo>
                  <a:pt x="180898" y="140208"/>
                </a:lnTo>
                <a:lnTo>
                  <a:pt x="186855" y="83705"/>
                </a:lnTo>
                <a:lnTo>
                  <a:pt x="187083" y="69088"/>
                </a:lnTo>
                <a:close/>
              </a:path>
              <a:path w="866140" h="855980">
                <a:moveTo>
                  <a:pt x="559536" y="250126"/>
                </a:moveTo>
                <a:lnTo>
                  <a:pt x="554659" y="211670"/>
                </a:lnTo>
                <a:lnTo>
                  <a:pt x="524344" y="183756"/>
                </a:lnTo>
                <a:lnTo>
                  <a:pt x="506552" y="181787"/>
                </a:lnTo>
                <a:lnTo>
                  <a:pt x="490994" y="188353"/>
                </a:lnTo>
                <a:lnTo>
                  <a:pt x="436841" y="224713"/>
                </a:lnTo>
                <a:lnTo>
                  <a:pt x="406120" y="254762"/>
                </a:lnTo>
                <a:lnTo>
                  <a:pt x="378637" y="287959"/>
                </a:lnTo>
                <a:lnTo>
                  <a:pt x="353822" y="323494"/>
                </a:lnTo>
                <a:lnTo>
                  <a:pt x="296176" y="412762"/>
                </a:lnTo>
                <a:lnTo>
                  <a:pt x="210464" y="547166"/>
                </a:lnTo>
                <a:lnTo>
                  <a:pt x="121881" y="687235"/>
                </a:lnTo>
                <a:lnTo>
                  <a:pt x="122059" y="699439"/>
                </a:lnTo>
                <a:lnTo>
                  <a:pt x="129438" y="707694"/>
                </a:lnTo>
                <a:lnTo>
                  <a:pt x="141935" y="708977"/>
                </a:lnTo>
                <a:lnTo>
                  <a:pt x="169849" y="689940"/>
                </a:lnTo>
                <a:lnTo>
                  <a:pt x="215315" y="657326"/>
                </a:lnTo>
                <a:lnTo>
                  <a:pt x="273164" y="608736"/>
                </a:lnTo>
                <a:lnTo>
                  <a:pt x="308660" y="577024"/>
                </a:lnTo>
                <a:lnTo>
                  <a:pt x="343433" y="544588"/>
                </a:lnTo>
                <a:lnTo>
                  <a:pt x="377367" y="511289"/>
                </a:lnTo>
                <a:lnTo>
                  <a:pt x="410324" y="476999"/>
                </a:lnTo>
                <a:lnTo>
                  <a:pt x="442188" y="441604"/>
                </a:lnTo>
                <a:lnTo>
                  <a:pt x="472808" y="404990"/>
                </a:lnTo>
                <a:lnTo>
                  <a:pt x="502081" y="367030"/>
                </a:lnTo>
                <a:lnTo>
                  <a:pt x="527278" y="328079"/>
                </a:lnTo>
                <a:lnTo>
                  <a:pt x="548970" y="286829"/>
                </a:lnTo>
                <a:lnTo>
                  <a:pt x="559536" y="250126"/>
                </a:lnTo>
                <a:close/>
              </a:path>
              <a:path w="866140" h="855980">
                <a:moveTo>
                  <a:pt x="865759" y="658444"/>
                </a:moveTo>
                <a:lnTo>
                  <a:pt x="850912" y="637781"/>
                </a:lnTo>
                <a:lnTo>
                  <a:pt x="821905" y="625157"/>
                </a:lnTo>
                <a:lnTo>
                  <a:pt x="790790" y="621233"/>
                </a:lnTo>
                <a:lnTo>
                  <a:pt x="759866" y="622007"/>
                </a:lnTo>
                <a:lnTo>
                  <a:pt x="698842" y="633120"/>
                </a:lnTo>
                <a:lnTo>
                  <a:pt x="651090" y="645744"/>
                </a:lnTo>
                <a:lnTo>
                  <a:pt x="603707" y="659409"/>
                </a:lnTo>
                <a:lnTo>
                  <a:pt x="556679" y="674090"/>
                </a:lnTo>
                <a:lnTo>
                  <a:pt x="510019" y="689813"/>
                </a:lnTo>
                <a:lnTo>
                  <a:pt x="463740" y="706564"/>
                </a:lnTo>
                <a:lnTo>
                  <a:pt x="417817" y="724344"/>
                </a:lnTo>
                <a:lnTo>
                  <a:pt x="372275" y="743153"/>
                </a:lnTo>
                <a:lnTo>
                  <a:pt x="327088" y="763003"/>
                </a:lnTo>
                <a:lnTo>
                  <a:pt x="282282" y="783869"/>
                </a:lnTo>
                <a:lnTo>
                  <a:pt x="237858" y="805776"/>
                </a:lnTo>
                <a:lnTo>
                  <a:pt x="218668" y="825588"/>
                </a:lnTo>
                <a:lnTo>
                  <a:pt x="219138" y="836193"/>
                </a:lnTo>
                <a:lnTo>
                  <a:pt x="223469" y="845718"/>
                </a:lnTo>
                <a:lnTo>
                  <a:pt x="230365" y="851674"/>
                </a:lnTo>
                <a:lnTo>
                  <a:pt x="239153" y="854786"/>
                </a:lnTo>
                <a:lnTo>
                  <a:pt x="249148" y="855751"/>
                </a:lnTo>
                <a:lnTo>
                  <a:pt x="286219" y="855433"/>
                </a:lnTo>
                <a:lnTo>
                  <a:pt x="338797" y="851115"/>
                </a:lnTo>
                <a:lnTo>
                  <a:pt x="391248" y="845997"/>
                </a:lnTo>
                <a:lnTo>
                  <a:pt x="443522" y="839889"/>
                </a:lnTo>
                <a:lnTo>
                  <a:pt x="495617" y="832612"/>
                </a:lnTo>
                <a:lnTo>
                  <a:pt x="547484" y="823976"/>
                </a:lnTo>
                <a:lnTo>
                  <a:pt x="599109" y="813803"/>
                </a:lnTo>
                <a:lnTo>
                  <a:pt x="650455" y="801890"/>
                </a:lnTo>
                <a:lnTo>
                  <a:pt x="701509" y="788060"/>
                </a:lnTo>
                <a:lnTo>
                  <a:pt x="738606" y="776566"/>
                </a:lnTo>
                <a:lnTo>
                  <a:pt x="774636" y="762711"/>
                </a:lnTo>
                <a:lnTo>
                  <a:pt x="808774" y="744753"/>
                </a:lnTo>
                <a:lnTo>
                  <a:pt x="840181" y="720940"/>
                </a:lnTo>
                <a:lnTo>
                  <a:pt x="865581" y="684123"/>
                </a:lnTo>
                <a:lnTo>
                  <a:pt x="865759" y="658444"/>
                </a:lnTo>
                <a:close/>
              </a:path>
            </a:pathLst>
          </a:custGeom>
          <a:solidFill>
            <a:srgbClr val="02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744239" y="501097"/>
            <a:ext cx="2005330" cy="412115"/>
          </a:xfrm>
          <a:custGeom>
            <a:avLst/>
            <a:gdLst/>
            <a:ahLst/>
            <a:cxnLst/>
            <a:rect l="l" t="t" r="r" b="b"/>
            <a:pathLst>
              <a:path w="2005329" h="412115">
                <a:moveTo>
                  <a:pt x="241617" y="331711"/>
                </a:moveTo>
                <a:lnTo>
                  <a:pt x="87553" y="331711"/>
                </a:lnTo>
                <a:lnTo>
                  <a:pt x="87553" y="20561"/>
                </a:lnTo>
                <a:lnTo>
                  <a:pt x="0" y="20561"/>
                </a:lnTo>
                <a:lnTo>
                  <a:pt x="0" y="331711"/>
                </a:lnTo>
                <a:lnTo>
                  <a:pt x="0" y="405371"/>
                </a:lnTo>
                <a:lnTo>
                  <a:pt x="241617" y="405371"/>
                </a:lnTo>
                <a:lnTo>
                  <a:pt x="241617" y="331711"/>
                </a:lnTo>
                <a:close/>
              </a:path>
              <a:path w="2005329" h="412115">
                <a:moveTo>
                  <a:pt x="505625" y="405218"/>
                </a:moveTo>
                <a:lnTo>
                  <a:pt x="501472" y="358216"/>
                </a:lnTo>
                <a:lnTo>
                  <a:pt x="501421" y="357162"/>
                </a:lnTo>
                <a:lnTo>
                  <a:pt x="501332" y="350583"/>
                </a:lnTo>
                <a:lnTo>
                  <a:pt x="501218" y="342290"/>
                </a:lnTo>
                <a:lnTo>
                  <a:pt x="501154" y="273113"/>
                </a:lnTo>
                <a:lnTo>
                  <a:pt x="501154" y="240157"/>
                </a:lnTo>
                <a:lnTo>
                  <a:pt x="495058" y="193649"/>
                </a:lnTo>
                <a:lnTo>
                  <a:pt x="487451" y="179362"/>
                </a:lnTo>
                <a:lnTo>
                  <a:pt x="474637" y="155270"/>
                </a:lnTo>
                <a:lnTo>
                  <a:pt x="436664" y="129209"/>
                </a:lnTo>
                <a:lnTo>
                  <a:pt x="416318" y="125882"/>
                </a:lnTo>
                <a:lnTo>
                  <a:pt x="416318" y="273113"/>
                </a:lnTo>
                <a:lnTo>
                  <a:pt x="416318" y="308597"/>
                </a:lnTo>
                <a:lnTo>
                  <a:pt x="384733" y="348081"/>
                </a:lnTo>
                <a:lnTo>
                  <a:pt x="369455" y="350583"/>
                </a:lnTo>
                <a:lnTo>
                  <a:pt x="355650" y="348513"/>
                </a:lnTo>
                <a:lnTo>
                  <a:pt x="344652" y="342290"/>
                </a:lnTo>
                <a:lnTo>
                  <a:pt x="337388" y="331851"/>
                </a:lnTo>
                <a:lnTo>
                  <a:pt x="334759" y="317131"/>
                </a:lnTo>
                <a:lnTo>
                  <a:pt x="341033" y="296189"/>
                </a:lnTo>
                <a:lnTo>
                  <a:pt x="358292" y="282562"/>
                </a:lnTo>
                <a:lnTo>
                  <a:pt x="384162" y="275209"/>
                </a:lnTo>
                <a:lnTo>
                  <a:pt x="416318" y="273113"/>
                </a:lnTo>
                <a:lnTo>
                  <a:pt x="416318" y="125882"/>
                </a:lnTo>
                <a:lnTo>
                  <a:pt x="377913" y="119595"/>
                </a:lnTo>
                <a:lnTo>
                  <a:pt x="341922" y="121945"/>
                </a:lnTo>
                <a:lnTo>
                  <a:pt x="311340" y="127939"/>
                </a:lnTo>
                <a:lnTo>
                  <a:pt x="286740" y="136029"/>
                </a:lnTo>
                <a:lnTo>
                  <a:pt x="268617" y="144627"/>
                </a:lnTo>
                <a:lnTo>
                  <a:pt x="284721" y="200215"/>
                </a:lnTo>
                <a:lnTo>
                  <a:pt x="300697" y="192239"/>
                </a:lnTo>
                <a:lnTo>
                  <a:pt x="319735" y="185597"/>
                </a:lnTo>
                <a:lnTo>
                  <a:pt x="340652" y="181051"/>
                </a:lnTo>
                <a:lnTo>
                  <a:pt x="362216" y="179362"/>
                </a:lnTo>
                <a:lnTo>
                  <a:pt x="388594" y="182854"/>
                </a:lnTo>
                <a:lnTo>
                  <a:pt x="404253" y="191744"/>
                </a:lnTo>
                <a:lnTo>
                  <a:pt x="411772" y="203428"/>
                </a:lnTo>
                <a:lnTo>
                  <a:pt x="413702" y="215328"/>
                </a:lnTo>
                <a:lnTo>
                  <a:pt x="413702" y="218897"/>
                </a:lnTo>
                <a:lnTo>
                  <a:pt x="358343" y="222999"/>
                </a:lnTo>
                <a:lnTo>
                  <a:pt x="312635" y="235597"/>
                </a:lnTo>
                <a:lnTo>
                  <a:pt x="278117" y="256844"/>
                </a:lnTo>
                <a:lnTo>
                  <a:pt x="256286" y="286931"/>
                </a:lnTo>
                <a:lnTo>
                  <a:pt x="248678" y="326034"/>
                </a:lnTo>
                <a:lnTo>
                  <a:pt x="254825" y="358216"/>
                </a:lnTo>
                <a:lnTo>
                  <a:pt x="272656" y="385495"/>
                </a:lnTo>
                <a:lnTo>
                  <a:pt x="301218" y="404406"/>
                </a:lnTo>
                <a:lnTo>
                  <a:pt x="339585" y="411492"/>
                </a:lnTo>
                <a:lnTo>
                  <a:pt x="363588" y="409295"/>
                </a:lnTo>
                <a:lnTo>
                  <a:pt x="385343" y="402818"/>
                </a:lnTo>
                <a:lnTo>
                  <a:pt x="404291" y="392163"/>
                </a:lnTo>
                <a:lnTo>
                  <a:pt x="419900" y="377456"/>
                </a:lnTo>
                <a:lnTo>
                  <a:pt x="421754" y="377456"/>
                </a:lnTo>
                <a:lnTo>
                  <a:pt x="426910" y="405218"/>
                </a:lnTo>
                <a:lnTo>
                  <a:pt x="505625" y="405218"/>
                </a:lnTo>
                <a:close/>
              </a:path>
              <a:path w="2005329" h="412115">
                <a:moveTo>
                  <a:pt x="802068" y="125869"/>
                </a:moveTo>
                <a:lnTo>
                  <a:pt x="710145" y="125869"/>
                </a:lnTo>
                <a:lnTo>
                  <a:pt x="674065" y="255778"/>
                </a:lnTo>
                <a:lnTo>
                  <a:pt x="669544" y="273278"/>
                </a:lnTo>
                <a:lnTo>
                  <a:pt x="665505" y="290093"/>
                </a:lnTo>
                <a:lnTo>
                  <a:pt x="661873" y="306743"/>
                </a:lnTo>
                <a:lnTo>
                  <a:pt x="658520" y="323710"/>
                </a:lnTo>
                <a:lnTo>
                  <a:pt x="656653" y="323710"/>
                </a:lnTo>
                <a:lnTo>
                  <a:pt x="645350" y="273189"/>
                </a:lnTo>
                <a:lnTo>
                  <a:pt x="602742" y="125869"/>
                </a:lnTo>
                <a:lnTo>
                  <a:pt x="507911" y="125869"/>
                </a:lnTo>
                <a:lnTo>
                  <a:pt x="610146" y="405218"/>
                </a:lnTo>
                <a:lnTo>
                  <a:pt x="697369" y="405218"/>
                </a:lnTo>
                <a:lnTo>
                  <a:pt x="802068" y="125869"/>
                </a:lnTo>
                <a:close/>
              </a:path>
              <a:path w="2005329" h="412115">
                <a:moveTo>
                  <a:pt x="1050925" y="405218"/>
                </a:moveTo>
                <a:lnTo>
                  <a:pt x="1046772" y="358216"/>
                </a:lnTo>
                <a:lnTo>
                  <a:pt x="1046721" y="357162"/>
                </a:lnTo>
                <a:lnTo>
                  <a:pt x="1046632" y="350583"/>
                </a:lnTo>
                <a:lnTo>
                  <a:pt x="1046518" y="342290"/>
                </a:lnTo>
                <a:lnTo>
                  <a:pt x="1046454" y="273113"/>
                </a:lnTo>
                <a:lnTo>
                  <a:pt x="1046454" y="240157"/>
                </a:lnTo>
                <a:lnTo>
                  <a:pt x="1040358" y="193649"/>
                </a:lnTo>
                <a:lnTo>
                  <a:pt x="1032764" y="179362"/>
                </a:lnTo>
                <a:lnTo>
                  <a:pt x="1019937" y="155270"/>
                </a:lnTo>
                <a:lnTo>
                  <a:pt x="981964" y="129209"/>
                </a:lnTo>
                <a:lnTo>
                  <a:pt x="961618" y="125882"/>
                </a:lnTo>
                <a:lnTo>
                  <a:pt x="961618" y="273113"/>
                </a:lnTo>
                <a:lnTo>
                  <a:pt x="961618" y="308597"/>
                </a:lnTo>
                <a:lnTo>
                  <a:pt x="930046" y="348081"/>
                </a:lnTo>
                <a:lnTo>
                  <a:pt x="914768" y="350583"/>
                </a:lnTo>
                <a:lnTo>
                  <a:pt x="900950" y="348513"/>
                </a:lnTo>
                <a:lnTo>
                  <a:pt x="889952" y="342290"/>
                </a:lnTo>
                <a:lnTo>
                  <a:pt x="882688" y="331851"/>
                </a:lnTo>
                <a:lnTo>
                  <a:pt x="880059" y="317131"/>
                </a:lnTo>
                <a:lnTo>
                  <a:pt x="886333" y="296189"/>
                </a:lnTo>
                <a:lnTo>
                  <a:pt x="903592" y="282562"/>
                </a:lnTo>
                <a:lnTo>
                  <a:pt x="929474" y="275209"/>
                </a:lnTo>
                <a:lnTo>
                  <a:pt x="961618" y="273113"/>
                </a:lnTo>
                <a:lnTo>
                  <a:pt x="961618" y="125882"/>
                </a:lnTo>
                <a:lnTo>
                  <a:pt x="923226" y="119595"/>
                </a:lnTo>
                <a:lnTo>
                  <a:pt x="887222" y="121945"/>
                </a:lnTo>
                <a:lnTo>
                  <a:pt x="856653" y="127939"/>
                </a:lnTo>
                <a:lnTo>
                  <a:pt x="832040" y="136029"/>
                </a:lnTo>
                <a:lnTo>
                  <a:pt x="813930" y="144627"/>
                </a:lnTo>
                <a:lnTo>
                  <a:pt x="830021" y="200215"/>
                </a:lnTo>
                <a:lnTo>
                  <a:pt x="845997" y="192239"/>
                </a:lnTo>
                <a:lnTo>
                  <a:pt x="865047" y="185597"/>
                </a:lnTo>
                <a:lnTo>
                  <a:pt x="885952" y="181051"/>
                </a:lnTo>
                <a:lnTo>
                  <a:pt x="907516" y="179362"/>
                </a:lnTo>
                <a:lnTo>
                  <a:pt x="933894" y="182854"/>
                </a:lnTo>
                <a:lnTo>
                  <a:pt x="949566" y="191744"/>
                </a:lnTo>
                <a:lnTo>
                  <a:pt x="957072" y="203428"/>
                </a:lnTo>
                <a:lnTo>
                  <a:pt x="959015" y="215328"/>
                </a:lnTo>
                <a:lnTo>
                  <a:pt x="959015" y="218897"/>
                </a:lnTo>
                <a:lnTo>
                  <a:pt x="903643" y="222999"/>
                </a:lnTo>
                <a:lnTo>
                  <a:pt x="857935" y="235597"/>
                </a:lnTo>
                <a:lnTo>
                  <a:pt x="823417" y="256844"/>
                </a:lnTo>
                <a:lnTo>
                  <a:pt x="801598" y="286931"/>
                </a:lnTo>
                <a:lnTo>
                  <a:pt x="793978" y="326034"/>
                </a:lnTo>
                <a:lnTo>
                  <a:pt x="800138" y="358216"/>
                </a:lnTo>
                <a:lnTo>
                  <a:pt x="817956" y="385495"/>
                </a:lnTo>
                <a:lnTo>
                  <a:pt x="846531" y="404406"/>
                </a:lnTo>
                <a:lnTo>
                  <a:pt x="884885" y="411492"/>
                </a:lnTo>
                <a:lnTo>
                  <a:pt x="908900" y="409295"/>
                </a:lnTo>
                <a:lnTo>
                  <a:pt x="930643" y="402818"/>
                </a:lnTo>
                <a:lnTo>
                  <a:pt x="949591" y="392163"/>
                </a:lnTo>
                <a:lnTo>
                  <a:pt x="965200" y="377456"/>
                </a:lnTo>
                <a:lnTo>
                  <a:pt x="967066" y="377456"/>
                </a:lnTo>
                <a:lnTo>
                  <a:pt x="972210" y="405218"/>
                </a:lnTo>
                <a:lnTo>
                  <a:pt x="1050925" y="405218"/>
                </a:lnTo>
                <a:close/>
              </a:path>
              <a:path w="2005329" h="412115">
                <a:moveTo>
                  <a:pt x="1177264" y="0"/>
                </a:moveTo>
                <a:lnTo>
                  <a:pt x="1089710" y="0"/>
                </a:lnTo>
                <a:lnTo>
                  <a:pt x="1089710" y="405206"/>
                </a:lnTo>
                <a:lnTo>
                  <a:pt x="1177264" y="405206"/>
                </a:lnTo>
                <a:lnTo>
                  <a:pt x="1177264" y="0"/>
                </a:lnTo>
                <a:close/>
              </a:path>
              <a:path w="2005329" h="412115">
                <a:moveTo>
                  <a:pt x="1499235" y="262750"/>
                </a:moveTo>
                <a:lnTo>
                  <a:pt x="1492605" y="215480"/>
                </a:lnTo>
                <a:lnTo>
                  <a:pt x="1476349" y="181635"/>
                </a:lnTo>
                <a:lnTo>
                  <a:pt x="1473606" y="175920"/>
                </a:lnTo>
                <a:lnTo>
                  <a:pt x="1443634" y="145719"/>
                </a:lnTo>
                <a:lnTo>
                  <a:pt x="1409128" y="128905"/>
                </a:lnTo>
                <a:lnTo>
                  <a:pt x="1409128" y="265163"/>
                </a:lnTo>
                <a:lnTo>
                  <a:pt x="1405318" y="298818"/>
                </a:lnTo>
                <a:lnTo>
                  <a:pt x="1405229" y="299593"/>
                </a:lnTo>
                <a:lnTo>
                  <a:pt x="1394079" y="326199"/>
                </a:lnTo>
                <a:lnTo>
                  <a:pt x="1376540" y="343369"/>
                </a:lnTo>
                <a:lnTo>
                  <a:pt x="1353464" y="349453"/>
                </a:lnTo>
                <a:lnTo>
                  <a:pt x="1328762" y="343052"/>
                </a:lnTo>
                <a:lnTo>
                  <a:pt x="1310728" y="325412"/>
                </a:lnTo>
                <a:lnTo>
                  <a:pt x="1299679" y="298818"/>
                </a:lnTo>
                <a:lnTo>
                  <a:pt x="1295933" y="265607"/>
                </a:lnTo>
                <a:lnTo>
                  <a:pt x="1299070" y="235026"/>
                </a:lnTo>
                <a:lnTo>
                  <a:pt x="1309103" y="208102"/>
                </a:lnTo>
                <a:lnTo>
                  <a:pt x="1326959" y="188937"/>
                </a:lnTo>
                <a:lnTo>
                  <a:pt x="1353540" y="181635"/>
                </a:lnTo>
                <a:lnTo>
                  <a:pt x="1378966" y="188937"/>
                </a:lnTo>
                <a:lnTo>
                  <a:pt x="1396187" y="207949"/>
                </a:lnTo>
                <a:lnTo>
                  <a:pt x="1406017" y="234734"/>
                </a:lnTo>
                <a:lnTo>
                  <a:pt x="1409128" y="265163"/>
                </a:lnTo>
                <a:lnTo>
                  <a:pt x="1409128" y="128905"/>
                </a:lnTo>
                <a:lnTo>
                  <a:pt x="1403985" y="126390"/>
                </a:lnTo>
                <a:lnTo>
                  <a:pt x="1356080" y="119595"/>
                </a:lnTo>
                <a:lnTo>
                  <a:pt x="1305331" y="126390"/>
                </a:lnTo>
                <a:lnTo>
                  <a:pt x="1305623" y="126390"/>
                </a:lnTo>
                <a:lnTo>
                  <a:pt x="1264145" y="145719"/>
                </a:lnTo>
                <a:lnTo>
                  <a:pt x="1232687" y="176542"/>
                </a:lnTo>
                <a:lnTo>
                  <a:pt x="1212773" y="217563"/>
                </a:lnTo>
                <a:lnTo>
                  <a:pt x="1205826" y="267563"/>
                </a:lnTo>
                <a:lnTo>
                  <a:pt x="1213078" y="317169"/>
                </a:lnTo>
                <a:lnTo>
                  <a:pt x="1233385" y="357187"/>
                </a:lnTo>
                <a:lnTo>
                  <a:pt x="1264577" y="386803"/>
                </a:lnTo>
                <a:lnTo>
                  <a:pt x="1304518" y="405180"/>
                </a:lnTo>
                <a:lnTo>
                  <a:pt x="1351038" y="411492"/>
                </a:lnTo>
                <a:lnTo>
                  <a:pt x="1395399" y="405815"/>
                </a:lnTo>
                <a:lnTo>
                  <a:pt x="1435773" y="388531"/>
                </a:lnTo>
                <a:lnTo>
                  <a:pt x="1468780" y="359206"/>
                </a:lnTo>
                <a:lnTo>
                  <a:pt x="1473987" y="349453"/>
                </a:lnTo>
                <a:lnTo>
                  <a:pt x="1491056" y="317411"/>
                </a:lnTo>
                <a:lnTo>
                  <a:pt x="1499235" y="262750"/>
                </a:lnTo>
                <a:close/>
              </a:path>
              <a:path w="2005329" h="412115">
                <a:moveTo>
                  <a:pt x="1744256" y="336346"/>
                </a:moveTo>
                <a:lnTo>
                  <a:pt x="1609217" y="336346"/>
                </a:lnTo>
                <a:lnTo>
                  <a:pt x="1609217" y="335089"/>
                </a:lnTo>
                <a:lnTo>
                  <a:pt x="1620964" y="323037"/>
                </a:lnTo>
                <a:lnTo>
                  <a:pt x="1632394" y="310400"/>
                </a:lnTo>
                <a:lnTo>
                  <a:pt x="1655089" y="283883"/>
                </a:lnTo>
                <a:lnTo>
                  <a:pt x="1739811" y="178155"/>
                </a:lnTo>
                <a:lnTo>
                  <a:pt x="1739912" y="125869"/>
                </a:lnTo>
                <a:lnTo>
                  <a:pt x="1509801" y="125869"/>
                </a:lnTo>
                <a:lnTo>
                  <a:pt x="1509801" y="194741"/>
                </a:lnTo>
                <a:lnTo>
                  <a:pt x="1633105" y="194741"/>
                </a:lnTo>
                <a:lnTo>
                  <a:pt x="1633105" y="195986"/>
                </a:lnTo>
                <a:lnTo>
                  <a:pt x="1621675" y="208178"/>
                </a:lnTo>
                <a:lnTo>
                  <a:pt x="1610868" y="220014"/>
                </a:lnTo>
                <a:lnTo>
                  <a:pt x="1588592" y="245389"/>
                </a:lnTo>
                <a:lnTo>
                  <a:pt x="1499984" y="355358"/>
                </a:lnTo>
                <a:lnTo>
                  <a:pt x="1499984" y="405206"/>
                </a:lnTo>
                <a:lnTo>
                  <a:pt x="1744256" y="405206"/>
                </a:lnTo>
                <a:lnTo>
                  <a:pt x="1744256" y="336346"/>
                </a:lnTo>
                <a:close/>
              </a:path>
              <a:path w="2005329" h="412115">
                <a:moveTo>
                  <a:pt x="2004733" y="405218"/>
                </a:moveTo>
                <a:lnTo>
                  <a:pt x="2002815" y="392163"/>
                </a:lnTo>
                <a:lnTo>
                  <a:pt x="2002751" y="391769"/>
                </a:lnTo>
                <a:lnTo>
                  <a:pt x="2001532" y="377456"/>
                </a:lnTo>
                <a:lnTo>
                  <a:pt x="2000262" y="273113"/>
                </a:lnTo>
                <a:lnTo>
                  <a:pt x="2000262" y="240157"/>
                </a:lnTo>
                <a:lnTo>
                  <a:pt x="1994179" y="193649"/>
                </a:lnTo>
                <a:lnTo>
                  <a:pt x="1986572" y="179362"/>
                </a:lnTo>
                <a:lnTo>
                  <a:pt x="1973757" y="155270"/>
                </a:lnTo>
                <a:lnTo>
                  <a:pt x="1935784" y="129209"/>
                </a:lnTo>
                <a:lnTo>
                  <a:pt x="1915426" y="125882"/>
                </a:lnTo>
                <a:lnTo>
                  <a:pt x="1915426" y="273113"/>
                </a:lnTo>
                <a:lnTo>
                  <a:pt x="1915426" y="308597"/>
                </a:lnTo>
                <a:lnTo>
                  <a:pt x="1883854" y="348081"/>
                </a:lnTo>
                <a:lnTo>
                  <a:pt x="1868576" y="350583"/>
                </a:lnTo>
                <a:lnTo>
                  <a:pt x="1854758" y="348513"/>
                </a:lnTo>
                <a:lnTo>
                  <a:pt x="1843773" y="342290"/>
                </a:lnTo>
                <a:lnTo>
                  <a:pt x="1836496" y="331851"/>
                </a:lnTo>
                <a:lnTo>
                  <a:pt x="1833867" y="317131"/>
                </a:lnTo>
                <a:lnTo>
                  <a:pt x="1840153" y="296189"/>
                </a:lnTo>
                <a:lnTo>
                  <a:pt x="1857400" y="282562"/>
                </a:lnTo>
                <a:lnTo>
                  <a:pt x="1883283" y="275209"/>
                </a:lnTo>
                <a:lnTo>
                  <a:pt x="1915426" y="273113"/>
                </a:lnTo>
                <a:lnTo>
                  <a:pt x="1915426" y="125882"/>
                </a:lnTo>
                <a:lnTo>
                  <a:pt x="1877034" y="119595"/>
                </a:lnTo>
                <a:lnTo>
                  <a:pt x="1841030" y="121945"/>
                </a:lnTo>
                <a:lnTo>
                  <a:pt x="1810461" y="127939"/>
                </a:lnTo>
                <a:lnTo>
                  <a:pt x="1785848" y="136029"/>
                </a:lnTo>
                <a:lnTo>
                  <a:pt x="1767738" y="144627"/>
                </a:lnTo>
                <a:lnTo>
                  <a:pt x="1783829" y="200215"/>
                </a:lnTo>
                <a:lnTo>
                  <a:pt x="1799805" y="192239"/>
                </a:lnTo>
                <a:lnTo>
                  <a:pt x="1818855" y="185597"/>
                </a:lnTo>
                <a:lnTo>
                  <a:pt x="1839760" y="181051"/>
                </a:lnTo>
                <a:lnTo>
                  <a:pt x="1861324" y="179362"/>
                </a:lnTo>
                <a:lnTo>
                  <a:pt x="1887715" y="182854"/>
                </a:lnTo>
                <a:lnTo>
                  <a:pt x="1903374" y="191744"/>
                </a:lnTo>
                <a:lnTo>
                  <a:pt x="1910892" y="203428"/>
                </a:lnTo>
                <a:lnTo>
                  <a:pt x="1912823" y="215328"/>
                </a:lnTo>
                <a:lnTo>
                  <a:pt x="1912823" y="218897"/>
                </a:lnTo>
                <a:lnTo>
                  <a:pt x="1857451" y="222999"/>
                </a:lnTo>
                <a:lnTo>
                  <a:pt x="1811756" y="235597"/>
                </a:lnTo>
                <a:lnTo>
                  <a:pt x="1777225" y="256844"/>
                </a:lnTo>
                <a:lnTo>
                  <a:pt x="1755406" y="286931"/>
                </a:lnTo>
                <a:lnTo>
                  <a:pt x="1747786" y="326034"/>
                </a:lnTo>
                <a:lnTo>
                  <a:pt x="1753946" y="358216"/>
                </a:lnTo>
                <a:lnTo>
                  <a:pt x="1771777" y="385495"/>
                </a:lnTo>
                <a:lnTo>
                  <a:pt x="1800339" y="404406"/>
                </a:lnTo>
                <a:lnTo>
                  <a:pt x="1838706" y="411492"/>
                </a:lnTo>
                <a:lnTo>
                  <a:pt x="1862709" y="409295"/>
                </a:lnTo>
                <a:lnTo>
                  <a:pt x="1884451" y="402818"/>
                </a:lnTo>
                <a:lnTo>
                  <a:pt x="1903399" y="392163"/>
                </a:lnTo>
                <a:lnTo>
                  <a:pt x="1919008" y="377456"/>
                </a:lnTo>
                <a:lnTo>
                  <a:pt x="1920875" y="377456"/>
                </a:lnTo>
                <a:lnTo>
                  <a:pt x="1926031" y="405218"/>
                </a:lnTo>
                <a:lnTo>
                  <a:pt x="2004733" y="4052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744239" y="932084"/>
            <a:ext cx="1746885" cy="518795"/>
          </a:xfrm>
          <a:custGeom>
            <a:avLst/>
            <a:gdLst/>
            <a:ahLst/>
            <a:cxnLst/>
            <a:rect l="l" t="t" r="r" b="b"/>
            <a:pathLst>
              <a:path w="1746885" h="518794">
                <a:moveTo>
                  <a:pt x="241617" y="331698"/>
                </a:moveTo>
                <a:lnTo>
                  <a:pt x="87553" y="331698"/>
                </a:lnTo>
                <a:lnTo>
                  <a:pt x="87553" y="20548"/>
                </a:lnTo>
                <a:lnTo>
                  <a:pt x="0" y="20548"/>
                </a:lnTo>
                <a:lnTo>
                  <a:pt x="0" y="331698"/>
                </a:lnTo>
                <a:lnTo>
                  <a:pt x="0" y="405358"/>
                </a:lnTo>
                <a:lnTo>
                  <a:pt x="241617" y="405358"/>
                </a:lnTo>
                <a:lnTo>
                  <a:pt x="241617" y="331698"/>
                </a:lnTo>
                <a:close/>
              </a:path>
              <a:path w="1746885" h="518794">
                <a:moveTo>
                  <a:pt x="352158" y="125857"/>
                </a:moveTo>
                <a:lnTo>
                  <a:pt x="264604" y="125857"/>
                </a:lnTo>
                <a:lnTo>
                  <a:pt x="264604" y="405206"/>
                </a:lnTo>
                <a:lnTo>
                  <a:pt x="352158" y="405206"/>
                </a:lnTo>
                <a:lnTo>
                  <a:pt x="352158" y="125857"/>
                </a:lnTo>
                <a:close/>
              </a:path>
              <a:path w="1746885" h="518794">
                <a:moveTo>
                  <a:pt x="401180" y="4648"/>
                </a:moveTo>
                <a:lnTo>
                  <a:pt x="320560" y="4648"/>
                </a:lnTo>
                <a:lnTo>
                  <a:pt x="271145" y="91274"/>
                </a:lnTo>
                <a:lnTo>
                  <a:pt x="330974" y="91274"/>
                </a:lnTo>
                <a:lnTo>
                  <a:pt x="401180" y="4648"/>
                </a:lnTo>
                <a:close/>
              </a:path>
              <a:path w="1746885" h="518794">
                <a:moveTo>
                  <a:pt x="670572" y="125857"/>
                </a:moveTo>
                <a:lnTo>
                  <a:pt x="586054" y="125857"/>
                </a:lnTo>
                <a:lnTo>
                  <a:pt x="583806" y="158508"/>
                </a:lnTo>
                <a:lnTo>
                  <a:pt x="583793" y="158737"/>
                </a:lnTo>
                <a:lnTo>
                  <a:pt x="582637" y="158508"/>
                </a:lnTo>
                <a:lnTo>
                  <a:pt x="581164" y="156705"/>
                </a:lnTo>
                <a:lnTo>
                  <a:pt x="581164" y="238391"/>
                </a:lnTo>
                <a:lnTo>
                  <a:pt x="581164" y="290576"/>
                </a:lnTo>
                <a:lnTo>
                  <a:pt x="580517" y="297726"/>
                </a:lnTo>
                <a:lnTo>
                  <a:pt x="580491" y="298018"/>
                </a:lnTo>
                <a:lnTo>
                  <a:pt x="578726" y="303745"/>
                </a:lnTo>
                <a:lnTo>
                  <a:pt x="571931" y="319532"/>
                </a:lnTo>
                <a:lnTo>
                  <a:pt x="560692" y="332041"/>
                </a:lnTo>
                <a:lnTo>
                  <a:pt x="545846" y="340283"/>
                </a:lnTo>
                <a:lnTo>
                  <a:pt x="528243" y="343255"/>
                </a:lnTo>
                <a:lnTo>
                  <a:pt x="503593" y="337731"/>
                </a:lnTo>
                <a:lnTo>
                  <a:pt x="484936" y="322084"/>
                </a:lnTo>
                <a:lnTo>
                  <a:pt x="473125" y="297726"/>
                </a:lnTo>
                <a:lnTo>
                  <a:pt x="468998" y="266065"/>
                </a:lnTo>
                <a:lnTo>
                  <a:pt x="472833" y="234657"/>
                </a:lnTo>
                <a:lnTo>
                  <a:pt x="484212" y="209791"/>
                </a:lnTo>
                <a:lnTo>
                  <a:pt x="503148" y="193205"/>
                </a:lnTo>
                <a:lnTo>
                  <a:pt x="529348" y="187248"/>
                </a:lnTo>
                <a:lnTo>
                  <a:pt x="547649" y="190601"/>
                </a:lnTo>
                <a:lnTo>
                  <a:pt x="579678" y="228930"/>
                </a:lnTo>
                <a:lnTo>
                  <a:pt x="581164" y="238391"/>
                </a:lnTo>
                <a:lnTo>
                  <a:pt x="581164" y="156705"/>
                </a:lnTo>
                <a:lnTo>
                  <a:pt x="568820" y="141579"/>
                </a:lnTo>
                <a:lnTo>
                  <a:pt x="551192" y="129413"/>
                </a:lnTo>
                <a:lnTo>
                  <a:pt x="529742" y="122059"/>
                </a:lnTo>
                <a:lnTo>
                  <a:pt x="504469" y="119595"/>
                </a:lnTo>
                <a:lnTo>
                  <a:pt x="468452" y="125564"/>
                </a:lnTo>
                <a:lnTo>
                  <a:pt x="434759" y="143497"/>
                </a:lnTo>
                <a:lnTo>
                  <a:pt x="406654" y="173431"/>
                </a:lnTo>
                <a:lnTo>
                  <a:pt x="387400" y="215379"/>
                </a:lnTo>
                <a:lnTo>
                  <a:pt x="380250" y="269392"/>
                </a:lnTo>
                <a:lnTo>
                  <a:pt x="389864" y="329031"/>
                </a:lnTo>
                <a:lnTo>
                  <a:pt x="415582" y="373710"/>
                </a:lnTo>
                <a:lnTo>
                  <a:pt x="452729" y="401764"/>
                </a:lnTo>
                <a:lnTo>
                  <a:pt x="496633" y="411492"/>
                </a:lnTo>
                <a:lnTo>
                  <a:pt x="523125" y="408774"/>
                </a:lnTo>
                <a:lnTo>
                  <a:pt x="545909" y="400824"/>
                </a:lnTo>
                <a:lnTo>
                  <a:pt x="564883" y="387883"/>
                </a:lnTo>
                <a:lnTo>
                  <a:pt x="579970" y="370243"/>
                </a:lnTo>
                <a:lnTo>
                  <a:pt x="581164" y="370243"/>
                </a:lnTo>
                <a:lnTo>
                  <a:pt x="581164" y="518210"/>
                </a:lnTo>
                <a:lnTo>
                  <a:pt x="668616" y="518210"/>
                </a:lnTo>
                <a:lnTo>
                  <a:pt x="668616" y="370243"/>
                </a:lnTo>
                <a:lnTo>
                  <a:pt x="668616" y="343255"/>
                </a:lnTo>
                <a:lnTo>
                  <a:pt x="668693" y="199669"/>
                </a:lnTo>
                <a:lnTo>
                  <a:pt x="669518" y="158737"/>
                </a:lnTo>
                <a:lnTo>
                  <a:pt x="670458" y="129413"/>
                </a:lnTo>
                <a:lnTo>
                  <a:pt x="670572" y="125857"/>
                </a:lnTo>
                <a:close/>
              </a:path>
              <a:path w="1746885" h="518794">
                <a:moveTo>
                  <a:pt x="979347" y="405206"/>
                </a:moveTo>
                <a:lnTo>
                  <a:pt x="978471" y="386524"/>
                </a:lnTo>
                <a:lnTo>
                  <a:pt x="977747" y="365353"/>
                </a:lnTo>
                <a:lnTo>
                  <a:pt x="977239" y="341718"/>
                </a:lnTo>
                <a:lnTo>
                  <a:pt x="977049" y="315671"/>
                </a:lnTo>
                <a:lnTo>
                  <a:pt x="977049" y="125869"/>
                </a:lnTo>
                <a:lnTo>
                  <a:pt x="889495" y="125869"/>
                </a:lnTo>
                <a:lnTo>
                  <a:pt x="889495" y="299313"/>
                </a:lnTo>
                <a:lnTo>
                  <a:pt x="888492" y="305701"/>
                </a:lnTo>
                <a:lnTo>
                  <a:pt x="858862" y="338543"/>
                </a:lnTo>
                <a:lnTo>
                  <a:pt x="842848" y="341325"/>
                </a:lnTo>
                <a:lnTo>
                  <a:pt x="822960" y="336867"/>
                </a:lnTo>
                <a:lnTo>
                  <a:pt x="809269" y="323989"/>
                </a:lnTo>
                <a:lnTo>
                  <a:pt x="801357" y="303441"/>
                </a:lnTo>
                <a:lnTo>
                  <a:pt x="798817" y="275983"/>
                </a:lnTo>
                <a:lnTo>
                  <a:pt x="798817" y="125869"/>
                </a:lnTo>
                <a:lnTo>
                  <a:pt x="711250" y="125869"/>
                </a:lnTo>
                <a:lnTo>
                  <a:pt x="711250" y="290106"/>
                </a:lnTo>
                <a:lnTo>
                  <a:pt x="718642" y="345300"/>
                </a:lnTo>
                <a:lnTo>
                  <a:pt x="739216" y="382993"/>
                </a:lnTo>
                <a:lnTo>
                  <a:pt x="770496" y="404596"/>
                </a:lnTo>
                <a:lnTo>
                  <a:pt x="810044" y="411480"/>
                </a:lnTo>
                <a:lnTo>
                  <a:pt x="843457" y="406768"/>
                </a:lnTo>
                <a:lnTo>
                  <a:pt x="868641" y="395097"/>
                </a:lnTo>
                <a:lnTo>
                  <a:pt x="886434" y="380199"/>
                </a:lnTo>
                <a:lnTo>
                  <a:pt x="897674" y="365785"/>
                </a:lnTo>
                <a:lnTo>
                  <a:pt x="899490" y="365785"/>
                </a:lnTo>
                <a:lnTo>
                  <a:pt x="903528" y="405206"/>
                </a:lnTo>
                <a:lnTo>
                  <a:pt x="979347" y="405206"/>
                </a:lnTo>
                <a:close/>
              </a:path>
              <a:path w="1746885" h="518794">
                <a:moveTo>
                  <a:pt x="1108875" y="125869"/>
                </a:moveTo>
                <a:lnTo>
                  <a:pt x="1021321" y="125869"/>
                </a:lnTo>
                <a:lnTo>
                  <a:pt x="1021321" y="405206"/>
                </a:lnTo>
                <a:lnTo>
                  <a:pt x="1108875" y="405206"/>
                </a:lnTo>
                <a:lnTo>
                  <a:pt x="1108875" y="125869"/>
                </a:lnTo>
                <a:close/>
              </a:path>
              <a:path w="1746885" h="518794">
                <a:moveTo>
                  <a:pt x="1111338" y="48323"/>
                </a:moveTo>
                <a:lnTo>
                  <a:pt x="1107960" y="31051"/>
                </a:lnTo>
                <a:lnTo>
                  <a:pt x="1098727" y="17272"/>
                </a:lnTo>
                <a:lnTo>
                  <a:pt x="1084237" y="8140"/>
                </a:lnTo>
                <a:lnTo>
                  <a:pt x="1065123" y="4838"/>
                </a:lnTo>
                <a:lnTo>
                  <a:pt x="1046048" y="8140"/>
                </a:lnTo>
                <a:lnTo>
                  <a:pt x="1031430" y="17272"/>
                </a:lnTo>
                <a:lnTo>
                  <a:pt x="1022096" y="31051"/>
                </a:lnTo>
                <a:lnTo>
                  <a:pt x="1018857" y="48323"/>
                </a:lnTo>
                <a:lnTo>
                  <a:pt x="1022019" y="65303"/>
                </a:lnTo>
                <a:lnTo>
                  <a:pt x="1031176" y="79070"/>
                </a:lnTo>
                <a:lnTo>
                  <a:pt x="1045552" y="88315"/>
                </a:lnTo>
                <a:lnTo>
                  <a:pt x="1064336" y="91694"/>
                </a:lnTo>
                <a:lnTo>
                  <a:pt x="1083983" y="88315"/>
                </a:lnTo>
                <a:lnTo>
                  <a:pt x="1098804" y="79070"/>
                </a:lnTo>
                <a:lnTo>
                  <a:pt x="1108138" y="65303"/>
                </a:lnTo>
                <a:lnTo>
                  <a:pt x="1111338" y="48323"/>
                </a:lnTo>
                <a:close/>
              </a:path>
              <a:path w="1746885" h="518794">
                <a:moveTo>
                  <a:pt x="1427505" y="405206"/>
                </a:moveTo>
                <a:lnTo>
                  <a:pt x="1425816" y="364299"/>
                </a:lnTo>
                <a:lnTo>
                  <a:pt x="1425384" y="342239"/>
                </a:lnTo>
                <a:lnTo>
                  <a:pt x="1425282" y="330631"/>
                </a:lnTo>
                <a:lnTo>
                  <a:pt x="1425219" y="186232"/>
                </a:lnTo>
                <a:lnTo>
                  <a:pt x="1425219" y="151155"/>
                </a:lnTo>
                <a:lnTo>
                  <a:pt x="1425219" y="0"/>
                </a:lnTo>
                <a:lnTo>
                  <a:pt x="1337779" y="0"/>
                </a:lnTo>
                <a:lnTo>
                  <a:pt x="1337779" y="151155"/>
                </a:lnTo>
                <a:lnTo>
                  <a:pt x="1337779" y="239560"/>
                </a:lnTo>
                <a:lnTo>
                  <a:pt x="1337779" y="287947"/>
                </a:lnTo>
                <a:lnTo>
                  <a:pt x="1337360" y="294652"/>
                </a:lnTo>
                <a:lnTo>
                  <a:pt x="1317955" y="330631"/>
                </a:lnTo>
                <a:lnTo>
                  <a:pt x="1285341" y="342239"/>
                </a:lnTo>
                <a:lnTo>
                  <a:pt x="1260640" y="336867"/>
                </a:lnTo>
                <a:lnTo>
                  <a:pt x="1241806" y="321513"/>
                </a:lnTo>
                <a:lnTo>
                  <a:pt x="1229804" y="297357"/>
                </a:lnTo>
                <a:lnTo>
                  <a:pt x="1225588" y="265531"/>
                </a:lnTo>
                <a:lnTo>
                  <a:pt x="1229385" y="234569"/>
                </a:lnTo>
                <a:lnTo>
                  <a:pt x="1240739" y="209372"/>
                </a:lnTo>
                <a:lnTo>
                  <a:pt x="1259611" y="192443"/>
                </a:lnTo>
                <a:lnTo>
                  <a:pt x="1285951" y="186232"/>
                </a:lnTo>
                <a:lnTo>
                  <a:pt x="1304404" y="189598"/>
                </a:lnTo>
                <a:lnTo>
                  <a:pt x="1336636" y="228688"/>
                </a:lnTo>
                <a:lnTo>
                  <a:pt x="1337779" y="239560"/>
                </a:lnTo>
                <a:lnTo>
                  <a:pt x="1337779" y="151155"/>
                </a:lnTo>
                <a:lnTo>
                  <a:pt x="1336636" y="151155"/>
                </a:lnTo>
                <a:lnTo>
                  <a:pt x="1324648" y="138087"/>
                </a:lnTo>
                <a:lnTo>
                  <a:pt x="1307960" y="128143"/>
                </a:lnTo>
                <a:lnTo>
                  <a:pt x="1287119" y="121805"/>
                </a:lnTo>
                <a:lnTo>
                  <a:pt x="1262672" y="119595"/>
                </a:lnTo>
                <a:lnTo>
                  <a:pt x="1223848" y="126022"/>
                </a:lnTo>
                <a:lnTo>
                  <a:pt x="1189342" y="144830"/>
                </a:lnTo>
                <a:lnTo>
                  <a:pt x="1161681" y="175272"/>
                </a:lnTo>
                <a:lnTo>
                  <a:pt x="1143342" y="216598"/>
                </a:lnTo>
                <a:lnTo>
                  <a:pt x="1136853" y="268046"/>
                </a:lnTo>
                <a:lnTo>
                  <a:pt x="1142961" y="316306"/>
                </a:lnTo>
                <a:lnTo>
                  <a:pt x="1159992" y="356044"/>
                </a:lnTo>
                <a:lnTo>
                  <a:pt x="1185964" y="386003"/>
                </a:lnTo>
                <a:lnTo>
                  <a:pt x="1218907" y="404901"/>
                </a:lnTo>
                <a:lnTo>
                  <a:pt x="1256880" y="411492"/>
                </a:lnTo>
                <a:lnTo>
                  <a:pt x="1283436" y="408520"/>
                </a:lnTo>
                <a:lnTo>
                  <a:pt x="1307858" y="399630"/>
                </a:lnTo>
                <a:lnTo>
                  <a:pt x="1328775" y="384886"/>
                </a:lnTo>
                <a:lnTo>
                  <a:pt x="1344904" y="364299"/>
                </a:lnTo>
                <a:lnTo>
                  <a:pt x="1346123" y="364299"/>
                </a:lnTo>
                <a:lnTo>
                  <a:pt x="1349756" y="404901"/>
                </a:lnTo>
                <a:lnTo>
                  <a:pt x="1349781" y="405206"/>
                </a:lnTo>
                <a:lnTo>
                  <a:pt x="1427505" y="405206"/>
                </a:lnTo>
                <a:close/>
              </a:path>
              <a:path w="1746885" h="518794">
                <a:moveTo>
                  <a:pt x="1746846" y="262737"/>
                </a:moveTo>
                <a:lnTo>
                  <a:pt x="1740204" y="215468"/>
                </a:lnTo>
                <a:lnTo>
                  <a:pt x="1721218" y="175907"/>
                </a:lnTo>
                <a:lnTo>
                  <a:pt x="1691246" y="145707"/>
                </a:lnTo>
                <a:lnTo>
                  <a:pt x="1656740" y="128892"/>
                </a:lnTo>
                <a:lnTo>
                  <a:pt x="1656740" y="265150"/>
                </a:lnTo>
                <a:lnTo>
                  <a:pt x="1652930" y="298818"/>
                </a:lnTo>
                <a:lnTo>
                  <a:pt x="1652841" y="299580"/>
                </a:lnTo>
                <a:lnTo>
                  <a:pt x="1641690" y="326199"/>
                </a:lnTo>
                <a:lnTo>
                  <a:pt x="1624152" y="343357"/>
                </a:lnTo>
                <a:lnTo>
                  <a:pt x="1601076" y="349440"/>
                </a:lnTo>
                <a:lnTo>
                  <a:pt x="1576374" y="343039"/>
                </a:lnTo>
                <a:lnTo>
                  <a:pt x="1558340" y="325399"/>
                </a:lnTo>
                <a:lnTo>
                  <a:pt x="1547291" y="298818"/>
                </a:lnTo>
                <a:lnTo>
                  <a:pt x="1543545" y="265595"/>
                </a:lnTo>
                <a:lnTo>
                  <a:pt x="1546682" y="235013"/>
                </a:lnTo>
                <a:lnTo>
                  <a:pt x="1556715" y="208089"/>
                </a:lnTo>
                <a:lnTo>
                  <a:pt x="1574558" y="188925"/>
                </a:lnTo>
                <a:lnTo>
                  <a:pt x="1601152" y="181622"/>
                </a:lnTo>
                <a:lnTo>
                  <a:pt x="1626577" y="188925"/>
                </a:lnTo>
                <a:lnTo>
                  <a:pt x="1643799" y="207937"/>
                </a:lnTo>
                <a:lnTo>
                  <a:pt x="1653628" y="234721"/>
                </a:lnTo>
                <a:lnTo>
                  <a:pt x="1656740" y="265150"/>
                </a:lnTo>
                <a:lnTo>
                  <a:pt x="1656740" y="128892"/>
                </a:lnTo>
                <a:lnTo>
                  <a:pt x="1651584" y="126377"/>
                </a:lnTo>
                <a:lnTo>
                  <a:pt x="1603679" y="119583"/>
                </a:lnTo>
                <a:lnTo>
                  <a:pt x="1552943" y="126377"/>
                </a:lnTo>
                <a:lnTo>
                  <a:pt x="1553235" y="126377"/>
                </a:lnTo>
                <a:lnTo>
                  <a:pt x="1511757" y="145707"/>
                </a:lnTo>
                <a:lnTo>
                  <a:pt x="1480299" y="176530"/>
                </a:lnTo>
                <a:lnTo>
                  <a:pt x="1460398" y="217563"/>
                </a:lnTo>
                <a:lnTo>
                  <a:pt x="1453451" y="267563"/>
                </a:lnTo>
                <a:lnTo>
                  <a:pt x="1460690" y="317157"/>
                </a:lnTo>
                <a:lnTo>
                  <a:pt x="1480997" y="357187"/>
                </a:lnTo>
                <a:lnTo>
                  <a:pt x="1512189" y="386791"/>
                </a:lnTo>
                <a:lnTo>
                  <a:pt x="1552130" y="405168"/>
                </a:lnTo>
                <a:lnTo>
                  <a:pt x="1598650" y="411480"/>
                </a:lnTo>
                <a:lnTo>
                  <a:pt x="1643011" y="405815"/>
                </a:lnTo>
                <a:lnTo>
                  <a:pt x="1683385" y="388518"/>
                </a:lnTo>
                <a:lnTo>
                  <a:pt x="1716392" y="359194"/>
                </a:lnTo>
                <a:lnTo>
                  <a:pt x="1721586" y="349440"/>
                </a:lnTo>
                <a:lnTo>
                  <a:pt x="1738668" y="317411"/>
                </a:lnTo>
                <a:lnTo>
                  <a:pt x="1746846" y="2627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8" name="object 38"/>
          <p:cNvGrpSpPr/>
          <p:nvPr/>
        </p:nvGrpSpPr>
        <p:grpSpPr>
          <a:xfrm>
            <a:off x="12455587" y="3578899"/>
            <a:ext cx="7093584" cy="746125"/>
            <a:chOff x="12455587" y="3578899"/>
            <a:chExt cx="7093584" cy="746125"/>
          </a:xfrm>
        </p:grpSpPr>
        <p:sp>
          <p:nvSpPr>
            <p:cNvPr id="39" name="object 39"/>
            <p:cNvSpPr/>
            <p:nvPr/>
          </p:nvSpPr>
          <p:spPr>
            <a:xfrm>
              <a:off x="12455587" y="3578899"/>
              <a:ext cx="7093584" cy="746125"/>
            </a:xfrm>
            <a:custGeom>
              <a:avLst/>
              <a:gdLst/>
              <a:ahLst/>
              <a:cxnLst/>
              <a:rect l="l" t="t" r="r" b="b"/>
              <a:pathLst>
                <a:path w="7093584" h="746125">
                  <a:moveTo>
                    <a:pt x="7009985" y="0"/>
                  </a:moveTo>
                  <a:lnTo>
                    <a:pt x="83568" y="0"/>
                  </a:lnTo>
                  <a:lnTo>
                    <a:pt x="51118" y="6593"/>
                  </a:lnTo>
                  <a:lnTo>
                    <a:pt x="24546" y="24546"/>
                  </a:lnTo>
                  <a:lnTo>
                    <a:pt x="6593" y="51118"/>
                  </a:lnTo>
                  <a:lnTo>
                    <a:pt x="0" y="83568"/>
                  </a:lnTo>
                  <a:lnTo>
                    <a:pt x="0" y="662492"/>
                  </a:lnTo>
                  <a:lnTo>
                    <a:pt x="6593" y="694938"/>
                  </a:lnTo>
                  <a:lnTo>
                    <a:pt x="24546" y="721510"/>
                  </a:lnTo>
                  <a:lnTo>
                    <a:pt x="51118" y="739466"/>
                  </a:lnTo>
                  <a:lnTo>
                    <a:pt x="83568" y="746061"/>
                  </a:lnTo>
                  <a:lnTo>
                    <a:pt x="7009985" y="746061"/>
                  </a:lnTo>
                  <a:lnTo>
                    <a:pt x="7042435" y="739466"/>
                  </a:lnTo>
                  <a:lnTo>
                    <a:pt x="7069007" y="721510"/>
                  </a:lnTo>
                  <a:lnTo>
                    <a:pt x="7086960" y="694938"/>
                  </a:lnTo>
                  <a:lnTo>
                    <a:pt x="7093553" y="662492"/>
                  </a:lnTo>
                  <a:lnTo>
                    <a:pt x="7093553" y="83568"/>
                  </a:lnTo>
                  <a:lnTo>
                    <a:pt x="7086960" y="51118"/>
                  </a:lnTo>
                  <a:lnTo>
                    <a:pt x="7069007" y="24546"/>
                  </a:lnTo>
                  <a:lnTo>
                    <a:pt x="7042435" y="6593"/>
                  </a:lnTo>
                  <a:lnTo>
                    <a:pt x="7009985" y="0"/>
                  </a:lnTo>
                  <a:close/>
                </a:path>
              </a:pathLst>
            </a:custGeom>
            <a:solidFill>
              <a:srgbClr val="00A8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595600" y="3647165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397873" y="3647165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7450167" y="3647165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/>
          <p:nvPr/>
        </p:nvSpPr>
        <p:spPr>
          <a:xfrm>
            <a:off x="12455577" y="4417216"/>
            <a:ext cx="7093584" cy="1434465"/>
          </a:xfrm>
          <a:custGeom>
            <a:avLst/>
            <a:gdLst/>
            <a:ahLst/>
            <a:cxnLst/>
            <a:rect l="l" t="t" r="r" b="b"/>
            <a:pathLst>
              <a:path w="7093584" h="1434464">
                <a:moveTo>
                  <a:pt x="6977703" y="1434008"/>
                </a:moveTo>
                <a:lnTo>
                  <a:pt x="115860" y="1434008"/>
                </a:lnTo>
                <a:lnTo>
                  <a:pt x="70877" y="1424866"/>
                </a:lnTo>
                <a:lnTo>
                  <a:pt x="34036" y="1399975"/>
                </a:lnTo>
                <a:lnTo>
                  <a:pt x="9143" y="1363135"/>
                </a:lnTo>
                <a:lnTo>
                  <a:pt x="0" y="1318148"/>
                </a:lnTo>
                <a:lnTo>
                  <a:pt x="0" y="115860"/>
                </a:lnTo>
                <a:lnTo>
                  <a:pt x="9143" y="70872"/>
                </a:lnTo>
                <a:lnTo>
                  <a:pt x="34036" y="34032"/>
                </a:lnTo>
                <a:lnTo>
                  <a:pt x="70877" y="9141"/>
                </a:lnTo>
                <a:lnTo>
                  <a:pt x="115860" y="0"/>
                </a:lnTo>
                <a:lnTo>
                  <a:pt x="6977703" y="0"/>
                </a:lnTo>
                <a:lnTo>
                  <a:pt x="7022691" y="9141"/>
                </a:lnTo>
                <a:lnTo>
                  <a:pt x="7059531" y="34032"/>
                </a:lnTo>
                <a:lnTo>
                  <a:pt x="7084422" y="70872"/>
                </a:lnTo>
                <a:lnTo>
                  <a:pt x="7093564" y="115860"/>
                </a:lnTo>
                <a:lnTo>
                  <a:pt x="7093564" y="1318148"/>
                </a:lnTo>
                <a:lnTo>
                  <a:pt x="7084422" y="1363135"/>
                </a:lnTo>
                <a:lnTo>
                  <a:pt x="7059531" y="1399975"/>
                </a:lnTo>
                <a:lnTo>
                  <a:pt x="7022691" y="1424866"/>
                </a:lnTo>
                <a:lnTo>
                  <a:pt x="6977703" y="1434008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8018216" y="3763149"/>
            <a:ext cx="874394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EAN</a:t>
            </a:r>
            <a:r>
              <a:rPr sz="21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14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989304" y="3763149"/>
            <a:ext cx="81661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EAN13</a:t>
            </a:r>
            <a:endParaRPr sz="2150">
              <a:latin typeface="Trebuchet MS"/>
              <a:cs typeface="Trebuchet MS"/>
            </a:endParaRPr>
          </a:p>
        </p:txBody>
      </p:sp>
      <p:graphicFrame>
        <p:nvGraphicFramePr>
          <p:cNvPr id="46" name="object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967134"/>
              </p:ext>
            </p:extLst>
          </p:nvPr>
        </p:nvGraphicFramePr>
        <p:xfrm>
          <a:off x="12458020" y="4412725"/>
          <a:ext cx="7091680" cy="1437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6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980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200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5405" marB="0"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s-ES" sz="2150" spc="-170" dirty="0">
                          <a:latin typeface="Trebuchet MS"/>
                          <a:cs typeface="Trebuchet MS"/>
                        </a:rPr>
                        <a:t>12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540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7707291397613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17707291397610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1C1C1B"/>
                      </a:solidFill>
                      <a:prstDash val="solid"/>
                    </a:lnL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500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24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7707291393370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17707291393377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1C1C1B"/>
                      </a:solidFill>
                      <a:prstDash val="solid"/>
                    </a:lnL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960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7707291398603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17707291398600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" name="object 47"/>
          <p:cNvSpPr txBox="1"/>
          <p:nvPr/>
        </p:nvSpPr>
        <p:spPr>
          <a:xfrm>
            <a:off x="12663582" y="3763149"/>
            <a:ext cx="6496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65" dirty="0">
                <a:solidFill>
                  <a:srgbClr val="FFFFFF"/>
                </a:solidFill>
                <a:latin typeface="Trebuchet MS"/>
                <a:cs typeface="Trebuchet MS"/>
              </a:rPr>
              <a:t>Cont.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898133" y="3650098"/>
            <a:ext cx="1143000" cy="57848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00330" marR="5080" indent="-88265">
              <a:lnSpc>
                <a:spcPct val="68800"/>
              </a:lnSpc>
              <a:spcBef>
                <a:spcPts val="905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Unidades </a:t>
            </a: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15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Trebuchet MS"/>
                <a:cs typeface="Trebuchet MS"/>
              </a:rPr>
              <a:t>caja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4538827" y="2765696"/>
            <a:ext cx="5005705" cy="634365"/>
          </a:xfrm>
          <a:custGeom>
            <a:avLst/>
            <a:gdLst/>
            <a:ahLst/>
            <a:cxnLst/>
            <a:rect l="l" t="t" r="r" b="b"/>
            <a:pathLst>
              <a:path w="5005705" h="634364">
                <a:moveTo>
                  <a:pt x="4940373" y="633907"/>
                </a:moveTo>
                <a:lnTo>
                  <a:pt x="64699" y="633907"/>
                </a:lnTo>
                <a:lnTo>
                  <a:pt x="39579" y="628801"/>
                </a:lnTo>
                <a:lnTo>
                  <a:pt x="19007" y="614898"/>
                </a:lnTo>
                <a:lnTo>
                  <a:pt x="5105" y="594323"/>
                </a:lnTo>
                <a:lnTo>
                  <a:pt x="0" y="569197"/>
                </a:lnTo>
                <a:lnTo>
                  <a:pt x="0" y="64699"/>
                </a:lnTo>
                <a:lnTo>
                  <a:pt x="5105" y="39575"/>
                </a:lnTo>
                <a:lnTo>
                  <a:pt x="19007" y="19003"/>
                </a:lnTo>
                <a:lnTo>
                  <a:pt x="39579" y="5104"/>
                </a:lnTo>
                <a:lnTo>
                  <a:pt x="64699" y="0"/>
                </a:lnTo>
                <a:lnTo>
                  <a:pt x="4940373" y="0"/>
                </a:lnTo>
                <a:lnTo>
                  <a:pt x="4965498" y="5104"/>
                </a:lnTo>
                <a:lnTo>
                  <a:pt x="4986074" y="19003"/>
                </a:lnTo>
                <a:lnTo>
                  <a:pt x="4999977" y="39575"/>
                </a:lnTo>
                <a:lnTo>
                  <a:pt x="5005083" y="64699"/>
                </a:lnTo>
                <a:lnTo>
                  <a:pt x="5005083" y="569197"/>
                </a:lnTo>
                <a:lnTo>
                  <a:pt x="4999977" y="594323"/>
                </a:lnTo>
                <a:lnTo>
                  <a:pt x="4986074" y="614898"/>
                </a:lnTo>
                <a:lnTo>
                  <a:pt x="4965498" y="628801"/>
                </a:lnTo>
                <a:lnTo>
                  <a:pt x="4940373" y="633907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6604166" y="2901341"/>
            <a:ext cx="74803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0" dirty="0">
                <a:latin typeface="Trebuchet MS"/>
                <a:cs typeface="Trebuchet MS"/>
              </a:rPr>
              <a:t>Limón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2466055" y="2765689"/>
            <a:ext cx="1984375" cy="629285"/>
          </a:xfrm>
          <a:custGeom>
            <a:avLst/>
            <a:gdLst/>
            <a:ahLst/>
            <a:cxnLst/>
            <a:rect l="l" t="t" r="r" b="b"/>
            <a:pathLst>
              <a:path w="1984375" h="629285">
                <a:moveTo>
                  <a:pt x="1943186" y="0"/>
                </a:moveTo>
                <a:lnTo>
                  <a:pt x="40574" y="0"/>
                </a:lnTo>
                <a:lnTo>
                  <a:pt x="24821" y="3202"/>
                </a:lnTo>
                <a:lnTo>
                  <a:pt x="11919" y="11921"/>
                </a:lnTo>
                <a:lnTo>
                  <a:pt x="3201" y="24825"/>
                </a:lnTo>
                <a:lnTo>
                  <a:pt x="0" y="40585"/>
                </a:lnTo>
                <a:lnTo>
                  <a:pt x="0" y="588453"/>
                </a:lnTo>
                <a:lnTo>
                  <a:pt x="3201" y="604212"/>
                </a:lnTo>
                <a:lnTo>
                  <a:pt x="11919" y="617117"/>
                </a:lnTo>
                <a:lnTo>
                  <a:pt x="24821" y="625836"/>
                </a:lnTo>
                <a:lnTo>
                  <a:pt x="40574" y="629038"/>
                </a:lnTo>
                <a:lnTo>
                  <a:pt x="1943186" y="629038"/>
                </a:lnTo>
                <a:lnTo>
                  <a:pt x="1958940" y="625836"/>
                </a:lnTo>
                <a:lnTo>
                  <a:pt x="1971841" y="617117"/>
                </a:lnTo>
                <a:lnTo>
                  <a:pt x="1980559" y="604212"/>
                </a:lnTo>
                <a:lnTo>
                  <a:pt x="1983761" y="588453"/>
                </a:lnTo>
                <a:lnTo>
                  <a:pt x="1983761" y="40585"/>
                </a:lnTo>
                <a:lnTo>
                  <a:pt x="1980559" y="24825"/>
                </a:lnTo>
                <a:lnTo>
                  <a:pt x="1971841" y="11921"/>
                </a:lnTo>
                <a:lnTo>
                  <a:pt x="1958940" y="3202"/>
                </a:lnTo>
                <a:lnTo>
                  <a:pt x="1943186" y="0"/>
                </a:lnTo>
                <a:close/>
              </a:path>
            </a:pathLst>
          </a:custGeom>
          <a:solidFill>
            <a:srgbClr val="00A8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2844943" y="2871487"/>
            <a:ext cx="117538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Fragancia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6356469" y="6986212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30"/>
                </a:moveTo>
                <a:lnTo>
                  <a:pt x="575297" y="200761"/>
                </a:lnTo>
                <a:lnTo>
                  <a:pt x="575170" y="192036"/>
                </a:lnTo>
                <a:lnTo>
                  <a:pt x="575157" y="190474"/>
                </a:lnTo>
                <a:lnTo>
                  <a:pt x="481431" y="86118"/>
                </a:lnTo>
                <a:lnTo>
                  <a:pt x="453288" y="56781"/>
                </a:lnTo>
                <a:lnTo>
                  <a:pt x="452475" y="55943"/>
                </a:lnTo>
                <a:lnTo>
                  <a:pt x="452145" y="55397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29" y="44208"/>
                </a:lnTo>
                <a:lnTo>
                  <a:pt x="308965" y="49060"/>
                </a:lnTo>
                <a:lnTo>
                  <a:pt x="136601" y="58877"/>
                </a:lnTo>
                <a:lnTo>
                  <a:pt x="113169" y="60159"/>
                </a:lnTo>
                <a:lnTo>
                  <a:pt x="113639" y="60159"/>
                </a:lnTo>
                <a:lnTo>
                  <a:pt x="44221" y="110045"/>
                </a:lnTo>
                <a:lnTo>
                  <a:pt x="14173" y="140652"/>
                </a:lnTo>
                <a:lnTo>
                  <a:pt x="14173" y="147231"/>
                </a:lnTo>
                <a:lnTo>
                  <a:pt x="13398" y="147955"/>
                </a:lnTo>
                <a:lnTo>
                  <a:pt x="13271" y="148056"/>
                </a:lnTo>
                <a:lnTo>
                  <a:pt x="14173" y="147231"/>
                </a:lnTo>
                <a:lnTo>
                  <a:pt x="14173" y="140652"/>
                </a:lnTo>
                <a:lnTo>
                  <a:pt x="5334" y="149644"/>
                </a:lnTo>
                <a:lnTo>
                  <a:pt x="0" y="154724"/>
                </a:lnTo>
                <a:lnTo>
                  <a:pt x="3225" y="164388"/>
                </a:lnTo>
                <a:lnTo>
                  <a:pt x="3263" y="164528"/>
                </a:lnTo>
                <a:lnTo>
                  <a:pt x="10617" y="165354"/>
                </a:lnTo>
                <a:lnTo>
                  <a:pt x="14960" y="166065"/>
                </a:lnTo>
                <a:lnTo>
                  <a:pt x="20015" y="167398"/>
                </a:lnTo>
                <a:lnTo>
                  <a:pt x="23418" y="163690"/>
                </a:lnTo>
                <a:lnTo>
                  <a:pt x="24371" y="162737"/>
                </a:lnTo>
                <a:lnTo>
                  <a:pt x="79248" y="107886"/>
                </a:lnTo>
                <a:lnTo>
                  <a:pt x="85394" y="101650"/>
                </a:lnTo>
                <a:lnTo>
                  <a:pt x="91833" y="95415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27" y="79692"/>
                </a:lnTo>
                <a:lnTo>
                  <a:pt x="368071" y="98437"/>
                </a:lnTo>
                <a:lnTo>
                  <a:pt x="342112" y="136804"/>
                </a:lnTo>
                <a:lnTo>
                  <a:pt x="317855" y="176174"/>
                </a:lnTo>
                <a:lnTo>
                  <a:pt x="295262" y="216522"/>
                </a:lnTo>
                <a:lnTo>
                  <a:pt x="274256" y="257822"/>
                </a:lnTo>
                <a:lnTo>
                  <a:pt x="272237" y="261429"/>
                </a:lnTo>
                <a:lnTo>
                  <a:pt x="248221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91"/>
                </a:lnTo>
                <a:lnTo>
                  <a:pt x="164490" y="194754"/>
                </a:lnTo>
                <a:lnTo>
                  <a:pt x="157340" y="206349"/>
                </a:lnTo>
                <a:lnTo>
                  <a:pt x="154584" y="219748"/>
                </a:lnTo>
                <a:lnTo>
                  <a:pt x="156578" y="233857"/>
                </a:lnTo>
                <a:lnTo>
                  <a:pt x="238645" y="355358"/>
                </a:lnTo>
                <a:lnTo>
                  <a:pt x="268706" y="377177"/>
                </a:lnTo>
                <a:lnTo>
                  <a:pt x="279057" y="376974"/>
                </a:lnTo>
                <a:lnTo>
                  <a:pt x="315010" y="348564"/>
                </a:lnTo>
                <a:lnTo>
                  <a:pt x="339775" y="284645"/>
                </a:lnTo>
                <a:lnTo>
                  <a:pt x="348881" y="260832"/>
                </a:lnTo>
                <a:lnTo>
                  <a:pt x="378637" y="190411"/>
                </a:lnTo>
                <a:lnTo>
                  <a:pt x="400164" y="144284"/>
                </a:lnTo>
                <a:lnTo>
                  <a:pt x="422998" y="98806"/>
                </a:lnTo>
                <a:lnTo>
                  <a:pt x="435495" y="75552"/>
                </a:lnTo>
                <a:lnTo>
                  <a:pt x="461302" y="100660"/>
                </a:lnTo>
                <a:lnTo>
                  <a:pt x="544360" y="183019"/>
                </a:lnTo>
                <a:lnTo>
                  <a:pt x="550976" y="192036"/>
                </a:lnTo>
                <a:lnTo>
                  <a:pt x="551484" y="200761"/>
                </a:lnTo>
                <a:lnTo>
                  <a:pt x="547065" y="209080"/>
                </a:lnTo>
                <a:lnTo>
                  <a:pt x="538886" y="216941"/>
                </a:lnTo>
                <a:lnTo>
                  <a:pt x="506222" y="247319"/>
                </a:lnTo>
                <a:lnTo>
                  <a:pt x="336461" y="407250"/>
                </a:lnTo>
                <a:lnTo>
                  <a:pt x="310108" y="432562"/>
                </a:lnTo>
                <a:lnTo>
                  <a:pt x="286359" y="456222"/>
                </a:lnTo>
                <a:lnTo>
                  <a:pt x="281635" y="459803"/>
                </a:lnTo>
                <a:lnTo>
                  <a:pt x="268185" y="458787"/>
                </a:lnTo>
                <a:lnTo>
                  <a:pt x="263410" y="453961"/>
                </a:lnTo>
                <a:lnTo>
                  <a:pt x="126720" y="339788"/>
                </a:lnTo>
                <a:lnTo>
                  <a:pt x="116865" y="331597"/>
                </a:lnTo>
                <a:lnTo>
                  <a:pt x="111137" y="331228"/>
                </a:lnTo>
                <a:lnTo>
                  <a:pt x="106807" y="334289"/>
                </a:lnTo>
                <a:lnTo>
                  <a:pt x="104381" y="335965"/>
                </a:lnTo>
                <a:lnTo>
                  <a:pt x="101612" y="338162"/>
                </a:lnTo>
                <a:lnTo>
                  <a:pt x="99301" y="339953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203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79" y="488403"/>
                </a:lnTo>
                <a:lnTo>
                  <a:pt x="309232" y="481088"/>
                </a:lnTo>
                <a:lnTo>
                  <a:pt x="308737" y="481838"/>
                </a:lnTo>
                <a:lnTo>
                  <a:pt x="309410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39"/>
                </a:lnTo>
                <a:lnTo>
                  <a:pt x="575322" y="202730"/>
                </a:lnTo>
                <a:close/>
              </a:path>
            </a:pathLst>
          </a:custGeom>
          <a:solidFill>
            <a:srgbClr val="00A8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6356469" y="6161563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75297" y="200761"/>
                </a:lnTo>
                <a:lnTo>
                  <a:pt x="575170" y="192036"/>
                </a:lnTo>
                <a:lnTo>
                  <a:pt x="575157" y="190474"/>
                </a:lnTo>
                <a:lnTo>
                  <a:pt x="481431" y="86118"/>
                </a:lnTo>
                <a:lnTo>
                  <a:pt x="453288" y="56781"/>
                </a:lnTo>
                <a:lnTo>
                  <a:pt x="452475" y="55930"/>
                </a:lnTo>
                <a:lnTo>
                  <a:pt x="452145" y="55397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16" y="44208"/>
                </a:lnTo>
                <a:lnTo>
                  <a:pt x="308965" y="49060"/>
                </a:lnTo>
                <a:lnTo>
                  <a:pt x="136601" y="58877"/>
                </a:lnTo>
                <a:lnTo>
                  <a:pt x="113169" y="60159"/>
                </a:lnTo>
                <a:lnTo>
                  <a:pt x="113639" y="60159"/>
                </a:lnTo>
                <a:lnTo>
                  <a:pt x="68922" y="85369"/>
                </a:lnTo>
                <a:lnTo>
                  <a:pt x="68922" y="96685"/>
                </a:lnTo>
                <a:lnTo>
                  <a:pt x="14173" y="147231"/>
                </a:lnTo>
                <a:lnTo>
                  <a:pt x="13398" y="147955"/>
                </a:lnTo>
                <a:lnTo>
                  <a:pt x="14173" y="147231"/>
                </a:lnTo>
                <a:lnTo>
                  <a:pt x="14376" y="147027"/>
                </a:lnTo>
                <a:lnTo>
                  <a:pt x="68922" y="96685"/>
                </a:lnTo>
                <a:lnTo>
                  <a:pt x="68922" y="85369"/>
                </a:lnTo>
                <a:lnTo>
                  <a:pt x="44221" y="110045"/>
                </a:lnTo>
                <a:lnTo>
                  <a:pt x="5334" y="149644"/>
                </a:lnTo>
                <a:lnTo>
                  <a:pt x="0" y="154724"/>
                </a:lnTo>
                <a:lnTo>
                  <a:pt x="3225" y="164388"/>
                </a:lnTo>
                <a:lnTo>
                  <a:pt x="3263" y="164515"/>
                </a:lnTo>
                <a:lnTo>
                  <a:pt x="10617" y="165354"/>
                </a:lnTo>
                <a:lnTo>
                  <a:pt x="14960" y="166065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48" y="107873"/>
                </a:lnTo>
                <a:lnTo>
                  <a:pt x="85394" y="101650"/>
                </a:lnTo>
                <a:lnTo>
                  <a:pt x="91833" y="95415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27" y="79692"/>
                </a:lnTo>
                <a:lnTo>
                  <a:pt x="368071" y="98437"/>
                </a:lnTo>
                <a:lnTo>
                  <a:pt x="342112" y="136804"/>
                </a:lnTo>
                <a:lnTo>
                  <a:pt x="317855" y="176174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29"/>
                </a:lnTo>
                <a:lnTo>
                  <a:pt x="248221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78" y="233857"/>
                </a:lnTo>
                <a:lnTo>
                  <a:pt x="238645" y="355358"/>
                </a:lnTo>
                <a:lnTo>
                  <a:pt x="268706" y="377177"/>
                </a:lnTo>
                <a:lnTo>
                  <a:pt x="279057" y="376974"/>
                </a:lnTo>
                <a:lnTo>
                  <a:pt x="315010" y="348564"/>
                </a:lnTo>
                <a:lnTo>
                  <a:pt x="339775" y="284645"/>
                </a:lnTo>
                <a:lnTo>
                  <a:pt x="348881" y="260832"/>
                </a:lnTo>
                <a:lnTo>
                  <a:pt x="378637" y="190411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61"/>
                </a:lnTo>
                <a:lnTo>
                  <a:pt x="547065" y="209080"/>
                </a:lnTo>
                <a:lnTo>
                  <a:pt x="538886" y="216941"/>
                </a:lnTo>
                <a:lnTo>
                  <a:pt x="506222" y="247319"/>
                </a:lnTo>
                <a:lnTo>
                  <a:pt x="336461" y="407250"/>
                </a:lnTo>
                <a:lnTo>
                  <a:pt x="310108" y="432562"/>
                </a:lnTo>
                <a:lnTo>
                  <a:pt x="286359" y="456222"/>
                </a:lnTo>
                <a:lnTo>
                  <a:pt x="281635" y="459803"/>
                </a:lnTo>
                <a:lnTo>
                  <a:pt x="268185" y="458787"/>
                </a:lnTo>
                <a:lnTo>
                  <a:pt x="263410" y="453961"/>
                </a:lnTo>
                <a:lnTo>
                  <a:pt x="126720" y="339775"/>
                </a:lnTo>
                <a:lnTo>
                  <a:pt x="116865" y="331597"/>
                </a:lnTo>
                <a:lnTo>
                  <a:pt x="111137" y="331228"/>
                </a:lnTo>
                <a:lnTo>
                  <a:pt x="106807" y="334289"/>
                </a:lnTo>
                <a:lnTo>
                  <a:pt x="104381" y="335965"/>
                </a:lnTo>
                <a:lnTo>
                  <a:pt x="101612" y="338162"/>
                </a:lnTo>
                <a:lnTo>
                  <a:pt x="99301" y="339953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203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79" y="488403"/>
                </a:lnTo>
                <a:lnTo>
                  <a:pt x="309232" y="481088"/>
                </a:lnTo>
                <a:lnTo>
                  <a:pt x="308737" y="481838"/>
                </a:lnTo>
                <a:lnTo>
                  <a:pt x="309410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00A8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3191197" y="6067028"/>
            <a:ext cx="2620010" cy="130111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1590" marR="740410">
              <a:lnSpc>
                <a:spcPts val="2380"/>
              </a:lnSpc>
              <a:spcBef>
                <a:spcPts val="570"/>
              </a:spcBef>
            </a:pPr>
            <a:r>
              <a:rPr sz="2350" spc="-65" dirty="0">
                <a:latin typeface="Trebuchet MS"/>
                <a:cs typeface="Trebuchet MS"/>
              </a:rPr>
              <a:t>Alto</a:t>
            </a:r>
            <a:r>
              <a:rPr sz="2350" spc="-170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poder </a:t>
            </a:r>
            <a:r>
              <a:rPr sz="2350" spc="-55" dirty="0">
                <a:latin typeface="Trebuchet MS"/>
                <a:cs typeface="Trebuchet MS"/>
              </a:rPr>
              <a:t>desengrasante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sz="2350" spc="-45" dirty="0">
                <a:latin typeface="Trebuchet MS"/>
                <a:cs typeface="Trebuchet MS"/>
              </a:rPr>
              <a:t>Suave</a:t>
            </a:r>
            <a:r>
              <a:rPr sz="2350" spc="-180" dirty="0">
                <a:latin typeface="Trebuchet MS"/>
                <a:cs typeface="Trebuchet MS"/>
              </a:rPr>
              <a:t> </a:t>
            </a:r>
            <a:r>
              <a:rPr sz="2350" spc="-30" dirty="0">
                <a:latin typeface="Trebuchet MS"/>
                <a:cs typeface="Trebuchet MS"/>
              </a:rPr>
              <a:t>con</a:t>
            </a:r>
            <a:r>
              <a:rPr sz="2350" spc="-180" dirty="0">
                <a:latin typeface="Trebuchet MS"/>
                <a:cs typeface="Trebuchet MS"/>
              </a:rPr>
              <a:t> </a:t>
            </a:r>
            <a:r>
              <a:rPr sz="2350" spc="-95" dirty="0">
                <a:latin typeface="Trebuchet MS"/>
                <a:cs typeface="Trebuchet MS"/>
              </a:rPr>
              <a:t>las</a:t>
            </a:r>
            <a:r>
              <a:rPr sz="2350" spc="-180" dirty="0">
                <a:latin typeface="Trebuchet MS"/>
                <a:cs typeface="Trebuchet MS"/>
              </a:rPr>
              <a:t> </a:t>
            </a:r>
            <a:r>
              <a:rPr sz="2350" spc="-10" dirty="0">
                <a:latin typeface="Trebuchet MS"/>
                <a:cs typeface="Trebuchet MS"/>
              </a:rPr>
              <a:t>manos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2555258" y="6963860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75297" y="200761"/>
                </a:lnTo>
                <a:lnTo>
                  <a:pt x="575170" y="192036"/>
                </a:lnTo>
                <a:lnTo>
                  <a:pt x="575157" y="190474"/>
                </a:lnTo>
                <a:lnTo>
                  <a:pt x="481431" y="86118"/>
                </a:lnTo>
                <a:lnTo>
                  <a:pt x="453288" y="56781"/>
                </a:lnTo>
                <a:lnTo>
                  <a:pt x="452475" y="55930"/>
                </a:lnTo>
                <a:lnTo>
                  <a:pt x="452145" y="55397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29" y="44208"/>
                </a:lnTo>
                <a:lnTo>
                  <a:pt x="308965" y="49060"/>
                </a:lnTo>
                <a:lnTo>
                  <a:pt x="136601" y="58877"/>
                </a:lnTo>
                <a:lnTo>
                  <a:pt x="113182" y="60159"/>
                </a:lnTo>
                <a:lnTo>
                  <a:pt x="113639" y="60159"/>
                </a:lnTo>
                <a:lnTo>
                  <a:pt x="68922" y="85382"/>
                </a:lnTo>
                <a:lnTo>
                  <a:pt x="68922" y="96685"/>
                </a:lnTo>
                <a:lnTo>
                  <a:pt x="14173" y="147231"/>
                </a:lnTo>
                <a:lnTo>
                  <a:pt x="14376" y="147027"/>
                </a:lnTo>
                <a:lnTo>
                  <a:pt x="68922" y="96685"/>
                </a:lnTo>
                <a:lnTo>
                  <a:pt x="68922" y="85382"/>
                </a:lnTo>
                <a:lnTo>
                  <a:pt x="44234" y="110045"/>
                </a:lnTo>
                <a:lnTo>
                  <a:pt x="5334" y="149644"/>
                </a:lnTo>
                <a:lnTo>
                  <a:pt x="0" y="154724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09" y="166065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33" y="95415"/>
                </a:lnTo>
                <a:lnTo>
                  <a:pt x="255320" y="75844"/>
                </a:lnTo>
                <a:lnTo>
                  <a:pt x="383120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804"/>
                </a:lnTo>
                <a:lnTo>
                  <a:pt x="317855" y="176174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29"/>
                </a:lnTo>
                <a:lnTo>
                  <a:pt x="248234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77"/>
                </a:lnTo>
                <a:lnTo>
                  <a:pt x="279057" y="376974"/>
                </a:lnTo>
                <a:lnTo>
                  <a:pt x="315010" y="348564"/>
                </a:lnTo>
                <a:lnTo>
                  <a:pt x="339775" y="284645"/>
                </a:lnTo>
                <a:lnTo>
                  <a:pt x="348881" y="260832"/>
                </a:lnTo>
                <a:lnTo>
                  <a:pt x="378637" y="190411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61"/>
                </a:lnTo>
                <a:lnTo>
                  <a:pt x="547065" y="209080"/>
                </a:lnTo>
                <a:lnTo>
                  <a:pt x="538886" y="216941"/>
                </a:lnTo>
                <a:lnTo>
                  <a:pt x="506209" y="247319"/>
                </a:lnTo>
                <a:lnTo>
                  <a:pt x="336461" y="407250"/>
                </a:lnTo>
                <a:lnTo>
                  <a:pt x="310108" y="432562"/>
                </a:lnTo>
                <a:lnTo>
                  <a:pt x="286372" y="456222"/>
                </a:lnTo>
                <a:lnTo>
                  <a:pt x="281635" y="459803"/>
                </a:lnTo>
                <a:lnTo>
                  <a:pt x="268185" y="458787"/>
                </a:lnTo>
                <a:lnTo>
                  <a:pt x="263410" y="453961"/>
                </a:lnTo>
                <a:lnTo>
                  <a:pt x="126720" y="339788"/>
                </a:lnTo>
                <a:lnTo>
                  <a:pt x="116865" y="331597"/>
                </a:lnTo>
                <a:lnTo>
                  <a:pt x="114477" y="331444"/>
                </a:lnTo>
                <a:lnTo>
                  <a:pt x="114477" y="339953"/>
                </a:lnTo>
                <a:lnTo>
                  <a:pt x="113995" y="344766"/>
                </a:lnTo>
                <a:lnTo>
                  <a:pt x="114477" y="339953"/>
                </a:lnTo>
                <a:lnTo>
                  <a:pt x="114477" y="331444"/>
                </a:lnTo>
                <a:lnTo>
                  <a:pt x="111137" y="331228"/>
                </a:lnTo>
                <a:lnTo>
                  <a:pt x="106807" y="334289"/>
                </a:lnTo>
                <a:lnTo>
                  <a:pt x="104381" y="335965"/>
                </a:lnTo>
                <a:lnTo>
                  <a:pt x="101612" y="338162"/>
                </a:lnTo>
                <a:lnTo>
                  <a:pt x="99288" y="339953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203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92" y="488403"/>
                </a:lnTo>
                <a:lnTo>
                  <a:pt x="308737" y="481825"/>
                </a:lnTo>
                <a:lnTo>
                  <a:pt x="309410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00A8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7007747" y="6980087"/>
            <a:ext cx="172847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10" dirty="0">
                <a:latin typeface="Trebuchet MS"/>
                <a:cs typeface="Trebuchet MS"/>
              </a:rPr>
              <a:t>Con</a:t>
            </a:r>
            <a:r>
              <a:rPr sz="2350" spc="-180" dirty="0">
                <a:latin typeface="Trebuchet MS"/>
                <a:cs typeface="Trebuchet MS"/>
              </a:rPr>
              <a:t> </a:t>
            </a:r>
            <a:r>
              <a:rPr sz="2350" spc="-80" dirty="0">
                <a:latin typeface="Trebuchet MS"/>
                <a:cs typeface="Trebuchet MS"/>
              </a:rPr>
              <a:t>aloe</a:t>
            </a:r>
            <a:r>
              <a:rPr sz="2350" spc="-180" dirty="0">
                <a:latin typeface="Trebuchet MS"/>
                <a:cs typeface="Trebuchet MS"/>
              </a:rPr>
              <a:t> </a:t>
            </a:r>
            <a:r>
              <a:rPr sz="2350" spc="-75" dirty="0">
                <a:latin typeface="Trebuchet MS"/>
                <a:cs typeface="Trebuchet MS"/>
              </a:rPr>
              <a:t>vera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2555258" y="6161563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75297" y="200761"/>
                </a:lnTo>
                <a:lnTo>
                  <a:pt x="575170" y="192036"/>
                </a:lnTo>
                <a:lnTo>
                  <a:pt x="575157" y="190474"/>
                </a:lnTo>
                <a:lnTo>
                  <a:pt x="481431" y="86118"/>
                </a:lnTo>
                <a:lnTo>
                  <a:pt x="453288" y="56781"/>
                </a:lnTo>
                <a:lnTo>
                  <a:pt x="452475" y="55930"/>
                </a:lnTo>
                <a:lnTo>
                  <a:pt x="452145" y="55397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29" y="44208"/>
                </a:lnTo>
                <a:lnTo>
                  <a:pt x="308965" y="49060"/>
                </a:lnTo>
                <a:lnTo>
                  <a:pt x="136601" y="58877"/>
                </a:lnTo>
                <a:lnTo>
                  <a:pt x="113182" y="60159"/>
                </a:lnTo>
                <a:lnTo>
                  <a:pt x="113639" y="60159"/>
                </a:lnTo>
                <a:lnTo>
                  <a:pt x="68922" y="85382"/>
                </a:lnTo>
                <a:lnTo>
                  <a:pt x="68922" y="96685"/>
                </a:lnTo>
                <a:lnTo>
                  <a:pt x="14173" y="147231"/>
                </a:lnTo>
                <a:lnTo>
                  <a:pt x="14376" y="147027"/>
                </a:lnTo>
                <a:lnTo>
                  <a:pt x="68922" y="96685"/>
                </a:lnTo>
                <a:lnTo>
                  <a:pt x="68922" y="85382"/>
                </a:lnTo>
                <a:lnTo>
                  <a:pt x="44234" y="110045"/>
                </a:lnTo>
                <a:lnTo>
                  <a:pt x="5334" y="149644"/>
                </a:lnTo>
                <a:lnTo>
                  <a:pt x="0" y="154724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47" y="166065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33" y="95415"/>
                </a:lnTo>
                <a:lnTo>
                  <a:pt x="255320" y="75844"/>
                </a:lnTo>
                <a:lnTo>
                  <a:pt x="383120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804"/>
                </a:lnTo>
                <a:lnTo>
                  <a:pt x="317855" y="176174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29"/>
                </a:lnTo>
                <a:lnTo>
                  <a:pt x="248234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77"/>
                </a:lnTo>
                <a:lnTo>
                  <a:pt x="279057" y="376974"/>
                </a:lnTo>
                <a:lnTo>
                  <a:pt x="315010" y="348564"/>
                </a:lnTo>
                <a:lnTo>
                  <a:pt x="339775" y="284645"/>
                </a:lnTo>
                <a:lnTo>
                  <a:pt x="348881" y="260832"/>
                </a:lnTo>
                <a:lnTo>
                  <a:pt x="378637" y="190411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61"/>
                </a:lnTo>
                <a:lnTo>
                  <a:pt x="547065" y="209080"/>
                </a:lnTo>
                <a:lnTo>
                  <a:pt x="538886" y="216941"/>
                </a:lnTo>
                <a:lnTo>
                  <a:pt x="506209" y="247319"/>
                </a:lnTo>
                <a:lnTo>
                  <a:pt x="336461" y="407250"/>
                </a:lnTo>
                <a:lnTo>
                  <a:pt x="310108" y="432562"/>
                </a:lnTo>
                <a:lnTo>
                  <a:pt x="286372" y="456222"/>
                </a:lnTo>
                <a:lnTo>
                  <a:pt x="281635" y="459803"/>
                </a:lnTo>
                <a:lnTo>
                  <a:pt x="268185" y="458787"/>
                </a:lnTo>
                <a:lnTo>
                  <a:pt x="263410" y="453961"/>
                </a:lnTo>
                <a:lnTo>
                  <a:pt x="126707" y="339775"/>
                </a:lnTo>
                <a:lnTo>
                  <a:pt x="116865" y="331597"/>
                </a:lnTo>
                <a:lnTo>
                  <a:pt x="114477" y="331444"/>
                </a:lnTo>
                <a:lnTo>
                  <a:pt x="114477" y="339953"/>
                </a:lnTo>
                <a:lnTo>
                  <a:pt x="113995" y="344754"/>
                </a:lnTo>
                <a:lnTo>
                  <a:pt x="114477" y="339953"/>
                </a:lnTo>
                <a:lnTo>
                  <a:pt x="114477" y="331444"/>
                </a:lnTo>
                <a:lnTo>
                  <a:pt x="111137" y="331228"/>
                </a:lnTo>
                <a:lnTo>
                  <a:pt x="106807" y="334289"/>
                </a:lnTo>
                <a:lnTo>
                  <a:pt x="104381" y="335965"/>
                </a:lnTo>
                <a:lnTo>
                  <a:pt x="101612" y="338162"/>
                </a:lnTo>
                <a:lnTo>
                  <a:pt x="99288" y="339953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203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92" y="488403"/>
                </a:lnTo>
                <a:lnTo>
                  <a:pt x="308737" y="481825"/>
                </a:lnTo>
                <a:lnTo>
                  <a:pt x="309410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00A8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7019874" y="6177796"/>
            <a:ext cx="222123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70" dirty="0">
                <a:latin typeface="Trebuchet MS"/>
                <a:cs typeface="Trebuchet MS"/>
              </a:rPr>
              <a:t>Remueve</a:t>
            </a:r>
            <a:r>
              <a:rPr sz="2350" spc="-165" dirty="0">
                <a:latin typeface="Trebuchet MS"/>
                <a:cs typeface="Trebuchet MS"/>
              </a:rPr>
              <a:t> </a:t>
            </a:r>
            <a:r>
              <a:rPr sz="2350" spc="-125" dirty="0">
                <a:latin typeface="Trebuchet MS"/>
                <a:cs typeface="Trebuchet MS"/>
              </a:rPr>
              <a:t>la</a:t>
            </a:r>
            <a:r>
              <a:rPr sz="2350" spc="-165" dirty="0">
                <a:latin typeface="Trebuchet MS"/>
                <a:cs typeface="Trebuchet MS"/>
              </a:rPr>
              <a:t> </a:t>
            </a:r>
            <a:r>
              <a:rPr sz="2350" spc="-20" dirty="0">
                <a:latin typeface="Trebuchet MS"/>
                <a:cs typeface="Trebuchet MS"/>
              </a:rPr>
              <a:t>grasa</a:t>
            </a:r>
            <a:endParaRPr sz="2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object 2">
            <a:extLst>
              <a:ext uri="{FF2B5EF4-FFF2-40B4-BE49-F238E27FC236}">
                <a16:creationId xmlns:a16="http://schemas.microsoft.com/office/drawing/2014/main" id="{8CD34097-3071-BA23-2478-4158AC5D22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365992" cy="11308535"/>
          </a:xfrm>
          <a:prstGeom prst="rect">
            <a:avLst/>
          </a:prstGeom>
        </p:spPr>
      </p:pic>
      <p:grpSp>
        <p:nvGrpSpPr>
          <p:cNvPr id="62" name="object 3">
            <a:extLst>
              <a:ext uri="{FF2B5EF4-FFF2-40B4-BE49-F238E27FC236}">
                <a16:creationId xmlns:a16="http://schemas.microsoft.com/office/drawing/2014/main" id="{78247F3A-2310-0008-2579-00BF360763B3}"/>
              </a:ext>
            </a:extLst>
          </p:cNvPr>
          <p:cNvGrpSpPr/>
          <p:nvPr/>
        </p:nvGrpSpPr>
        <p:grpSpPr>
          <a:xfrm>
            <a:off x="14325393" y="9011750"/>
            <a:ext cx="4773930" cy="1929764"/>
            <a:chOff x="14325393" y="9011750"/>
            <a:chExt cx="4773930" cy="1929764"/>
          </a:xfrm>
        </p:grpSpPr>
        <p:sp>
          <p:nvSpPr>
            <p:cNvPr id="63" name="object 4">
              <a:extLst>
                <a:ext uri="{FF2B5EF4-FFF2-40B4-BE49-F238E27FC236}">
                  <a16:creationId xmlns:a16="http://schemas.microsoft.com/office/drawing/2014/main" id="{88D881C5-E177-9683-311A-5C10D01A71FE}"/>
                </a:ext>
              </a:extLst>
            </p:cNvPr>
            <p:cNvSpPr/>
            <p:nvPr/>
          </p:nvSpPr>
          <p:spPr>
            <a:xfrm>
              <a:off x="17000208" y="9011750"/>
              <a:ext cx="2098675" cy="1929764"/>
            </a:xfrm>
            <a:custGeom>
              <a:avLst/>
              <a:gdLst/>
              <a:ahLst/>
              <a:cxnLst/>
              <a:rect l="l" t="t" r="r" b="b"/>
              <a:pathLst>
                <a:path w="2098675" h="1929765">
                  <a:moveTo>
                    <a:pt x="36323" y="1271062"/>
                  </a:moveTo>
                  <a:lnTo>
                    <a:pt x="32135" y="1271764"/>
                  </a:lnTo>
                  <a:lnTo>
                    <a:pt x="27904" y="1272225"/>
                  </a:lnTo>
                  <a:lnTo>
                    <a:pt x="0" y="1273031"/>
                  </a:lnTo>
                  <a:lnTo>
                    <a:pt x="139456" y="1393142"/>
                  </a:lnTo>
                  <a:lnTo>
                    <a:pt x="383258" y="1606930"/>
                  </a:lnTo>
                  <a:lnTo>
                    <a:pt x="704564" y="1893850"/>
                  </a:lnTo>
                  <a:lnTo>
                    <a:pt x="708732" y="1897818"/>
                  </a:lnTo>
                  <a:lnTo>
                    <a:pt x="711611" y="1900645"/>
                  </a:lnTo>
                  <a:lnTo>
                    <a:pt x="713632" y="1902425"/>
                  </a:lnTo>
                  <a:lnTo>
                    <a:pt x="715695" y="1904153"/>
                  </a:lnTo>
                  <a:lnTo>
                    <a:pt x="760663" y="1926991"/>
                  </a:lnTo>
                  <a:lnTo>
                    <a:pt x="809950" y="1929252"/>
                  </a:lnTo>
                  <a:lnTo>
                    <a:pt x="854456" y="1914864"/>
                  </a:lnTo>
                  <a:lnTo>
                    <a:pt x="885082" y="1887756"/>
                  </a:lnTo>
                  <a:lnTo>
                    <a:pt x="891397" y="1880779"/>
                  </a:lnTo>
                  <a:lnTo>
                    <a:pt x="902606" y="1869063"/>
                  </a:lnTo>
                  <a:lnTo>
                    <a:pt x="908747" y="1862782"/>
                  </a:lnTo>
                  <a:lnTo>
                    <a:pt x="794902" y="1862782"/>
                  </a:lnTo>
                  <a:lnTo>
                    <a:pt x="746227" y="1858974"/>
                  </a:lnTo>
                  <a:lnTo>
                    <a:pt x="701413" y="1835223"/>
                  </a:lnTo>
                  <a:lnTo>
                    <a:pt x="36323" y="1271062"/>
                  </a:lnTo>
                  <a:close/>
                </a:path>
                <a:path w="2098675" h="1929765">
                  <a:moveTo>
                    <a:pt x="1423431" y="0"/>
                  </a:moveTo>
                  <a:lnTo>
                    <a:pt x="1412857" y="839"/>
                  </a:lnTo>
                  <a:lnTo>
                    <a:pt x="1393724" y="2085"/>
                  </a:lnTo>
                  <a:lnTo>
                    <a:pt x="1403287" y="2085"/>
                  </a:lnTo>
                  <a:lnTo>
                    <a:pt x="1452745" y="12251"/>
                  </a:lnTo>
                  <a:lnTo>
                    <a:pt x="1496425" y="44503"/>
                  </a:lnTo>
                  <a:lnTo>
                    <a:pt x="1970038" y="518304"/>
                  </a:lnTo>
                  <a:lnTo>
                    <a:pt x="1988733" y="536462"/>
                  </a:lnTo>
                  <a:lnTo>
                    <a:pt x="1998619" y="545660"/>
                  </a:lnTo>
                  <a:lnTo>
                    <a:pt x="2020692" y="573014"/>
                  </a:lnTo>
                  <a:lnTo>
                    <a:pt x="2035267" y="614263"/>
                  </a:lnTo>
                  <a:lnTo>
                    <a:pt x="2030304" y="663549"/>
                  </a:lnTo>
                  <a:lnTo>
                    <a:pt x="1993761" y="715016"/>
                  </a:lnTo>
                  <a:lnTo>
                    <a:pt x="1972708" y="735256"/>
                  </a:lnTo>
                  <a:lnTo>
                    <a:pt x="1730030" y="971413"/>
                  </a:lnTo>
                  <a:lnTo>
                    <a:pt x="902645" y="1788179"/>
                  </a:lnTo>
                  <a:lnTo>
                    <a:pt x="886592" y="1804634"/>
                  </a:lnTo>
                  <a:lnTo>
                    <a:pt x="875235" y="1816529"/>
                  </a:lnTo>
                  <a:lnTo>
                    <a:pt x="868884" y="1823559"/>
                  </a:lnTo>
                  <a:lnTo>
                    <a:pt x="838700" y="1849895"/>
                  </a:lnTo>
                  <a:lnTo>
                    <a:pt x="794902" y="1862782"/>
                  </a:lnTo>
                  <a:lnTo>
                    <a:pt x="908747" y="1862782"/>
                  </a:lnTo>
                  <a:lnTo>
                    <a:pt x="918414" y="1852896"/>
                  </a:lnTo>
                  <a:lnTo>
                    <a:pt x="1791521" y="994075"/>
                  </a:lnTo>
                  <a:lnTo>
                    <a:pt x="2033241" y="759732"/>
                  </a:lnTo>
                  <a:lnTo>
                    <a:pt x="2054377" y="739487"/>
                  </a:lnTo>
                  <a:lnTo>
                    <a:pt x="2087796" y="696851"/>
                  </a:lnTo>
                  <a:lnTo>
                    <a:pt x="2098604" y="654886"/>
                  </a:lnTo>
                  <a:lnTo>
                    <a:pt x="2093209" y="616696"/>
                  </a:lnTo>
                  <a:lnTo>
                    <a:pt x="2078019" y="585389"/>
                  </a:lnTo>
                  <a:lnTo>
                    <a:pt x="2059445" y="564068"/>
                  </a:lnTo>
                  <a:lnTo>
                    <a:pt x="2049168" y="554543"/>
                  </a:lnTo>
                  <a:lnTo>
                    <a:pt x="2029734" y="535737"/>
                  </a:lnTo>
                  <a:lnTo>
                    <a:pt x="1537481" y="45016"/>
                  </a:lnTo>
                  <a:lnTo>
                    <a:pt x="1532194" y="38189"/>
                  </a:lnTo>
                  <a:lnTo>
                    <a:pt x="1526288" y="32398"/>
                  </a:lnTo>
                  <a:lnTo>
                    <a:pt x="1520027" y="27488"/>
                  </a:lnTo>
                  <a:lnTo>
                    <a:pt x="1484764" y="8313"/>
                  </a:lnTo>
                  <a:lnTo>
                    <a:pt x="1450069" y="839"/>
                  </a:lnTo>
                  <a:lnTo>
                    <a:pt x="1450577" y="839"/>
                  </a:lnTo>
                  <a:lnTo>
                    <a:pt x="1423431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5">
              <a:extLst>
                <a:ext uri="{FF2B5EF4-FFF2-40B4-BE49-F238E27FC236}">
                  <a16:creationId xmlns:a16="http://schemas.microsoft.com/office/drawing/2014/main" id="{4260B178-4BEA-1027-58D4-3694C1A02850}"/>
                </a:ext>
              </a:extLst>
            </p:cNvPr>
            <p:cNvSpPr/>
            <p:nvPr/>
          </p:nvSpPr>
          <p:spPr>
            <a:xfrm>
              <a:off x="14325393" y="9020336"/>
              <a:ext cx="4710430" cy="1854200"/>
            </a:xfrm>
            <a:custGeom>
              <a:avLst/>
              <a:gdLst/>
              <a:ahLst/>
              <a:cxnLst/>
              <a:rect l="l" t="t" r="r" b="b"/>
              <a:pathLst>
                <a:path w="4710430" h="1854200">
                  <a:moveTo>
                    <a:pt x="4186157" y="1181100"/>
                  </a:moveTo>
                  <a:lnTo>
                    <a:pt x="2481421" y="1181100"/>
                  </a:lnTo>
                  <a:lnTo>
                    <a:pt x="2487341" y="1193800"/>
                  </a:lnTo>
                  <a:lnTo>
                    <a:pt x="2494276" y="1206500"/>
                  </a:lnTo>
                  <a:lnTo>
                    <a:pt x="2502217" y="1219200"/>
                  </a:lnTo>
                  <a:lnTo>
                    <a:pt x="2511159" y="1231900"/>
                  </a:lnTo>
                  <a:lnTo>
                    <a:pt x="2524686" y="1231900"/>
                  </a:lnTo>
                  <a:lnTo>
                    <a:pt x="2539923" y="1244600"/>
                  </a:lnTo>
                  <a:lnTo>
                    <a:pt x="2556813" y="1257300"/>
                  </a:lnTo>
                  <a:lnTo>
                    <a:pt x="2575293" y="1257300"/>
                  </a:lnTo>
                  <a:lnTo>
                    <a:pt x="2584502" y="1270000"/>
                  </a:lnTo>
                  <a:lnTo>
                    <a:pt x="2711142" y="1270000"/>
                  </a:lnTo>
                  <a:lnTo>
                    <a:pt x="3050263" y="1549400"/>
                  </a:lnTo>
                  <a:lnTo>
                    <a:pt x="3136398" y="1625600"/>
                  </a:lnTo>
                  <a:lnTo>
                    <a:pt x="3176427" y="1663700"/>
                  </a:lnTo>
                  <a:lnTo>
                    <a:pt x="3214092" y="1689100"/>
                  </a:lnTo>
                  <a:lnTo>
                    <a:pt x="3249139" y="1727200"/>
                  </a:lnTo>
                  <a:lnTo>
                    <a:pt x="3281315" y="1752600"/>
                  </a:lnTo>
                  <a:lnTo>
                    <a:pt x="3310366" y="1778000"/>
                  </a:lnTo>
                  <a:lnTo>
                    <a:pt x="3336039" y="1803400"/>
                  </a:lnTo>
                  <a:lnTo>
                    <a:pt x="3358078" y="1816100"/>
                  </a:lnTo>
                  <a:lnTo>
                    <a:pt x="3376232" y="1828800"/>
                  </a:lnTo>
                  <a:lnTo>
                    <a:pt x="3421047" y="1854200"/>
                  </a:lnTo>
                  <a:lnTo>
                    <a:pt x="3469721" y="1854200"/>
                  </a:lnTo>
                  <a:lnTo>
                    <a:pt x="3513519" y="1841500"/>
                  </a:lnTo>
                  <a:lnTo>
                    <a:pt x="3543703" y="1816100"/>
                  </a:lnTo>
                  <a:lnTo>
                    <a:pt x="3550054" y="1816100"/>
                  </a:lnTo>
                  <a:lnTo>
                    <a:pt x="3561411" y="1803400"/>
                  </a:lnTo>
                  <a:lnTo>
                    <a:pt x="3577464" y="1790700"/>
                  </a:lnTo>
                  <a:lnTo>
                    <a:pt x="3597901" y="1765300"/>
                  </a:lnTo>
                  <a:lnTo>
                    <a:pt x="3622410" y="1739900"/>
                  </a:lnTo>
                  <a:lnTo>
                    <a:pt x="3650680" y="1714500"/>
                  </a:lnTo>
                  <a:lnTo>
                    <a:pt x="3682400" y="1676400"/>
                  </a:lnTo>
                  <a:lnTo>
                    <a:pt x="3717257" y="1651000"/>
                  </a:lnTo>
                  <a:lnTo>
                    <a:pt x="3754941" y="1612900"/>
                  </a:lnTo>
                  <a:lnTo>
                    <a:pt x="3795140" y="1574800"/>
                  </a:lnTo>
                  <a:lnTo>
                    <a:pt x="3837542" y="1524000"/>
                  </a:lnTo>
                  <a:lnTo>
                    <a:pt x="3881836" y="1485900"/>
                  </a:lnTo>
                  <a:lnTo>
                    <a:pt x="3927710" y="1435100"/>
                  </a:lnTo>
                  <a:lnTo>
                    <a:pt x="3974854" y="1397000"/>
                  </a:lnTo>
                  <a:lnTo>
                    <a:pt x="4022954" y="1346200"/>
                  </a:lnTo>
                  <a:lnTo>
                    <a:pt x="4169886" y="1193800"/>
                  </a:lnTo>
                  <a:lnTo>
                    <a:pt x="4186157" y="1181100"/>
                  </a:lnTo>
                  <a:close/>
                </a:path>
                <a:path w="4710430" h="1854200">
                  <a:moveTo>
                    <a:pt x="1500917" y="1498600"/>
                  </a:moveTo>
                  <a:lnTo>
                    <a:pt x="1277538" y="1498600"/>
                  </a:lnTo>
                  <a:lnTo>
                    <a:pt x="1294462" y="1511300"/>
                  </a:lnTo>
                  <a:lnTo>
                    <a:pt x="1312975" y="1524000"/>
                  </a:lnTo>
                  <a:lnTo>
                    <a:pt x="1463794" y="1524000"/>
                  </a:lnTo>
                  <a:lnTo>
                    <a:pt x="1482585" y="1511300"/>
                  </a:lnTo>
                  <a:lnTo>
                    <a:pt x="1500917" y="1498600"/>
                  </a:lnTo>
                  <a:close/>
                </a:path>
                <a:path w="4710430" h="1854200">
                  <a:moveTo>
                    <a:pt x="1530002" y="1270000"/>
                  </a:moveTo>
                  <a:lnTo>
                    <a:pt x="1202329" y="1270000"/>
                  </a:lnTo>
                  <a:lnTo>
                    <a:pt x="1201868" y="1295400"/>
                  </a:lnTo>
                  <a:lnTo>
                    <a:pt x="1201579" y="1320800"/>
                  </a:lnTo>
                  <a:lnTo>
                    <a:pt x="1201607" y="1358900"/>
                  </a:lnTo>
                  <a:lnTo>
                    <a:pt x="1202693" y="1371600"/>
                  </a:lnTo>
                  <a:lnTo>
                    <a:pt x="1204675" y="1397000"/>
                  </a:lnTo>
                  <a:lnTo>
                    <a:pt x="1207544" y="1409700"/>
                  </a:lnTo>
                  <a:lnTo>
                    <a:pt x="1211292" y="1422400"/>
                  </a:lnTo>
                  <a:lnTo>
                    <a:pt x="1217746" y="1435100"/>
                  </a:lnTo>
                  <a:lnTo>
                    <a:pt x="1226155" y="1460500"/>
                  </a:lnTo>
                  <a:lnTo>
                    <a:pt x="1236485" y="1473200"/>
                  </a:lnTo>
                  <a:lnTo>
                    <a:pt x="1248705" y="1485900"/>
                  </a:lnTo>
                  <a:lnTo>
                    <a:pt x="1262265" y="1498600"/>
                  </a:lnTo>
                  <a:lnTo>
                    <a:pt x="1501116" y="1498600"/>
                  </a:lnTo>
                  <a:lnTo>
                    <a:pt x="1521748" y="1460500"/>
                  </a:lnTo>
                  <a:lnTo>
                    <a:pt x="1525119" y="1409700"/>
                  </a:lnTo>
                  <a:lnTo>
                    <a:pt x="1526229" y="1397000"/>
                  </a:lnTo>
                  <a:lnTo>
                    <a:pt x="1527164" y="1371600"/>
                  </a:lnTo>
                  <a:lnTo>
                    <a:pt x="1527922" y="1358900"/>
                  </a:lnTo>
                  <a:lnTo>
                    <a:pt x="1528545" y="1333500"/>
                  </a:lnTo>
                  <a:lnTo>
                    <a:pt x="1530002" y="1270000"/>
                  </a:lnTo>
                  <a:close/>
                </a:path>
                <a:path w="4710430" h="1854200">
                  <a:moveTo>
                    <a:pt x="134082" y="863600"/>
                  </a:moveTo>
                  <a:lnTo>
                    <a:pt x="86121" y="863600"/>
                  </a:lnTo>
                  <a:lnTo>
                    <a:pt x="58866" y="876300"/>
                  </a:lnTo>
                  <a:lnTo>
                    <a:pt x="10449" y="952500"/>
                  </a:lnTo>
                  <a:lnTo>
                    <a:pt x="2382" y="1003300"/>
                  </a:lnTo>
                  <a:lnTo>
                    <a:pt x="504" y="1041400"/>
                  </a:lnTo>
                  <a:lnTo>
                    <a:pt x="0" y="1079500"/>
                  </a:lnTo>
                  <a:lnTo>
                    <a:pt x="2511" y="1104900"/>
                  </a:lnTo>
                  <a:lnTo>
                    <a:pt x="9849" y="1117600"/>
                  </a:lnTo>
                  <a:lnTo>
                    <a:pt x="21979" y="1143000"/>
                  </a:lnTo>
                  <a:lnTo>
                    <a:pt x="54506" y="1181100"/>
                  </a:lnTo>
                  <a:lnTo>
                    <a:pt x="92760" y="1206500"/>
                  </a:lnTo>
                  <a:lnTo>
                    <a:pt x="138080" y="1231900"/>
                  </a:lnTo>
                  <a:lnTo>
                    <a:pt x="162683" y="1244600"/>
                  </a:lnTo>
                  <a:lnTo>
                    <a:pt x="188963" y="1244600"/>
                  </a:lnTo>
                  <a:lnTo>
                    <a:pt x="216831" y="1257300"/>
                  </a:lnTo>
                  <a:lnTo>
                    <a:pt x="246015" y="1257300"/>
                  </a:lnTo>
                  <a:lnTo>
                    <a:pt x="276402" y="1270000"/>
                  </a:lnTo>
                  <a:lnTo>
                    <a:pt x="418280" y="1270000"/>
                  </a:lnTo>
                  <a:lnTo>
                    <a:pt x="485042" y="1244600"/>
                  </a:lnTo>
                  <a:lnTo>
                    <a:pt x="544531" y="1219200"/>
                  </a:lnTo>
                  <a:lnTo>
                    <a:pt x="570385" y="1193800"/>
                  </a:lnTo>
                  <a:lnTo>
                    <a:pt x="593521" y="1181100"/>
                  </a:lnTo>
                  <a:lnTo>
                    <a:pt x="601791" y="1168400"/>
                  </a:lnTo>
                  <a:lnTo>
                    <a:pt x="609655" y="1155700"/>
                  </a:lnTo>
                  <a:lnTo>
                    <a:pt x="617117" y="1155700"/>
                  </a:lnTo>
                  <a:lnTo>
                    <a:pt x="624179" y="1143000"/>
                  </a:lnTo>
                  <a:lnTo>
                    <a:pt x="1871286" y="1143000"/>
                  </a:lnTo>
                  <a:lnTo>
                    <a:pt x="1879105" y="1130300"/>
                  </a:lnTo>
                  <a:lnTo>
                    <a:pt x="1886062" y="1130300"/>
                  </a:lnTo>
                  <a:lnTo>
                    <a:pt x="1892727" y="1117600"/>
                  </a:lnTo>
                  <a:lnTo>
                    <a:pt x="1899110" y="1104900"/>
                  </a:lnTo>
                  <a:lnTo>
                    <a:pt x="1905219" y="1092200"/>
                  </a:lnTo>
                  <a:lnTo>
                    <a:pt x="4278741" y="1092200"/>
                  </a:lnTo>
                  <a:lnTo>
                    <a:pt x="4314219" y="1054100"/>
                  </a:lnTo>
                  <a:lnTo>
                    <a:pt x="4360299" y="1016000"/>
                  </a:lnTo>
                  <a:lnTo>
                    <a:pt x="4382572" y="990600"/>
                  </a:lnTo>
                  <a:lnTo>
                    <a:pt x="926505" y="990600"/>
                  </a:lnTo>
                  <a:lnTo>
                    <a:pt x="923793" y="977900"/>
                  </a:lnTo>
                  <a:lnTo>
                    <a:pt x="923217" y="965200"/>
                  </a:lnTo>
                  <a:lnTo>
                    <a:pt x="923647" y="952500"/>
                  </a:lnTo>
                  <a:lnTo>
                    <a:pt x="925769" y="876300"/>
                  </a:lnTo>
                  <a:lnTo>
                    <a:pt x="147901" y="876300"/>
                  </a:lnTo>
                  <a:lnTo>
                    <a:pt x="134082" y="863600"/>
                  </a:lnTo>
                  <a:close/>
                </a:path>
                <a:path w="4710430" h="1854200">
                  <a:moveTo>
                    <a:pt x="932149" y="1257300"/>
                  </a:moveTo>
                  <a:lnTo>
                    <a:pt x="775576" y="1257300"/>
                  </a:lnTo>
                  <a:lnTo>
                    <a:pt x="801137" y="1270000"/>
                  </a:lnTo>
                  <a:lnTo>
                    <a:pt x="916564" y="1270000"/>
                  </a:lnTo>
                  <a:lnTo>
                    <a:pt x="932149" y="1257300"/>
                  </a:lnTo>
                  <a:close/>
                </a:path>
                <a:path w="4710430" h="1854200">
                  <a:moveTo>
                    <a:pt x="1530696" y="1257300"/>
                  </a:moveTo>
                  <a:lnTo>
                    <a:pt x="1084050" y="1257300"/>
                  </a:lnTo>
                  <a:lnTo>
                    <a:pt x="1099282" y="1270000"/>
                  </a:lnTo>
                  <a:lnTo>
                    <a:pt x="1530257" y="1270000"/>
                  </a:lnTo>
                  <a:lnTo>
                    <a:pt x="1530696" y="1257300"/>
                  </a:lnTo>
                  <a:close/>
                </a:path>
                <a:path w="4710430" h="1854200">
                  <a:moveTo>
                    <a:pt x="1801716" y="1219200"/>
                  </a:moveTo>
                  <a:lnTo>
                    <a:pt x="1018607" y="1219200"/>
                  </a:lnTo>
                  <a:lnTo>
                    <a:pt x="1021016" y="1231900"/>
                  </a:lnTo>
                  <a:lnTo>
                    <a:pt x="1023508" y="1231900"/>
                  </a:lnTo>
                  <a:lnTo>
                    <a:pt x="1036525" y="1244600"/>
                  </a:lnTo>
                  <a:lnTo>
                    <a:pt x="1050991" y="1244600"/>
                  </a:lnTo>
                  <a:lnTo>
                    <a:pt x="1066851" y="1257300"/>
                  </a:lnTo>
                  <a:lnTo>
                    <a:pt x="1551299" y="1257300"/>
                  </a:lnTo>
                  <a:lnTo>
                    <a:pt x="1573158" y="1270000"/>
                  </a:lnTo>
                  <a:lnTo>
                    <a:pt x="1669810" y="1270000"/>
                  </a:lnTo>
                  <a:lnTo>
                    <a:pt x="1705094" y="1257300"/>
                  </a:lnTo>
                  <a:lnTo>
                    <a:pt x="1739004" y="1244600"/>
                  </a:lnTo>
                  <a:lnTo>
                    <a:pt x="1771422" y="1231900"/>
                  </a:lnTo>
                  <a:lnTo>
                    <a:pt x="1801716" y="1219200"/>
                  </a:lnTo>
                  <a:close/>
                </a:path>
                <a:path w="4710430" h="1854200">
                  <a:moveTo>
                    <a:pt x="4278741" y="1092200"/>
                  </a:moveTo>
                  <a:lnTo>
                    <a:pt x="1908256" y="1092200"/>
                  </a:lnTo>
                  <a:lnTo>
                    <a:pt x="1909910" y="1104900"/>
                  </a:lnTo>
                  <a:lnTo>
                    <a:pt x="1949485" y="1155700"/>
                  </a:lnTo>
                  <a:lnTo>
                    <a:pt x="1998640" y="1206500"/>
                  </a:lnTo>
                  <a:lnTo>
                    <a:pt x="2025874" y="1219200"/>
                  </a:lnTo>
                  <a:lnTo>
                    <a:pt x="2054734" y="1244600"/>
                  </a:lnTo>
                  <a:lnTo>
                    <a:pt x="2085120" y="1244600"/>
                  </a:lnTo>
                  <a:lnTo>
                    <a:pt x="2116930" y="1257300"/>
                  </a:lnTo>
                  <a:lnTo>
                    <a:pt x="2142787" y="1270000"/>
                  </a:lnTo>
                  <a:lnTo>
                    <a:pt x="2281895" y="1270000"/>
                  </a:lnTo>
                  <a:lnTo>
                    <a:pt x="2304839" y="1257300"/>
                  </a:lnTo>
                  <a:lnTo>
                    <a:pt x="2352090" y="1257300"/>
                  </a:lnTo>
                  <a:lnTo>
                    <a:pt x="2375219" y="1244600"/>
                  </a:lnTo>
                  <a:lnTo>
                    <a:pt x="2397254" y="1231900"/>
                  </a:lnTo>
                  <a:lnTo>
                    <a:pt x="2418114" y="1231900"/>
                  </a:lnTo>
                  <a:lnTo>
                    <a:pt x="2435906" y="1219200"/>
                  </a:lnTo>
                  <a:lnTo>
                    <a:pt x="2452403" y="1206500"/>
                  </a:lnTo>
                  <a:lnTo>
                    <a:pt x="2467582" y="1193800"/>
                  </a:lnTo>
                  <a:lnTo>
                    <a:pt x="2481421" y="1181100"/>
                  </a:lnTo>
                  <a:lnTo>
                    <a:pt x="4186157" y="1181100"/>
                  </a:lnTo>
                  <a:lnTo>
                    <a:pt x="4218701" y="1155700"/>
                  </a:lnTo>
                  <a:lnTo>
                    <a:pt x="4266916" y="1104900"/>
                  </a:lnTo>
                  <a:lnTo>
                    <a:pt x="4278741" y="1092200"/>
                  </a:lnTo>
                  <a:close/>
                </a:path>
                <a:path w="4710430" h="1854200">
                  <a:moveTo>
                    <a:pt x="1871286" y="1143000"/>
                  </a:moveTo>
                  <a:lnTo>
                    <a:pt x="624179" y="1143000"/>
                  </a:lnTo>
                  <a:lnTo>
                    <a:pt x="633834" y="1155700"/>
                  </a:lnTo>
                  <a:lnTo>
                    <a:pt x="644710" y="1181100"/>
                  </a:lnTo>
                  <a:lnTo>
                    <a:pt x="688281" y="1219200"/>
                  </a:lnTo>
                  <a:lnTo>
                    <a:pt x="729991" y="1244600"/>
                  </a:lnTo>
                  <a:lnTo>
                    <a:pt x="753327" y="1257300"/>
                  </a:lnTo>
                  <a:lnTo>
                    <a:pt x="948578" y="1257300"/>
                  </a:lnTo>
                  <a:lnTo>
                    <a:pt x="964780" y="1244600"/>
                  </a:lnTo>
                  <a:lnTo>
                    <a:pt x="980698" y="1244600"/>
                  </a:lnTo>
                  <a:lnTo>
                    <a:pt x="996273" y="1231900"/>
                  </a:lnTo>
                  <a:lnTo>
                    <a:pt x="1009969" y="1231900"/>
                  </a:lnTo>
                  <a:lnTo>
                    <a:pt x="1016304" y="1219200"/>
                  </a:lnTo>
                  <a:lnTo>
                    <a:pt x="1801716" y="1219200"/>
                  </a:lnTo>
                  <a:lnTo>
                    <a:pt x="1829822" y="1193800"/>
                  </a:lnTo>
                  <a:lnTo>
                    <a:pt x="1855649" y="1168400"/>
                  </a:lnTo>
                  <a:lnTo>
                    <a:pt x="1871286" y="1143000"/>
                  </a:lnTo>
                  <a:close/>
                </a:path>
                <a:path w="4710430" h="1854200">
                  <a:moveTo>
                    <a:pt x="1216098" y="469900"/>
                  </a:moveTo>
                  <a:lnTo>
                    <a:pt x="1041659" y="469900"/>
                  </a:lnTo>
                  <a:lnTo>
                    <a:pt x="1025696" y="482600"/>
                  </a:lnTo>
                  <a:lnTo>
                    <a:pt x="998946" y="520700"/>
                  </a:lnTo>
                  <a:lnTo>
                    <a:pt x="991520" y="571500"/>
                  </a:lnTo>
                  <a:lnTo>
                    <a:pt x="989874" y="622300"/>
                  </a:lnTo>
                  <a:lnTo>
                    <a:pt x="989003" y="673100"/>
                  </a:lnTo>
                  <a:lnTo>
                    <a:pt x="988492" y="698500"/>
                  </a:lnTo>
                  <a:lnTo>
                    <a:pt x="987767" y="736600"/>
                  </a:lnTo>
                  <a:lnTo>
                    <a:pt x="985921" y="774700"/>
                  </a:lnTo>
                  <a:lnTo>
                    <a:pt x="981914" y="825500"/>
                  </a:lnTo>
                  <a:lnTo>
                    <a:pt x="976049" y="876300"/>
                  </a:lnTo>
                  <a:lnTo>
                    <a:pt x="967926" y="914400"/>
                  </a:lnTo>
                  <a:lnTo>
                    <a:pt x="962965" y="939800"/>
                  </a:lnTo>
                  <a:lnTo>
                    <a:pt x="958462" y="952500"/>
                  </a:lnTo>
                  <a:lnTo>
                    <a:pt x="953385" y="965200"/>
                  </a:lnTo>
                  <a:lnTo>
                    <a:pt x="947753" y="977900"/>
                  </a:lnTo>
                  <a:lnTo>
                    <a:pt x="941583" y="990600"/>
                  </a:lnTo>
                  <a:lnTo>
                    <a:pt x="4382572" y="990600"/>
                  </a:lnTo>
                  <a:lnTo>
                    <a:pt x="4404845" y="965200"/>
                  </a:lnTo>
                  <a:lnTo>
                    <a:pt x="4447544" y="927100"/>
                  </a:lnTo>
                  <a:lnTo>
                    <a:pt x="4488086" y="889000"/>
                  </a:lnTo>
                  <a:lnTo>
                    <a:pt x="4526158" y="850900"/>
                  </a:lnTo>
                  <a:lnTo>
                    <a:pt x="4561450" y="812800"/>
                  </a:lnTo>
                  <a:lnTo>
                    <a:pt x="4593649" y="787400"/>
                  </a:lnTo>
                  <a:lnTo>
                    <a:pt x="4622445" y="762000"/>
                  </a:lnTo>
                  <a:lnTo>
                    <a:pt x="4647526" y="736600"/>
                  </a:lnTo>
                  <a:lnTo>
                    <a:pt x="4668580" y="711200"/>
                  </a:lnTo>
                  <a:lnTo>
                    <a:pt x="4705123" y="660400"/>
                  </a:lnTo>
                  <a:lnTo>
                    <a:pt x="1936768" y="660400"/>
                  </a:lnTo>
                  <a:lnTo>
                    <a:pt x="1925777" y="622300"/>
                  </a:lnTo>
                  <a:lnTo>
                    <a:pt x="1912812" y="596900"/>
                  </a:lnTo>
                  <a:lnTo>
                    <a:pt x="1897870" y="571500"/>
                  </a:lnTo>
                  <a:lnTo>
                    <a:pt x="1880947" y="546100"/>
                  </a:lnTo>
                  <a:lnTo>
                    <a:pt x="1848859" y="520700"/>
                  </a:lnTo>
                  <a:lnTo>
                    <a:pt x="1506236" y="520700"/>
                  </a:lnTo>
                  <a:lnTo>
                    <a:pt x="1503273" y="508000"/>
                  </a:lnTo>
                  <a:lnTo>
                    <a:pt x="1496886" y="508000"/>
                  </a:lnTo>
                  <a:lnTo>
                    <a:pt x="1471942" y="495300"/>
                  </a:lnTo>
                  <a:lnTo>
                    <a:pt x="1249783" y="495300"/>
                  </a:lnTo>
                  <a:lnTo>
                    <a:pt x="1239289" y="482600"/>
                  </a:lnTo>
                  <a:lnTo>
                    <a:pt x="1228058" y="482600"/>
                  </a:lnTo>
                  <a:lnTo>
                    <a:pt x="1216098" y="469900"/>
                  </a:lnTo>
                  <a:close/>
                </a:path>
                <a:path w="4710430" h="1854200">
                  <a:moveTo>
                    <a:pt x="476387" y="279400"/>
                  </a:moveTo>
                  <a:lnTo>
                    <a:pt x="345862" y="279400"/>
                  </a:lnTo>
                  <a:lnTo>
                    <a:pt x="313209" y="292100"/>
                  </a:lnTo>
                  <a:lnTo>
                    <a:pt x="280630" y="292100"/>
                  </a:lnTo>
                  <a:lnTo>
                    <a:pt x="214505" y="317500"/>
                  </a:lnTo>
                  <a:lnTo>
                    <a:pt x="155440" y="355600"/>
                  </a:lnTo>
                  <a:lnTo>
                    <a:pt x="103871" y="406400"/>
                  </a:lnTo>
                  <a:lnTo>
                    <a:pt x="62919" y="457200"/>
                  </a:lnTo>
                  <a:lnTo>
                    <a:pt x="46959" y="495300"/>
                  </a:lnTo>
                  <a:lnTo>
                    <a:pt x="35570" y="533400"/>
                  </a:lnTo>
                  <a:lnTo>
                    <a:pt x="28786" y="584200"/>
                  </a:lnTo>
                  <a:lnTo>
                    <a:pt x="26637" y="622300"/>
                  </a:lnTo>
                  <a:lnTo>
                    <a:pt x="28662" y="660400"/>
                  </a:lnTo>
                  <a:lnTo>
                    <a:pt x="34389" y="698500"/>
                  </a:lnTo>
                  <a:lnTo>
                    <a:pt x="43795" y="736600"/>
                  </a:lnTo>
                  <a:lnTo>
                    <a:pt x="72326" y="787400"/>
                  </a:lnTo>
                  <a:lnTo>
                    <a:pt x="109431" y="838200"/>
                  </a:lnTo>
                  <a:lnTo>
                    <a:pt x="130938" y="863600"/>
                  </a:lnTo>
                  <a:lnTo>
                    <a:pt x="145992" y="863600"/>
                  </a:lnTo>
                  <a:lnTo>
                    <a:pt x="153705" y="876300"/>
                  </a:lnTo>
                  <a:lnTo>
                    <a:pt x="925769" y="876300"/>
                  </a:lnTo>
                  <a:lnTo>
                    <a:pt x="926127" y="863600"/>
                  </a:lnTo>
                  <a:lnTo>
                    <a:pt x="930488" y="723900"/>
                  </a:lnTo>
                  <a:lnTo>
                    <a:pt x="932236" y="673100"/>
                  </a:lnTo>
                  <a:lnTo>
                    <a:pt x="933076" y="635000"/>
                  </a:lnTo>
                  <a:lnTo>
                    <a:pt x="933144" y="622300"/>
                  </a:lnTo>
                  <a:lnTo>
                    <a:pt x="932038" y="609600"/>
                  </a:lnTo>
                  <a:lnTo>
                    <a:pt x="929967" y="596900"/>
                  </a:lnTo>
                  <a:lnTo>
                    <a:pt x="926940" y="571500"/>
                  </a:lnTo>
                  <a:lnTo>
                    <a:pt x="907540" y="533400"/>
                  </a:lnTo>
                  <a:lnTo>
                    <a:pt x="870577" y="495300"/>
                  </a:lnTo>
                  <a:lnTo>
                    <a:pt x="855142" y="482600"/>
                  </a:lnTo>
                  <a:lnTo>
                    <a:pt x="838084" y="482600"/>
                  </a:lnTo>
                  <a:lnTo>
                    <a:pt x="819451" y="469900"/>
                  </a:lnTo>
                  <a:lnTo>
                    <a:pt x="690931" y="469900"/>
                  </a:lnTo>
                  <a:lnTo>
                    <a:pt x="680986" y="431800"/>
                  </a:lnTo>
                  <a:lnTo>
                    <a:pt x="665737" y="393700"/>
                  </a:lnTo>
                  <a:lnTo>
                    <a:pt x="645295" y="368300"/>
                  </a:lnTo>
                  <a:lnTo>
                    <a:pt x="619771" y="342900"/>
                  </a:lnTo>
                  <a:lnTo>
                    <a:pt x="579860" y="317500"/>
                  </a:lnTo>
                  <a:lnTo>
                    <a:pt x="532006" y="292100"/>
                  </a:lnTo>
                  <a:lnTo>
                    <a:pt x="476387" y="279400"/>
                  </a:lnTo>
                  <a:close/>
                </a:path>
                <a:path w="4710430" h="1854200">
                  <a:moveTo>
                    <a:pt x="4104011" y="0"/>
                  </a:moveTo>
                  <a:lnTo>
                    <a:pt x="4052651" y="0"/>
                  </a:lnTo>
                  <a:lnTo>
                    <a:pt x="2721990" y="88900"/>
                  </a:lnTo>
                  <a:lnTo>
                    <a:pt x="2687639" y="88900"/>
                  </a:lnTo>
                  <a:lnTo>
                    <a:pt x="2661274" y="101600"/>
                  </a:lnTo>
                  <a:lnTo>
                    <a:pt x="2644373" y="114300"/>
                  </a:lnTo>
                  <a:lnTo>
                    <a:pt x="2638411" y="127000"/>
                  </a:lnTo>
                  <a:lnTo>
                    <a:pt x="2271847" y="469900"/>
                  </a:lnTo>
                  <a:lnTo>
                    <a:pt x="2189043" y="469900"/>
                  </a:lnTo>
                  <a:lnTo>
                    <a:pt x="2151837" y="482600"/>
                  </a:lnTo>
                  <a:lnTo>
                    <a:pt x="2086119" y="508000"/>
                  </a:lnTo>
                  <a:lnTo>
                    <a:pt x="2030038" y="546100"/>
                  </a:lnTo>
                  <a:lnTo>
                    <a:pt x="2005656" y="571500"/>
                  </a:lnTo>
                  <a:lnTo>
                    <a:pt x="1985630" y="584200"/>
                  </a:lnTo>
                  <a:lnTo>
                    <a:pt x="1967450" y="609600"/>
                  </a:lnTo>
                  <a:lnTo>
                    <a:pt x="1951151" y="635000"/>
                  </a:lnTo>
                  <a:lnTo>
                    <a:pt x="1936768" y="660400"/>
                  </a:lnTo>
                  <a:lnTo>
                    <a:pt x="4705123" y="660400"/>
                  </a:lnTo>
                  <a:lnTo>
                    <a:pt x="4710086" y="609600"/>
                  </a:lnTo>
                  <a:lnTo>
                    <a:pt x="4695511" y="571500"/>
                  </a:lnTo>
                  <a:lnTo>
                    <a:pt x="4673438" y="546100"/>
                  </a:lnTo>
                  <a:lnTo>
                    <a:pt x="4663552" y="533400"/>
                  </a:lnTo>
                  <a:lnTo>
                    <a:pt x="4644856" y="520700"/>
                  </a:lnTo>
                  <a:lnTo>
                    <a:pt x="4618553" y="495300"/>
                  </a:lnTo>
                  <a:lnTo>
                    <a:pt x="4585846" y="457200"/>
                  </a:lnTo>
                  <a:lnTo>
                    <a:pt x="4547938" y="419100"/>
                  </a:lnTo>
                  <a:lnTo>
                    <a:pt x="4506032" y="381000"/>
                  </a:lnTo>
                  <a:lnTo>
                    <a:pt x="4461332" y="330200"/>
                  </a:lnTo>
                  <a:lnTo>
                    <a:pt x="4415041" y="292100"/>
                  </a:lnTo>
                  <a:lnTo>
                    <a:pt x="4368361" y="241300"/>
                  </a:lnTo>
                  <a:lnTo>
                    <a:pt x="4278648" y="152400"/>
                  </a:lnTo>
                  <a:lnTo>
                    <a:pt x="4171244" y="38100"/>
                  </a:lnTo>
                  <a:lnTo>
                    <a:pt x="4150755" y="25400"/>
                  </a:lnTo>
                  <a:lnTo>
                    <a:pt x="4104011" y="0"/>
                  </a:lnTo>
                  <a:close/>
                </a:path>
                <a:path w="4710430" h="1854200">
                  <a:moveTo>
                    <a:pt x="1725167" y="469900"/>
                  </a:moveTo>
                  <a:lnTo>
                    <a:pt x="1621657" y="469900"/>
                  </a:lnTo>
                  <a:lnTo>
                    <a:pt x="1585894" y="482600"/>
                  </a:lnTo>
                  <a:lnTo>
                    <a:pt x="1553091" y="495300"/>
                  </a:lnTo>
                  <a:lnTo>
                    <a:pt x="1523367" y="508000"/>
                  </a:lnTo>
                  <a:lnTo>
                    <a:pt x="1511765" y="508000"/>
                  </a:lnTo>
                  <a:lnTo>
                    <a:pt x="1506236" y="520700"/>
                  </a:lnTo>
                  <a:lnTo>
                    <a:pt x="1848859" y="520700"/>
                  </a:lnTo>
                  <a:lnTo>
                    <a:pt x="1812138" y="495300"/>
                  </a:lnTo>
                  <a:lnTo>
                    <a:pt x="1770877" y="482600"/>
                  </a:lnTo>
                  <a:lnTo>
                    <a:pt x="1725167" y="469900"/>
                  </a:lnTo>
                  <a:close/>
                </a:path>
                <a:path w="4710430" h="1854200">
                  <a:moveTo>
                    <a:pt x="1409125" y="469900"/>
                  </a:moveTo>
                  <a:lnTo>
                    <a:pt x="1285100" y="469900"/>
                  </a:lnTo>
                  <a:lnTo>
                    <a:pt x="1267159" y="482600"/>
                  </a:lnTo>
                  <a:lnTo>
                    <a:pt x="1249783" y="495300"/>
                  </a:lnTo>
                  <a:lnTo>
                    <a:pt x="1471942" y="495300"/>
                  </a:lnTo>
                  <a:lnTo>
                    <a:pt x="1442653" y="482600"/>
                  </a:lnTo>
                  <a:lnTo>
                    <a:pt x="1409125" y="4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">
              <a:extLst>
                <a:ext uri="{FF2B5EF4-FFF2-40B4-BE49-F238E27FC236}">
                  <a16:creationId xmlns:a16="http://schemas.microsoft.com/office/drawing/2014/main" id="{553D3F23-5BB9-89FD-14B5-026F098DFC65}"/>
                </a:ext>
              </a:extLst>
            </p:cNvPr>
            <p:cNvSpPr/>
            <p:nvPr/>
          </p:nvSpPr>
          <p:spPr>
            <a:xfrm>
              <a:off x="16675847" y="9046691"/>
              <a:ext cx="2308225" cy="1785620"/>
            </a:xfrm>
            <a:custGeom>
              <a:avLst/>
              <a:gdLst/>
              <a:ahLst/>
              <a:cxnLst/>
              <a:rect l="l" t="t" r="r" b="b"/>
              <a:pathLst>
                <a:path w="2308225" h="1785620">
                  <a:moveTo>
                    <a:pt x="415704" y="1205827"/>
                  </a:moveTo>
                  <a:lnTo>
                    <a:pt x="389925" y="1226172"/>
                  </a:lnTo>
                  <a:lnTo>
                    <a:pt x="1019923" y="1752364"/>
                  </a:lnTo>
                  <a:lnTo>
                    <a:pt x="1025675" y="1757391"/>
                  </a:lnTo>
                  <a:lnTo>
                    <a:pt x="1067442" y="1781498"/>
                  </a:lnTo>
                  <a:lnTo>
                    <a:pt x="1114276" y="1785047"/>
                  </a:lnTo>
                  <a:lnTo>
                    <a:pt x="1156988" y="1772007"/>
                  </a:lnTo>
                  <a:lnTo>
                    <a:pt x="1186393" y="1746344"/>
                  </a:lnTo>
                  <a:lnTo>
                    <a:pt x="1192784" y="1739301"/>
                  </a:lnTo>
                  <a:lnTo>
                    <a:pt x="1204302" y="1727290"/>
                  </a:lnTo>
                  <a:lnTo>
                    <a:pt x="1210569" y="1720891"/>
                  </a:lnTo>
                  <a:lnTo>
                    <a:pt x="1089096" y="1720891"/>
                  </a:lnTo>
                  <a:lnTo>
                    <a:pt x="1040236" y="1713010"/>
                  </a:lnTo>
                  <a:lnTo>
                    <a:pt x="998189" y="1688440"/>
                  </a:lnTo>
                  <a:lnTo>
                    <a:pt x="989163" y="1680821"/>
                  </a:lnTo>
                  <a:lnTo>
                    <a:pt x="415704" y="1205827"/>
                  </a:lnTo>
                  <a:close/>
                </a:path>
                <a:path w="2308225" h="1785620">
                  <a:moveTo>
                    <a:pt x="1792416" y="41914"/>
                  </a:moveTo>
                  <a:lnTo>
                    <a:pt x="1673657" y="41914"/>
                  </a:lnTo>
                  <a:lnTo>
                    <a:pt x="1699363" y="44070"/>
                  </a:lnTo>
                  <a:lnTo>
                    <a:pt x="1718505" y="56968"/>
                  </a:lnTo>
                  <a:lnTo>
                    <a:pt x="1741433" y="84081"/>
                  </a:lnTo>
                  <a:lnTo>
                    <a:pt x="2177746" y="505175"/>
                  </a:lnTo>
                  <a:lnTo>
                    <a:pt x="2197369" y="523597"/>
                  </a:lnTo>
                  <a:lnTo>
                    <a:pt x="2207608" y="532811"/>
                  </a:lnTo>
                  <a:lnTo>
                    <a:pt x="2228075" y="557314"/>
                  </a:lnTo>
                  <a:lnTo>
                    <a:pt x="2241499" y="594307"/>
                  </a:lnTo>
                  <a:lnTo>
                    <a:pt x="2236722" y="638148"/>
                  </a:lnTo>
                  <a:lnTo>
                    <a:pt x="2236677" y="638559"/>
                  </a:lnTo>
                  <a:lnTo>
                    <a:pt x="2202404" y="684837"/>
                  </a:lnTo>
                  <a:lnTo>
                    <a:pt x="2183045" y="702795"/>
                  </a:lnTo>
                  <a:lnTo>
                    <a:pt x="2104560" y="776840"/>
                  </a:lnTo>
                  <a:lnTo>
                    <a:pt x="1837502" y="1033064"/>
                  </a:lnTo>
                  <a:lnTo>
                    <a:pt x="1212875" y="1641757"/>
                  </a:lnTo>
                  <a:lnTo>
                    <a:pt x="1179050" y="1675689"/>
                  </a:lnTo>
                  <a:lnTo>
                    <a:pt x="1164163" y="1691278"/>
                  </a:lnTo>
                  <a:lnTo>
                    <a:pt x="1133996" y="1713256"/>
                  </a:lnTo>
                  <a:lnTo>
                    <a:pt x="1089096" y="1720891"/>
                  </a:lnTo>
                  <a:lnTo>
                    <a:pt x="1210569" y="1720891"/>
                  </a:lnTo>
                  <a:lnTo>
                    <a:pt x="1220617" y="1710634"/>
                  </a:lnTo>
                  <a:lnTo>
                    <a:pt x="2045586" y="898964"/>
                  </a:lnTo>
                  <a:lnTo>
                    <a:pt x="2246422" y="704212"/>
                  </a:lnTo>
                  <a:lnTo>
                    <a:pt x="2267396" y="684104"/>
                  </a:lnTo>
                  <a:lnTo>
                    <a:pt x="2301235" y="638148"/>
                  </a:lnTo>
                  <a:lnTo>
                    <a:pt x="2307979" y="594307"/>
                  </a:lnTo>
                  <a:lnTo>
                    <a:pt x="2308080" y="593653"/>
                  </a:lnTo>
                  <a:lnTo>
                    <a:pt x="2297268" y="555168"/>
                  </a:lnTo>
                  <a:lnTo>
                    <a:pt x="2278140" y="527240"/>
                  </a:lnTo>
                  <a:lnTo>
                    <a:pt x="2276119" y="525125"/>
                  </a:lnTo>
                  <a:lnTo>
                    <a:pt x="2274182" y="523282"/>
                  </a:lnTo>
                  <a:lnTo>
                    <a:pt x="2272307" y="521690"/>
                  </a:lnTo>
                  <a:lnTo>
                    <a:pt x="2261741" y="511811"/>
                  </a:lnTo>
                  <a:lnTo>
                    <a:pt x="2241488" y="492061"/>
                  </a:lnTo>
                  <a:lnTo>
                    <a:pt x="1792416" y="41914"/>
                  </a:lnTo>
                  <a:close/>
                </a:path>
                <a:path w="2308225" h="1785620">
                  <a:moveTo>
                    <a:pt x="1702496" y="0"/>
                  </a:moveTo>
                  <a:lnTo>
                    <a:pt x="1684702" y="0"/>
                  </a:lnTo>
                  <a:lnTo>
                    <a:pt x="1679268" y="397"/>
                  </a:lnTo>
                  <a:lnTo>
                    <a:pt x="1677404" y="649"/>
                  </a:lnTo>
                  <a:lnTo>
                    <a:pt x="400427" y="83180"/>
                  </a:lnTo>
                  <a:lnTo>
                    <a:pt x="342133" y="100618"/>
                  </a:lnTo>
                  <a:lnTo>
                    <a:pt x="0" y="434761"/>
                  </a:lnTo>
                  <a:lnTo>
                    <a:pt x="7319" y="435756"/>
                  </a:lnTo>
                  <a:lnTo>
                    <a:pt x="14449" y="436939"/>
                  </a:lnTo>
                  <a:lnTo>
                    <a:pt x="21371" y="438321"/>
                  </a:lnTo>
                  <a:lnTo>
                    <a:pt x="312199" y="158937"/>
                  </a:lnTo>
                  <a:lnTo>
                    <a:pt x="330847" y="142944"/>
                  </a:lnTo>
                  <a:lnTo>
                    <a:pt x="345193" y="134417"/>
                  </a:lnTo>
                  <a:lnTo>
                    <a:pt x="362555" y="130480"/>
                  </a:lnTo>
                  <a:lnTo>
                    <a:pt x="390249" y="128257"/>
                  </a:lnTo>
                  <a:lnTo>
                    <a:pt x="1631039" y="47024"/>
                  </a:lnTo>
                  <a:lnTo>
                    <a:pt x="1673657" y="41914"/>
                  </a:lnTo>
                  <a:lnTo>
                    <a:pt x="1792416" y="41914"/>
                  </a:lnTo>
                  <a:lnTo>
                    <a:pt x="1791139" y="40627"/>
                  </a:lnTo>
                  <a:lnTo>
                    <a:pt x="1770320" y="20888"/>
                  </a:lnTo>
                  <a:lnTo>
                    <a:pt x="1746745" y="8679"/>
                  </a:lnTo>
                  <a:lnTo>
                    <a:pt x="1723064" y="2270"/>
                  </a:lnTo>
                  <a:lnTo>
                    <a:pt x="1702496" y="0"/>
                  </a:lnTo>
                  <a:close/>
                </a:path>
              </a:pathLst>
            </a:custGeom>
            <a:solidFill>
              <a:srgbClr val="EE0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7">
              <a:extLst>
                <a:ext uri="{FF2B5EF4-FFF2-40B4-BE49-F238E27FC236}">
                  <a16:creationId xmlns:a16="http://schemas.microsoft.com/office/drawing/2014/main" id="{DB9BDBA3-13AB-AA69-EE53-E2CFD9B14537}"/>
                </a:ext>
              </a:extLst>
            </p:cNvPr>
            <p:cNvSpPr/>
            <p:nvPr/>
          </p:nvSpPr>
          <p:spPr>
            <a:xfrm>
              <a:off x="15554123" y="9539509"/>
              <a:ext cx="1543685" cy="648335"/>
            </a:xfrm>
            <a:custGeom>
              <a:avLst/>
              <a:gdLst/>
              <a:ahLst/>
              <a:cxnLst/>
              <a:rect l="l" t="t" r="r" b="b"/>
              <a:pathLst>
                <a:path w="1543684" h="648334">
                  <a:moveTo>
                    <a:pt x="25" y="0"/>
                  </a:moveTo>
                  <a:close/>
                </a:path>
                <a:path w="1543684" h="648334">
                  <a:moveTo>
                    <a:pt x="1305636" y="5588"/>
                  </a:moveTo>
                  <a:close/>
                </a:path>
                <a:path w="1543684" h="648334">
                  <a:moveTo>
                    <a:pt x="1543608" y="647827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8">
              <a:extLst>
                <a:ext uri="{FF2B5EF4-FFF2-40B4-BE49-F238E27FC236}">
                  <a16:creationId xmlns:a16="http://schemas.microsoft.com/office/drawing/2014/main" id="{8BC3D9EC-4362-0939-0B83-AE4878B17D69}"/>
                </a:ext>
              </a:extLst>
            </p:cNvPr>
            <p:cNvSpPr/>
            <p:nvPr/>
          </p:nvSpPr>
          <p:spPr>
            <a:xfrm>
              <a:off x="17678470" y="9424896"/>
              <a:ext cx="276860" cy="68580"/>
            </a:xfrm>
            <a:custGeom>
              <a:avLst/>
              <a:gdLst/>
              <a:ahLst/>
              <a:cxnLst/>
              <a:rect l="l" t="t" r="r" b="b"/>
              <a:pathLst>
                <a:path w="276859" h="68579">
                  <a:moveTo>
                    <a:pt x="181419" y="0"/>
                  </a:moveTo>
                  <a:lnTo>
                    <a:pt x="169218" y="77"/>
                  </a:lnTo>
                  <a:lnTo>
                    <a:pt x="156913" y="753"/>
                  </a:lnTo>
                  <a:lnTo>
                    <a:pt x="144623" y="1945"/>
                  </a:lnTo>
                  <a:lnTo>
                    <a:pt x="0" y="19044"/>
                  </a:lnTo>
                  <a:lnTo>
                    <a:pt x="14418" y="55650"/>
                  </a:lnTo>
                  <a:lnTo>
                    <a:pt x="159021" y="38593"/>
                  </a:lnTo>
                  <a:lnTo>
                    <a:pt x="171316" y="37377"/>
                  </a:lnTo>
                  <a:lnTo>
                    <a:pt x="183623" y="36687"/>
                  </a:lnTo>
                  <a:lnTo>
                    <a:pt x="195831" y="36602"/>
                  </a:lnTo>
                  <a:lnTo>
                    <a:pt x="207826" y="37200"/>
                  </a:lnTo>
                  <a:lnTo>
                    <a:pt x="228232" y="40236"/>
                  </a:lnTo>
                  <a:lnTo>
                    <a:pt x="246870" y="46193"/>
                  </a:lnTo>
                  <a:lnTo>
                    <a:pt x="263104" y="55478"/>
                  </a:lnTo>
                  <a:lnTo>
                    <a:pt x="276295" y="68498"/>
                  </a:lnTo>
                  <a:lnTo>
                    <a:pt x="275237" y="60351"/>
                  </a:lnTo>
                  <a:lnTo>
                    <a:pt x="255719" y="24593"/>
                  </a:lnTo>
                  <a:lnTo>
                    <a:pt x="214558" y="3746"/>
                  </a:lnTo>
                  <a:lnTo>
                    <a:pt x="193397" y="604"/>
                  </a:lnTo>
                  <a:lnTo>
                    <a:pt x="181419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9">
              <a:extLst>
                <a:ext uri="{FF2B5EF4-FFF2-40B4-BE49-F238E27FC236}">
                  <a16:creationId xmlns:a16="http://schemas.microsoft.com/office/drawing/2014/main" id="{D9D15300-3D2F-F88F-76DA-969C0FCCCA41}"/>
                </a:ext>
              </a:extLst>
            </p:cNvPr>
            <p:cNvSpPr/>
            <p:nvPr/>
          </p:nvSpPr>
          <p:spPr>
            <a:xfrm>
              <a:off x="17666432" y="9443936"/>
              <a:ext cx="26670" cy="224154"/>
            </a:xfrm>
            <a:custGeom>
              <a:avLst/>
              <a:gdLst/>
              <a:ahLst/>
              <a:cxnLst/>
              <a:rect l="l" t="t" r="r" b="b"/>
              <a:pathLst>
                <a:path w="26669" h="224154">
                  <a:moveTo>
                    <a:pt x="12041" y="0"/>
                  </a:moveTo>
                  <a:lnTo>
                    <a:pt x="0" y="224118"/>
                  </a:lnTo>
                  <a:lnTo>
                    <a:pt x="16460" y="222223"/>
                  </a:lnTo>
                  <a:lnTo>
                    <a:pt x="26459" y="36606"/>
                  </a:lnTo>
                  <a:lnTo>
                    <a:pt x="12041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10">
              <a:extLst>
                <a:ext uri="{FF2B5EF4-FFF2-40B4-BE49-F238E27FC236}">
                  <a16:creationId xmlns:a16="http://schemas.microsoft.com/office/drawing/2014/main" id="{9A934028-EFAA-25B5-9CB5-3EA0DB7CCA12}"/>
                </a:ext>
              </a:extLst>
            </p:cNvPr>
            <p:cNvSpPr/>
            <p:nvPr/>
          </p:nvSpPr>
          <p:spPr>
            <a:xfrm>
              <a:off x="17656468" y="9365913"/>
              <a:ext cx="570865" cy="541020"/>
            </a:xfrm>
            <a:custGeom>
              <a:avLst/>
              <a:gdLst/>
              <a:ahLst/>
              <a:cxnLst/>
              <a:rect l="l" t="t" r="r" b="b"/>
              <a:pathLst>
                <a:path w="570865" h="541020">
                  <a:moveTo>
                    <a:pt x="312191" y="540499"/>
                  </a:moveTo>
                  <a:lnTo>
                    <a:pt x="297840" y="503440"/>
                  </a:lnTo>
                  <a:lnTo>
                    <a:pt x="268122" y="478726"/>
                  </a:lnTo>
                  <a:lnTo>
                    <a:pt x="227825" y="467194"/>
                  </a:lnTo>
                  <a:lnTo>
                    <a:pt x="207073" y="465683"/>
                  </a:lnTo>
                  <a:lnTo>
                    <a:pt x="194589" y="465721"/>
                  </a:lnTo>
                  <a:lnTo>
                    <a:pt x="182003" y="466369"/>
                  </a:lnTo>
                  <a:lnTo>
                    <a:pt x="169430" y="467563"/>
                  </a:lnTo>
                  <a:lnTo>
                    <a:pt x="0" y="486968"/>
                  </a:lnTo>
                  <a:lnTo>
                    <a:pt x="14389" y="523570"/>
                  </a:lnTo>
                  <a:lnTo>
                    <a:pt x="183845" y="504177"/>
                  </a:lnTo>
                  <a:lnTo>
                    <a:pt x="196405" y="502970"/>
                  </a:lnTo>
                  <a:lnTo>
                    <a:pt x="208978" y="502323"/>
                  </a:lnTo>
                  <a:lnTo>
                    <a:pt x="221462" y="502285"/>
                  </a:lnTo>
                  <a:lnTo>
                    <a:pt x="233756" y="502920"/>
                  </a:lnTo>
                  <a:lnTo>
                    <a:pt x="257263" y="506514"/>
                  </a:lnTo>
                  <a:lnTo>
                    <a:pt x="278714" y="513638"/>
                  </a:lnTo>
                  <a:lnTo>
                    <a:pt x="297281" y="524802"/>
                  </a:lnTo>
                  <a:lnTo>
                    <a:pt x="312191" y="540499"/>
                  </a:lnTo>
                  <a:close/>
                </a:path>
                <a:path w="570865" h="541020">
                  <a:moveTo>
                    <a:pt x="570407" y="139954"/>
                  </a:moveTo>
                  <a:lnTo>
                    <a:pt x="565797" y="84632"/>
                  </a:lnTo>
                  <a:lnTo>
                    <a:pt x="554355" y="41122"/>
                  </a:lnTo>
                  <a:lnTo>
                    <a:pt x="538670" y="0"/>
                  </a:lnTo>
                  <a:lnTo>
                    <a:pt x="538873" y="952"/>
                  </a:lnTo>
                  <a:lnTo>
                    <a:pt x="539216" y="1905"/>
                  </a:lnTo>
                  <a:lnTo>
                    <a:pt x="540829" y="6134"/>
                  </a:lnTo>
                  <a:lnTo>
                    <a:pt x="542175" y="10642"/>
                  </a:lnTo>
                  <a:lnTo>
                    <a:pt x="544626" y="18656"/>
                  </a:lnTo>
                  <a:lnTo>
                    <a:pt x="545795" y="22123"/>
                  </a:lnTo>
                  <a:lnTo>
                    <a:pt x="547814" y="30035"/>
                  </a:lnTo>
                  <a:lnTo>
                    <a:pt x="548665" y="34645"/>
                  </a:lnTo>
                  <a:lnTo>
                    <a:pt x="550329" y="43091"/>
                  </a:lnTo>
                  <a:lnTo>
                    <a:pt x="551180" y="46901"/>
                  </a:lnTo>
                  <a:lnTo>
                    <a:pt x="551751" y="50800"/>
                  </a:lnTo>
                  <a:lnTo>
                    <a:pt x="552462" y="55270"/>
                  </a:lnTo>
                  <a:lnTo>
                    <a:pt x="553872" y="69075"/>
                  </a:lnTo>
                  <a:lnTo>
                    <a:pt x="554342" y="73406"/>
                  </a:lnTo>
                  <a:lnTo>
                    <a:pt x="554901" y="81876"/>
                  </a:lnTo>
                  <a:lnTo>
                    <a:pt x="555218" y="90360"/>
                  </a:lnTo>
                  <a:lnTo>
                    <a:pt x="555294" y="93052"/>
                  </a:lnTo>
                  <a:lnTo>
                    <a:pt x="555536" y="95732"/>
                  </a:lnTo>
                  <a:lnTo>
                    <a:pt x="554863" y="139954"/>
                  </a:lnTo>
                  <a:lnTo>
                    <a:pt x="552881" y="163220"/>
                  </a:lnTo>
                  <a:lnTo>
                    <a:pt x="552818" y="163766"/>
                  </a:lnTo>
                  <a:lnTo>
                    <a:pt x="540118" y="216230"/>
                  </a:lnTo>
                  <a:lnTo>
                    <a:pt x="516636" y="261251"/>
                  </a:lnTo>
                  <a:lnTo>
                    <a:pt x="483831" y="299415"/>
                  </a:lnTo>
                  <a:lnTo>
                    <a:pt x="443230" y="331190"/>
                  </a:lnTo>
                  <a:lnTo>
                    <a:pt x="429348" y="339801"/>
                  </a:lnTo>
                  <a:lnTo>
                    <a:pt x="440601" y="343255"/>
                  </a:lnTo>
                  <a:lnTo>
                    <a:pt x="451789" y="347091"/>
                  </a:lnTo>
                  <a:lnTo>
                    <a:pt x="462889" y="351345"/>
                  </a:lnTo>
                  <a:lnTo>
                    <a:pt x="473849" y="356057"/>
                  </a:lnTo>
                  <a:lnTo>
                    <a:pt x="489369" y="343585"/>
                  </a:lnTo>
                  <a:lnTo>
                    <a:pt x="517461" y="315493"/>
                  </a:lnTo>
                  <a:lnTo>
                    <a:pt x="544271" y="275767"/>
                  </a:lnTo>
                  <a:lnTo>
                    <a:pt x="563346" y="223240"/>
                  </a:lnTo>
                  <a:lnTo>
                    <a:pt x="569887" y="167932"/>
                  </a:lnTo>
                  <a:lnTo>
                    <a:pt x="570407" y="140169"/>
                  </a:lnTo>
                  <a:lnTo>
                    <a:pt x="570407" y="13995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11">
              <a:extLst>
                <a:ext uri="{FF2B5EF4-FFF2-40B4-BE49-F238E27FC236}">
                  <a16:creationId xmlns:a16="http://schemas.microsoft.com/office/drawing/2014/main" id="{E098A5D1-EED6-54D5-E180-6C3159A87717}"/>
                </a:ext>
              </a:extLst>
            </p:cNvPr>
            <p:cNvSpPr/>
            <p:nvPr/>
          </p:nvSpPr>
          <p:spPr>
            <a:xfrm>
              <a:off x="17641349" y="9852878"/>
              <a:ext cx="29845" cy="260350"/>
            </a:xfrm>
            <a:custGeom>
              <a:avLst/>
              <a:gdLst/>
              <a:ahLst/>
              <a:cxnLst/>
              <a:rect l="l" t="t" r="r" b="b"/>
              <a:pathLst>
                <a:path w="29844" h="260350">
                  <a:moveTo>
                    <a:pt x="15119" y="0"/>
                  </a:moveTo>
                  <a:lnTo>
                    <a:pt x="0" y="260159"/>
                  </a:lnTo>
                  <a:lnTo>
                    <a:pt x="16575" y="258986"/>
                  </a:lnTo>
                  <a:lnTo>
                    <a:pt x="29506" y="36595"/>
                  </a:lnTo>
                  <a:lnTo>
                    <a:pt x="15119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12">
              <a:extLst>
                <a:ext uri="{FF2B5EF4-FFF2-40B4-BE49-F238E27FC236}">
                  <a16:creationId xmlns:a16="http://schemas.microsoft.com/office/drawing/2014/main" id="{7B61E338-BEB9-F0CD-26B5-A4782E5D957C}"/>
                </a:ext>
              </a:extLst>
            </p:cNvPr>
            <p:cNvSpPr/>
            <p:nvPr/>
          </p:nvSpPr>
          <p:spPr>
            <a:xfrm>
              <a:off x="17896340" y="9429476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69" h="634">
                  <a:moveTo>
                    <a:pt x="0" y="0"/>
                  </a:moveTo>
                  <a:lnTo>
                    <a:pt x="513" y="125"/>
                  </a:lnTo>
                  <a:lnTo>
                    <a:pt x="764" y="178"/>
                  </a:lnTo>
                  <a:lnTo>
                    <a:pt x="251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13">
              <a:extLst>
                <a:ext uri="{FF2B5EF4-FFF2-40B4-BE49-F238E27FC236}">
                  <a16:creationId xmlns:a16="http://schemas.microsoft.com/office/drawing/2014/main" id="{A856359D-8F0A-747B-BF7B-BAEFC49D146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3248" y="9426864"/>
              <a:ext cx="13850" cy="2786"/>
            </a:xfrm>
            <a:prstGeom prst="rect">
              <a:avLst/>
            </a:prstGeom>
          </p:spPr>
        </p:pic>
        <p:sp>
          <p:nvSpPr>
            <p:cNvPr id="73" name="object 14">
              <a:extLst>
                <a:ext uri="{FF2B5EF4-FFF2-40B4-BE49-F238E27FC236}">
                  <a16:creationId xmlns:a16="http://schemas.microsoft.com/office/drawing/2014/main" id="{B9115E84-B627-8933-C329-8380EF3001F5}"/>
                </a:ext>
              </a:extLst>
            </p:cNvPr>
            <p:cNvSpPr/>
            <p:nvPr/>
          </p:nvSpPr>
          <p:spPr>
            <a:xfrm>
              <a:off x="17907299" y="9432979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1664" y="628"/>
                  </a:lnTo>
                  <a:lnTo>
                    <a:pt x="2492" y="963"/>
                  </a:lnTo>
                  <a:lnTo>
                    <a:pt x="827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15">
              <a:extLst>
                <a:ext uri="{FF2B5EF4-FFF2-40B4-BE49-F238E27FC236}">
                  <a16:creationId xmlns:a16="http://schemas.microsoft.com/office/drawing/2014/main" id="{84A13B8A-1DFC-6D3F-38BA-E96EAC029CF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7298" y="9432979"/>
              <a:ext cx="2492" cy="963"/>
            </a:xfrm>
            <a:prstGeom prst="rect">
              <a:avLst/>
            </a:prstGeom>
          </p:spPr>
        </p:pic>
        <p:sp>
          <p:nvSpPr>
            <p:cNvPr id="75" name="object 16">
              <a:extLst>
                <a:ext uri="{FF2B5EF4-FFF2-40B4-BE49-F238E27FC236}">
                  <a16:creationId xmlns:a16="http://schemas.microsoft.com/office/drawing/2014/main" id="{80BD6B80-FD9F-9F17-CC79-2F028C2F25EF}"/>
                </a:ext>
              </a:extLst>
            </p:cNvPr>
            <p:cNvSpPr/>
            <p:nvPr/>
          </p:nvSpPr>
          <p:spPr>
            <a:xfrm>
              <a:off x="17951705" y="9367805"/>
              <a:ext cx="258445" cy="135890"/>
            </a:xfrm>
            <a:custGeom>
              <a:avLst/>
              <a:gdLst/>
              <a:ahLst/>
              <a:cxnLst/>
              <a:rect l="l" t="t" r="r" b="b"/>
              <a:pathLst>
                <a:path w="258444" h="135890">
                  <a:moveTo>
                    <a:pt x="9956" y="135610"/>
                  </a:moveTo>
                  <a:lnTo>
                    <a:pt x="0" y="110337"/>
                  </a:lnTo>
                  <a:lnTo>
                    <a:pt x="2006" y="117462"/>
                  </a:lnTo>
                  <a:lnTo>
                    <a:pt x="3060" y="125590"/>
                  </a:lnTo>
                  <a:lnTo>
                    <a:pt x="6705" y="130390"/>
                  </a:lnTo>
                  <a:lnTo>
                    <a:pt x="9956" y="135610"/>
                  </a:lnTo>
                  <a:close/>
                </a:path>
                <a:path w="258444" h="135890">
                  <a:moveTo>
                    <a:pt x="246837" y="8458"/>
                  </a:moveTo>
                  <a:lnTo>
                    <a:pt x="245643" y="4356"/>
                  </a:lnTo>
                  <a:lnTo>
                    <a:pt x="243979" y="0"/>
                  </a:lnTo>
                  <a:lnTo>
                    <a:pt x="245579" y="4241"/>
                  </a:lnTo>
                  <a:lnTo>
                    <a:pt x="246837" y="8458"/>
                  </a:lnTo>
                  <a:close/>
                </a:path>
                <a:path w="258444" h="135890">
                  <a:moveTo>
                    <a:pt x="257225" y="53517"/>
                  </a:moveTo>
                  <a:lnTo>
                    <a:pt x="257213" y="53390"/>
                  </a:lnTo>
                  <a:lnTo>
                    <a:pt x="256514" y="48907"/>
                  </a:lnTo>
                  <a:lnTo>
                    <a:pt x="257225" y="53517"/>
                  </a:lnTo>
                  <a:close/>
                </a:path>
                <a:path w="258444" h="135890">
                  <a:moveTo>
                    <a:pt x="258178" y="62839"/>
                  </a:moveTo>
                  <a:lnTo>
                    <a:pt x="257225" y="53517"/>
                  </a:lnTo>
                  <a:lnTo>
                    <a:pt x="257683" y="58178"/>
                  </a:lnTo>
                  <a:lnTo>
                    <a:pt x="258178" y="62839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17">
              <a:extLst>
                <a:ext uri="{FF2B5EF4-FFF2-40B4-BE49-F238E27FC236}">
                  <a16:creationId xmlns:a16="http://schemas.microsoft.com/office/drawing/2014/main" id="{FDCD064E-EFF9-A9BD-99BC-1D01C943646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85744" y="9529775"/>
              <a:ext cx="123523" cy="212533"/>
            </a:xfrm>
            <a:prstGeom prst="rect">
              <a:avLst/>
            </a:prstGeom>
          </p:spPr>
        </p:pic>
        <p:pic>
          <p:nvPicPr>
            <p:cNvPr id="77" name="object 18">
              <a:extLst>
                <a:ext uri="{FF2B5EF4-FFF2-40B4-BE49-F238E27FC236}">
                  <a16:creationId xmlns:a16="http://schemas.microsoft.com/office/drawing/2014/main" id="{FEBF91AE-5746-E747-1346-CC908BD78860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085827" y="9698541"/>
              <a:ext cx="11664" cy="7172"/>
            </a:xfrm>
            <a:prstGeom prst="rect">
              <a:avLst/>
            </a:prstGeom>
          </p:spPr>
        </p:pic>
        <p:sp>
          <p:nvSpPr>
            <p:cNvPr id="78" name="object 19">
              <a:extLst>
                <a:ext uri="{FF2B5EF4-FFF2-40B4-BE49-F238E27FC236}">
                  <a16:creationId xmlns:a16="http://schemas.microsoft.com/office/drawing/2014/main" id="{1739915B-3ACA-9DD3-3241-3CC11BC244FF}"/>
                </a:ext>
              </a:extLst>
            </p:cNvPr>
            <p:cNvSpPr/>
            <p:nvPr/>
          </p:nvSpPr>
          <p:spPr>
            <a:xfrm>
              <a:off x="17962767" y="9885114"/>
              <a:ext cx="12700" cy="31750"/>
            </a:xfrm>
            <a:custGeom>
              <a:avLst/>
              <a:gdLst/>
              <a:ahLst/>
              <a:cxnLst/>
              <a:rect l="l" t="t" r="r" b="b"/>
              <a:pathLst>
                <a:path w="12700" h="31750">
                  <a:moveTo>
                    <a:pt x="2425" y="5702"/>
                  </a:moveTo>
                  <a:lnTo>
                    <a:pt x="355" y="469"/>
                  </a:lnTo>
                  <a:lnTo>
                    <a:pt x="0" y="0"/>
                  </a:lnTo>
                  <a:lnTo>
                    <a:pt x="2425" y="5702"/>
                  </a:lnTo>
                  <a:close/>
                </a:path>
                <a:path w="12700" h="31750">
                  <a:moveTo>
                    <a:pt x="12573" y="31534"/>
                  </a:moveTo>
                  <a:lnTo>
                    <a:pt x="2552" y="6019"/>
                  </a:lnTo>
                  <a:lnTo>
                    <a:pt x="4610" y="13220"/>
                  </a:lnTo>
                  <a:lnTo>
                    <a:pt x="5892" y="21297"/>
                  </a:lnTo>
                  <a:lnTo>
                    <a:pt x="9398" y="26238"/>
                  </a:lnTo>
                  <a:lnTo>
                    <a:pt x="12573" y="3153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20">
              <a:extLst>
                <a:ext uri="{FF2B5EF4-FFF2-40B4-BE49-F238E27FC236}">
                  <a16:creationId xmlns:a16="http://schemas.microsoft.com/office/drawing/2014/main" id="{0CA87912-1900-3A3F-9EE2-FFB5D0EAA0E1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55369" y="9237079"/>
              <a:ext cx="1403148" cy="1133829"/>
            </a:xfrm>
            <a:prstGeom prst="rect">
              <a:avLst/>
            </a:prstGeom>
          </p:spPr>
        </p:pic>
        <p:sp>
          <p:nvSpPr>
            <p:cNvPr id="80" name="object 21">
              <a:extLst>
                <a:ext uri="{FF2B5EF4-FFF2-40B4-BE49-F238E27FC236}">
                  <a16:creationId xmlns:a16="http://schemas.microsoft.com/office/drawing/2014/main" id="{7DEAE3AD-EF4F-DFD7-EB5D-F0EF4D02BE31}"/>
                </a:ext>
              </a:extLst>
            </p:cNvPr>
            <p:cNvSpPr/>
            <p:nvPr/>
          </p:nvSpPr>
          <p:spPr>
            <a:xfrm>
              <a:off x="14390396" y="9355842"/>
              <a:ext cx="2438400" cy="1121410"/>
            </a:xfrm>
            <a:custGeom>
              <a:avLst/>
              <a:gdLst/>
              <a:ahLst/>
              <a:cxnLst/>
              <a:rect l="l" t="t" r="r" b="b"/>
              <a:pathLst>
                <a:path w="2438400" h="1121409">
                  <a:moveTo>
                    <a:pt x="565759" y="174256"/>
                  </a:moveTo>
                  <a:lnTo>
                    <a:pt x="552018" y="103619"/>
                  </a:lnTo>
                  <a:lnTo>
                    <a:pt x="511429" y="47866"/>
                  </a:lnTo>
                  <a:lnTo>
                    <a:pt x="443090" y="11747"/>
                  </a:lnTo>
                  <a:lnTo>
                    <a:pt x="398208" y="2819"/>
                  </a:lnTo>
                  <a:lnTo>
                    <a:pt x="346189" y="0"/>
                  </a:lnTo>
                  <a:lnTo>
                    <a:pt x="317754" y="1028"/>
                  </a:lnTo>
                  <a:lnTo>
                    <a:pt x="260692" y="8636"/>
                  </a:lnTo>
                  <a:lnTo>
                    <a:pt x="204139" y="23901"/>
                  </a:lnTo>
                  <a:lnTo>
                    <a:pt x="152768" y="48361"/>
                  </a:lnTo>
                  <a:lnTo>
                    <a:pt x="107645" y="82296"/>
                  </a:lnTo>
                  <a:lnTo>
                    <a:pt x="70535" y="125920"/>
                  </a:lnTo>
                  <a:lnTo>
                    <a:pt x="42532" y="179539"/>
                  </a:lnTo>
                  <a:lnTo>
                    <a:pt x="28295" y="244665"/>
                  </a:lnTo>
                  <a:lnTo>
                    <a:pt x="26631" y="281647"/>
                  </a:lnTo>
                  <a:lnTo>
                    <a:pt x="28155" y="314401"/>
                  </a:lnTo>
                  <a:lnTo>
                    <a:pt x="39611" y="370560"/>
                  </a:lnTo>
                  <a:lnTo>
                    <a:pt x="61595" y="414807"/>
                  </a:lnTo>
                  <a:lnTo>
                    <a:pt x="90131" y="450494"/>
                  </a:lnTo>
                  <a:lnTo>
                    <a:pt x="124155" y="478421"/>
                  </a:lnTo>
                  <a:lnTo>
                    <a:pt x="161213" y="500176"/>
                  </a:lnTo>
                  <a:lnTo>
                    <a:pt x="219087" y="524344"/>
                  </a:lnTo>
                  <a:lnTo>
                    <a:pt x="254800" y="539292"/>
                  </a:lnTo>
                  <a:lnTo>
                    <a:pt x="299707" y="562965"/>
                  </a:lnTo>
                  <a:lnTo>
                    <a:pt x="328650" y="592251"/>
                  </a:lnTo>
                  <a:lnTo>
                    <a:pt x="334378" y="618845"/>
                  </a:lnTo>
                  <a:lnTo>
                    <a:pt x="333933" y="626846"/>
                  </a:lnTo>
                  <a:lnTo>
                    <a:pt x="312661" y="662419"/>
                  </a:lnTo>
                  <a:lnTo>
                    <a:pt x="270383" y="677786"/>
                  </a:lnTo>
                  <a:lnTo>
                    <a:pt x="245884" y="679538"/>
                  </a:lnTo>
                  <a:lnTo>
                    <a:pt x="225793" y="678738"/>
                  </a:lnTo>
                  <a:lnTo>
                    <a:pt x="173062" y="665619"/>
                  </a:lnTo>
                  <a:lnTo>
                    <a:pt x="130263" y="642493"/>
                  </a:lnTo>
                  <a:lnTo>
                    <a:pt x="75793" y="602119"/>
                  </a:lnTo>
                  <a:lnTo>
                    <a:pt x="66700" y="595934"/>
                  </a:lnTo>
                  <a:lnTo>
                    <a:pt x="20891" y="596696"/>
                  </a:lnTo>
                  <a:lnTo>
                    <a:pt x="4622" y="642391"/>
                  </a:lnTo>
                  <a:lnTo>
                    <a:pt x="406" y="698601"/>
                  </a:lnTo>
                  <a:lnTo>
                    <a:pt x="0" y="734923"/>
                  </a:lnTo>
                  <a:lnTo>
                    <a:pt x="1358" y="744639"/>
                  </a:lnTo>
                  <a:lnTo>
                    <a:pt x="33134" y="788111"/>
                  </a:lnTo>
                  <a:lnTo>
                    <a:pt x="80175" y="819213"/>
                  </a:lnTo>
                  <a:lnTo>
                    <a:pt x="120764" y="836942"/>
                  </a:lnTo>
                  <a:lnTo>
                    <a:pt x="167855" y="851395"/>
                  </a:lnTo>
                  <a:lnTo>
                    <a:pt x="220395" y="860958"/>
                  </a:lnTo>
                  <a:lnTo>
                    <a:pt x="277355" y="864006"/>
                  </a:lnTo>
                  <a:lnTo>
                    <a:pt x="310591" y="862685"/>
                  </a:lnTo>
                  <a:lnTo>
                    <a:pt x="370598" y="852982"/>
                  </a:lnTo>
                  <a:lnTo>
                    <a:pt x="421957" y="834123"/>
                  </a:lnTo>
                  <a:lnTo>
                    <a:pt x="464451" y="807618"/>
                  </a:lnTo>
                  <a:lnTo>
                    <a:pt x="498119" y="773950"/>
                  </a:lnTo>
                  <a:lnTo>
                    <a:pt x="523392" y="734225"/>
                  </a:lnTo>
                  <a:lnTo>
                    <a:pt x="540334" y="688936"/>
                  </a:lnTo>
                  <a:lnTo>
                    <a:pt x="548728" y="640105"/>
                  </a:lnTo>
                  <a:lnTo>
                    <a:pt x="549706" y="614476"/>
                  </a:lnTo>
                  <a:lnTo>
                    <a:pt x="548068" y="582790"/>
                  </a:lnTo>
                  <a:lnTo>
                    <a:pt x="535724" y="528116"/>
                  </a:lnTo>
                  <a:lnTo>
                    <a:pt x="512038" y="484466"/>
                  </a:lnTo>
                  <a:lnTo>
                    <a:pt x="481431" y="448500"/>
                  </a:lnTo>
                  <a:lnTo>
                    <a:pt x="445020" y="419468"/>
                  </a:lnTo>
                  <a:lnTo>
                    <a:pt x="405003" y="396240"/>
                  </a:lnTo>
                  <a:lnTo>
                    <a:pt x="362546" y="378002"/>
                  </a:lnTo>
                  <a:lnTo>
                    <a:pt x="342138" y="369316"/>
                  </a:lnTo>
                  <a:lnTo>
                    <a:pt x="303771" y="352158"/>
                  </a:lnTo>
                  <a:lnTo>
                    <a:pt x="255625" y="324954"/>
                  </a:lnTo>
                  <a:lnTo>
                    <a:pt x="224409" y="292125"/>
                  </a:lnTo>
                  <a:lnTo>
                    <a:pt x="218236" y="263156"/>
                  </a:lnTo>
                  <a:lnTo>
                    <a:pt x="220014" y="245668"/>
                  </a:lnTo>
                  <a:lnTo>
                    <a:pt x="247573" y="203288"/>
                  </a:lnTo>
                  <a:lnTo>
                    <a:pt x="296519" y="181470"/>
                  </a:lnTo>
                  <a:lnTo>
                    <a:pt x="314934" y="179959"/>
                  </a:lnTo>
                  <a:lnTo>
                    <a:pt x="327799" y="180682"/>
                  </a:lnTo>
                  <a:lnTo>
                    <a:pt x="364769" y="198729"/>
                  </a:lnTo>
                  <a:lnTo>
                    <a:pt x="386016" y="240334"/>
                  </a:lnTo>
                  <a:lnTo>
                    <a:pt x="390956" y="283349"/>
                  </a:lnTo>
                  <a:lnTo>
                    <a:pt x="391121" y="298386"/>
                  </a:lnTo>
                  <a:lnTo>
                    <a:pt x="393103" y="304088"/>
                  </a:lnTo>
                  <a:lnTo>
                    <a:pt x="424307" y="310883"/>
                  </a:lnTo>
                  <a:lnTo>
                    <a:pt x="456603" y="308571"/>
                  </a:lnTo>
                  <a:lnTo>
                    <a:pt x="509181" y="290918"/>
                  </a:lnTo>
                  <a:lnTo>
                    <a:pt x="545426" y="256095"/>
                  </a:lnTo>
                  <a:lnTo>
                    <a:pt x="563575" y="205447"/>
                  </a:lnTo>
                  <a:lnTo>
                    <a:pt x="565759" y="174256"/>
                  </a:lnTo>
                  <a:close/>
                </a:path>
                <a:path w="2438400" h="1121409">
                  <a:moveTo>
                    <a:pt x="1185037" y="305968"/>
                  </a:moveTo>
                  <a:lnTo>
                    <a:pt x="1180630" y="259537"/>
                  </a:lnTo>
                  <a:lnTo>
                    <a:pt x="1164209" y="220230"/>
                  </a:lnTo>
                  <a:lnTo>
                    <a:pt x="1131265" y="196329"/>
                  </a:lnTo>
                  <a:lnTo>
                    <a:pt x="1093495" y="187731"/>
                  </a:lnTo>
                  <a:lnTo>
                    <a:pt x="1077658" y="186880"/>
                  </a:lnTo>
                  <a:lnTo>
                    <a:pt x="1060170" y="187071"/>
                  </a:lnTo>
                  <a:lnTo>
                    <a:pt x="1008926" y="189014"/>
                  </a:lnTo>
                  <a:lnTo>
                    <a:pt x="991476" y="234315"/>
                  </a:lnTo>
                  <a:lnTo>
                    <a:pt x="989291" y="311632"/>
                  </a:lnTo>
                  <a:lnTo>
                    <a:pt x="987958" y="389610"/>
                  </a:lnTo>
                  <a:lnTo>
                    <a:pt x="987120" y="416242"/>
                  </a:lnTo>
                  <a:lnTo>
                    <a:pt x="983957" y="469341"/>
                  </a:lnTo>
                  <a:lnTo>
                    <a:pt x="978712" y="521944"/>
                  </a:lnTo>
                  <a:lnTo>
                    <a:pt x="970965" y="571525"/>
                  </a:lnTo>
                  <a:lnTo>
                    <a:pt x="960361" y="615581"/>
                  </a:lnTo>
                  <a:lnTo>
                    <a:pt x="946099" y="653135"/>
                  </a:lnTo>
                  <a:lnTo>
                    <a:pt x="916266" y="694702"/>
                  </a:lnTo>
                  <a:lnTo>
                    <a:pt x="874585" y="710603"/>
                  </a:lnTo>
                  <a:lnTo>
                    <a:pt x="857199" y="709828"/>
                  </a:lnTo>
                  <a:lnTo>
                    <a:pt x="816356" y="689724"/>
                  </a:lnTo>
                  <a:lnTo>
                    <a:pt x="795261" y="645591"/>
                  </a:lnTo>
                  <a:lnTo>
                    <a:pt x="793229" y="626084"/>
                  </a:lnTo>
                  <a:lnTo>
                    <a:pt x="793661" y="603973"/>
                  </a:lnTo>
                  <a:lnTo>
                    <a:pt x="802805" y="306527"/>
                  </a:lnTo>
                  <a:lnTo>
                    <a:pt x="803186" y="282968"/>
                  </a:lnTo>
                  <a:lnTo>
                    <a:pt x="796277" y="241198"/>
                  </a:lnTo>
                  <a:lnTo>
                    <a:pt x="768502" y="204724"/>
                  </a:lnTo>
                  <a:lnTo>
                    <a:pt x="725398" y="189268"/>
                  </a:lnTo>
                  <a:lnTo>
                    <a:pt x="695109" y="186867"/>
                  </a:lnTo>
                  <a:lnTo>
                    <a:pt x="677595" y="187096"/>
                  </a:lnTo>
                  <a:lnTo>
                    <a:pt x="628700" y="188950"/>
                  </a:lnTo>
                  <a:lnTo>
                    <a:pt x="608037" y="226441"/>
                  </a:lnTo>
                  <a:lnTo>
                    <a:pt x="604875" y="291172"/>
                  </a:lnTo>
                  <a:lnTo>
                    <a:pt x="602716" y="350964"/>
                  </a:lnTo>
                  <a:lnTo>
                    <a:pt x="600760" y="439585"/>
                  </a:lnTo>
                  <a:lnTo>
                    <a:pt x="598398" y="515378"/>
                  </a:lnTo>
                  <a:lnTo>
                    <a:pt x="595541" y="621347"/>
                  </a:lnTo>
                  <a:lnTo>
                    <a:pt x="595083" y="669442"/>
                  </a:lnTo>
                  <a:lnTo>
                    <a:pt x="595414" y="689698"/>
                  </a:lnTo>
                  <a:lnTo>
                    <a:pt x="604088" y="740676"/>
                  </a:lnTo>
                  <a:lnTo>
                    <a:pt x="627329" y="788377"/>
                  </a:lnTo>
                  <a:lnTo>
                    <a:pt x="663054" y="826046"/>
                  </a:lnTo>
                  <a:lnTo>
                    <a:pt x="711009" y="852093"/>
                  </a:lnTo>
                  <a:lnTo>
                    <a:pt x="754697" y="861733"/>
                  </a:lnTo>
                  <a:lnTo>
                    <a:pt x="802830" y="863815"/>
                  </a:lnTo>
                  <a:lnTo>
                    <a:pt x="814717" y="863028"/>
                  </a:lnTo>
                  <a:lnTo>
                    <a:pt x="863320" y="853071"/>
                  </a:lnTo>
                  <a:lnTo>
                    <a:pt x="898906" y="837057"/>
                  </a:lnTo>
                  <a:lnTo>
                    <a:pt x="941222" y="806297"/>
                  </a:lnTo>
                  <a:lnTo>
                    <a:pt x="970800" y="771588"/>
                  </a:lnTo>
                  <a:lnTo>
                    <a:pt x="972045" y="780935"/>
                  </a:lnTo>
                  <a:lnTo>
                    <a:pt x="987907" y="824217"/>
                  </a:lnTo>
                  <a:lnTo>
                    <a:pt x="1017422" y="849160"/>
                  </a:lnTo>
                  <a:lnTo>
                    <a:pt x="1065022" y="863028"/>
                  </a:lnTo>
                  <a:lnTo>
                    <a:pt x="1080490" y="863993"/>
                  </a:lnTo>
                  <a:lnTo>
                    <a:pt x="1097457" y="863854"/>
                  </a:lnTo>
                  <a:lnTo>
                    <a:pt x="1154607" y="861695"/>
                  </a:lnTo>
                  <a:lnTo>
                    <a:pt x="1176299" y="565899"/>
                  </a:lnTo>
                  <a:lnTo>
                    <a:pt x="1182509" y="410997"/>
                  </a:lnTo>
                  <a:lnTo>
                    <a:pt x="1185037" y="318249"/>
                  </a:lnTo>
                  <a:lnTo>
                    <a:pt x="1185037" y="305968"/>
                  </a:lnTo>
                  <a:close/>
                </a:path>
                <a:path w="2438400" h="1121409">
                  <a:moveTo>
                    <a:pt x="1831441" y="513041"/>
                  </a:moveTo>
                  <a:lnTo>
                    <a:pt x="1831378" y="501954"/>
                  </a:lnTo>
                  <a:lnTo>
                    <a:pt x="1831289" y="487426"/>
                  </a:lnTo>
                  <a:lnTo>
                    <a:pt x="1831174" y="468515"/>
                  </a:lnTo>
                  <a:lnTo>
                    <a:pt x="1826945" y="412813"/>
                  </a:lnTo>
                  <a:lnTo>
                    <a:pt x="1818436" y="363105"/>
                  </a:lnTo>
                  <a:lnTo>
                    <a:pt x="1815566" y="353364"/>
                  </a:lnTo>
                  <a:lnTo>
                    <a:pt x="1815477" y="353060"/>
                  </a:lnTo>
                  <a:lnTo>
                    <a:pt x="1795703" y="298145"/>
                  </a:lnTo>
                  <a:lnTo>
                    <a:pt x="1767332" y="252933"/>
                  </a:lnTo>
                  <a:lnTo>
                    <a:pt x="1734743" y="224332"/>
                  </a:lnTo>
                  <a:lnTo>
                    <a:pt x="1695589" y="204470"/>
                  </a:lnTo>
                  <a:lnTo>
                    <a:pt x="1649869" y="193344"/>
                  </a:lnTo>
                  <a:lnTo>
                    <a:pt x="1619262" y="191960"/>
                  </a:lnTo>
                  <a:lnTo>
                    <a:pt x="1619262" y="501954"/>
                  </a:lnTo>
                  <a:lnTo>
                    <a:pt x="1618894" y="549490"/>
                  </a:lnTo>
                  <a:lnTo>
                    <a:pt x="1613966" y="593686"/>
                  </a:lnTo>
                  <a:lnTo>
                    <a:pt x="1590509" y="657898"/>
                  </a:lnTo>
                  <a:lnTo>
                    <a:pt x="1553400" y="696201"/>
                  </a:lnTo>
                  <a:lnTo>
                    <a:pt x="1507147" y="710184"/>
                  </a:lnTo>
                  <a:lnTo>
                    <a:pt x="1493558" y="709790"/>
                  </a:lnTo>
                  <a:lnTo>
                    <a:pt x="1450975" y="690486"/>
                  </a:lnTo>
                  <a:lnTo>
                    <a:pt x="1424279" y="649427"/>
                  </a:lnTo>
                  <a:lnTo>
                    <a:pt x="1412951" y="609117"/>
                  </a:lnTo>
                  <a:lnTo>
                    <a:pt x="1407477" y="564654"/>
                  </a:lnTo>
                  <a:lnTo>
                    <a:pt x="1406677" y="549490"/>
                  </a:lnTo>
                  <a:lnTo>
                    <a:pt x="1406906" y="513041"/>
                  </a:lnTo>
                  <a:lnTo>
                    <a:pt x="1406931" y="507238"/>
                  </a:lnTo>
                  <a:lnTo>
                    <a:pt x="1418602" y="436397"/>
                  </a:lnTo>
                  <a:lnTo>
                    <a:pt x="1445387" y="384670"/>
                  </a:lnTo>
                  <a:lnTo>
                    <a:pt x="1488808" y="357289"/>
                  </a:lnTo>
                  <a:lnTo>
                    <a:pt x="1516849" y="353060"/>
                  </a:lnTo>
                  <a:lnTo>
                    <a:pt x="1530985" y="353364"/>
                  </a:lnTo>
                  <a:lnTo>
                    <a:pt x="1574977" y="370852"/>
                  </a:lnTo>
                  <a:lnTo>
                    <a:pt x="1601876" y="407924"/>
                  </a:lnTo>
                  <a:lnTo>
                    <a:pt x="1613103" y="445249"/>
                  </a:lnTo>
                  <a:lnTo>
                    <a:pt x="1618488" y="487426"/>
                  </a:lnTo>
                  <a:lnTo>
                    <a:pt x="1619262" y="501954"/>
                  </a:lnTo>
                  <a:lnTo>
                    <a:pt x="1619262" y="191960"/>
                  </a:lnTo>
                  <a:lnTo>
                    <a:pt x="1567002" y="193535"/>
                  </a:lnTo>
                  <a:lnTo>
                    <a:pt x="1513840" y="207213"/>
                  </a:lnTo>
                  <a:lnTo>
                    <a:pt x="1471320" y="232625"/>
                  </a:lnTo>
                  <a:lnTo>
                    <a:pt x="1437525" y="272567"/>
                  </a:lnTo>
                  <a:lnTo>
                    <a:pt x="1423835" y="298145"/>
                  </a:lnTo>
                  <a:lnTo>
                    <a:pt x="1420964" y="277202"/>
                  </a:lnTo>
                  <a:lnTo>
                    <a:pt x="1403451" y="231101"/>
                  </a:lnTo>
                  <a:lnTo>
                    <a:pt x="1372768" y="203339"/>
                  </a:lnTo>
                  <a:lnTo>
                    <a:pt x="1325892" y="191833"/>
                  </a:lnTo>
                  <a:lnTo>
                    <a:pt x="1296085" y="191249"/>
                  </a:lnTo>
                  <a:lnTo>
                    <a:pt x="1237627" y="193344"/>
                  </a:lnTo>
                  <a:lnTo>
                    <a:pt x="1239393" y="193344"/>
                  </a:lnTo>
                  <a:lnTo>
                    <a:pt x="1233462" y="194678"/>
                  </a:lnTo>
                  <a:lnTo>
                    <a:pt x="1225981" y="244703"/>
                  </a:lnTo>
                  <a:lnTo>
                    <a:pt x="1226070" y="300520"/>
                  </a:lnTo>
                  <a:lnTo>
                    <a:pt x="1225511" y="331089"/>
                  </a:lnTo>
                  <a:lnTo>
                    <a:pt x="1223175" y="395655"/>
                  </a:lnTo>
                  <a:lnTo>
                    <a:pt x="1220279" y="468515"/>
                  </a:lnTo>
                  <a:lnTo>
                    <a:pt x="1211910" y="667016"/>
                  </a:lnTo>
                  <a:lnTo>
                    <a:pt x="1210411" y="703605"/>
                  </a:lnTo>
                  <a:lnTo>
                    <a:pt x="1208697" y="746912"/>
                  </a:lnTo>
                  <a:lnTo>
                    <a:pt x="1205979" y="818591"/>
                  </a:lnTo>
                  <a:lnTo>
                    <a:pt x="1203756" y="880579"/>
                  </a:lnTo>
                  <a:lnTo>
                    <a:pt x="1202169" y="935685"/>
                  </a:lnTo>
                  <a:lnTo>
                    <a:pt x="1202118" y="937717"/>
                  </a:lnTo>
                  <a:lnTo>
                    <a:pt x="1201674" y="970699"/>
                  </a:lnTo>
                  <a:lnTo>
                    <a:pt x="1201559" y="1013688"/>
                  </a:lnTo>
                  <a:lnTo>
                    <a:pt x="1202359" y="1026756"/>
                  </a:lnTo>
                  <a:lnTo>
                    <a:pt x="1212113" y="1070711"/>
                  </a:lnTo>
                  <a:lnTo>
                    <a:pt x="1236357" y="1101229"/>
                  </a:lnTo>
                  <a:lnTo>
                    <a:pt x="1278661" y="1118108"/>
                  </a:lnTo>
                  <a:lnTo>
                    <a:pt x="1308658" y="1120851"/>
                  </a:lnTo>
                  <a:lnTo>
                    <a:pt x="1326159" y="1120698"/>
                  </a:lnTo>
                  <a:lnTo>
                    <a:pt x="1378966" y="1118806"/>
                  </a:lnTo>
                  <a:lnTo>
                    <a:pt x="1394269" y="1087653"/>
                  </a:lnTo>
                  <a:lnTo>
                    <a:pt x="1395120" y="1070711"/>
                  </a:lnTo>
                  <a:lnTo>
                    <a:pt x="1397241" y="1026896"/>
                  </a:lnTo>
                  <a:lnTo>
                    <a:pt x="1399768" y="937717"/>
                  </a:lnTo>
                  <a:lnTo>
                    <a:pt x="1399819" y="935685"/>
                  </a:lnTo>
                  <a:lnTo>
                    <a:pt x="1400390" y="919403"/>
                  </a:lnTo>
                  <a:lnTo>
                    <a:pt x="1400898" y="911021"/>
                  </a:lnTo>
                  <a:lnTo>
                    <a:pt x="1401292" y="903528"/>
                  </a:lnTo>
                  <a:lnTo>
                    <a:pt x="1401572" y="896912"/>
                  </a:lnTo>
                  <a:lnTo>
                    <a:pt x="1401737" y="891184"/>
                  </a:lnTo>
                  <a:lnTo>
                    <a:pt x="1401889" y="884135"/>
                  </a:lnTo>
                  <a:lnTo>
                    <a:pt x="1402194" y="876096"/>
                  </a:lnTo>
                  <a:lnTo>
                    <a:pt x="1402816" y="864158"/>
                  </a:lnTo>
                  <a:lnTo>
                    <a:pt x="1403540" y="851814"/>
                  </a:lnTo>
                  <a:lnTo>
                    <a:pt x="1404188" y="841844"/>
                  </a:lnTo>
                  <a:lnTo>
                    <a:pt x="1404924" y="831215"/>
                  </a:lnTo>
                  <a:lnTo>
                    <a:pt x="1405712" y="819150"/>
                  </a:lnTo>
                  <a:lnTo>
                    <a:pt x="1406613" y="803871"/>
                  </a:lnTo>
                  <a:lnTo>
                    <a:pt x="1407541" y="786447"/>
                  </a:lnTo>
                  <a:lnTo>
                    <a:pt x="1408531" y="766533"/>
                  </a:lnTo>
                  <a:lnTo>
                    <a:pt x="1420368" y="789368"/>
                  </a:lnTo>
                  <a:lnTo>
                    <a:pt x="1449527" y="826465"/>
                  </a:lnTo>
                  <a:lnTo>
                    <a:pt x="1486687" y="851814"/>
                  </a:lnTo>
                  <a:lnTo>
                    <a:pt x="1536242" y="863536"/>
                  </a:lnTo>
                  <a:lnTo>
                    <a:pt x="1565935" y="864158"/>
                  </a:lnTo>
                  <a:lnTo>
                    <a:pt x="1594916" y="861504"/>
                  </a:lnTo>
                  <a:lnTo>
                    <a:pt x="1649437" y="846632"/>
                  </a:lnTo>
                  <a:lnTo>
                    <a:pt x="1699069" y="819150"/>
                  </a:lnTo>
                  <a:lnTo>
                    <a:pt x="1742059" y="779754"/>
                  </a:lnTo>
                  <a:lnTo>
                    <a:pt x="1777898" y="728726"/>
                  </a:lnTo>
                  <a:lnTo>
                    <a:pt x="1805292" y="667016"/>
                  </a:lnTo>
                  <a:lnTo>
                    <a:pt x="1823720" y="594880"/>
                  </a:lnTo>
                  <a:lnTo>
                    <a:pt x="1828952" y="555155"/>
                  </a:lnTo>
                  <a:lnTo>
                    <a:pt x="1831441" y="513041"/>
                  </a:lnTo>
                  <a:close/>
                </a:path>
                <a:path w="2438400" h="1121409">
                  <a:moveTo>
                    <a:pt x="2437904" y="357022"/>
                  </a:moveTo>
                  <a:lnTo>
                    <a:pt x="2437155" y="347091"/>
                  </a:lnTo>
                  <a:lnTo>
                    <a:pt x="2437053" y="345744"/>
                  </a:lnTo>
                  <a:lnTo>
                    <a:pt x="2436558" y="339013"/>
                  </a:lnTo>
                  <a:lnTo>
                    <a:pt x="2423769" y="288836"/>
                  </a:lnTo>
                  <a:lnTo>
                    <a:pt x="2396579" y="246126"/>
                  </a:lnTo>
                  <a:lnTo>
                    <a:pt x="2353145" y="213220"/>
                  </a:lnTo>
                  <a:lnTo>
                    <a:pt x="2314156" y="197815"/>
                  </a:lnTo>
                  <a:lnTo>
                    <a:pt x="2266492" y="188760"/>
                  </a:lnTo>
                  <a:lnTo>
                    <a:pt x="2240826" y="187121"/>
                  </a:lnTo>
                  <a:lnTo>
                    <a:pt x="2237079" y="187121"/>
                  </a:lnTo>
                  <a:lnTo>
                    <a:pt x="2237079" y="405206"/>
                  </a:lnTo>
                  <a:lnTo>
                    <a:pt x="2234933" y="425932"/>
                  </a:lnTo>
                  <a:lnTo>
                    <a:pt x="2213292" y="460400"/>
                  </a:lnTo>
                  <a:lnTo>
                    <a:pt x="2169668" y="485394"/>
                  </a:lnTo>
                  <a:lnTo>
                    <a:pt x="2110663" y="499821"/>
                  </a:lnTo>
                  <a:lnTo>
                    <a:pt x="2075827" y="502983"/>
                  </a:lnTo>
                  <a:lnTo>
                    <a:pt x="2077351" y="490359"/>
                  </a:lnTo>
                  <a:lnTo>
                    <a:pt x="2084120" y="450608"/>
                  </a:lnTo>
                  <a:lnTo>
                    <a:pt x="2095919" y="412038"/>
                  </a:lnTo>
                  <a:lnTo>
                    <a:pt x="2122322" y="370192"/>
                  </a:lnTo>
                  <a:lnTo>
                    <a:pt x="2162213" y="347091"/>
                  </a:lnTo>
                  <a:lnTo>
                    <a:pt x="2174710" y="345744"/>
                  </a:lnTo>
                  <a:lnTo>
                    <a:pt x="2189111" y="346443"/>
                  </a:lnTo>
                  <a:lnTo>
                    <a:pt x="2227656" y="372681"/>
                  </a:lnTo>
                  <a:lnTo>
                    <a:pt x="2237079" y="405206"/>
                  </a:lnTo>
                  <a:lnTo>
                    <a:pt x="2237079" y="187121"/>
                  </a:lnTo>
                  <a:lnTo>
                    <a:pt x="2209622" y="187121"/>
                  </a:lnTo>
                  <a:lnTo>
                    <a:pt x="2172551" y="189699"/>
                  </a:lnTo>
                  <a:lnTo>
                    <a:pt x="2106688" y="202577"/>
                  </a:lnTo>
                  <a:lnTo>
                    <a:pt x="2051519" y="225221"/>
                  </a:lnTo>
                  <a:lnTo>
                    <a:pt x="2005152" y="254609"/>
                  </a:lnTo>
                  <a:lnTo>
                    <a:pt x="1967166" y="289953"/>
                  </a:lnTo>
                  <a:lnTo>
                    <a:pt x="1936838" y="329742"/>
                  </a:lnTo>
                  <a:lnTo>
                    <a:pt x="1913775" y="373214"/>
                  </a:lnTo>
                  <a:lnTo>
                    <a:pt x="1896300" y="417322"/>
                  </a:lnTo>
                  <a:lnTo>
                    <a:pt x="1884057" y="461340"/>
                  </a:lnTo>
                  <a:lnTo>
                    <a:pt x="1876336" y="504228"/>
                  </a:lnTo>
                  <a:lnTo>
                    <a:pt x="1872716" y="545198"/>
                  </a:lnTo>
                  <a:lnTo>
                    <a:pt x="1871865" y="563714"/>
                  </a:lnTo>
                  <a:lnTo>
                    <a:pt x="1871878" y="597700"/>
                  </a:lnTo>
                  <a:lnTo>
                    <a:pt x="1874583" y="633196"/>
                  </a:lnTo>
                  <a:lnTo>
                    <a:pt x="1874697" y="634733"/>
                  </a:lnTo>
                  <a:lnTo>
                    <a:pt x="1889950" y="701103"/>
                  </a:lnTo>
                  <a:lnTo>
                    <a:pt x="1917065" y="753821"/>
                  </a:lnTo>
                  <a:lnTo>
                    <a:pt x="1951901" y="795274"/>
                  </a:lnTo>
                  <a:lnTo>
                    <a:pt x="1993531" y="825995"/>
                  </a:lnTo>
                  <a:lnTo>
                    <a:pt x="2040407" y="846899"/>
                  </a:lnTo>
                  <a:lnTo>
                    <a:pt x="2091664" y="858570"/>
                  </a:lnTo>
                  <a:lnTo>
                    <a:pt x="2143620" y="863333"/>
                  </a:lnTo>
                  <a:lnTo>
                    <a:pt x="2168614" y="863333"/>
                  </a:lnTo>
                  <a:lnTo>
                    <a:pt x="2209177" y="860171"/>
                  </a:lnTo>
                  <a:lnTo>
                    <a:pt x="2249792" y="853465"/>
                  </a:lnTo>
                  <a:lnTo>
                    <a:pt x="2288959" y="842975"/>
                  </a:lnTo>
                  <a:lnTo>
                    <a:pt x="2339937" y="819658"/>
                  </a:lnTo>
                  <a:lnTo>
                    <a:pt x="2377783" y="786409"/>
                  </a:lnTo>
                  <a:lnTo>
                    <a:pt x="2396299" y="743178"/>
                  </a:lnTo>
                  <a:lnTo>
                    <a:pt x="2397074" y="726567"/>
                  </a:lnTo>
                  <a:lnTo>
                    <a:pt x="2395893" y="712838"/>
                  </a:lnTo>
                  <a:lnTo>
                    <a:pt x="2394597" y="705904"/>
                  </a:lnTo>
                  <a:lnTo>
                    <a:pt x="2393315" y="698957"/>
                  </a:lnTo>
                  <a:lnTo>
                    <a:pt x="2370505" y="661416"/>
                  </a:lnTo>
                  <a:lnTo>
                    <a:pt x="2332558" y="640905"/>
                  </a:lnTo>
                  <a:lnTo>
                    <a:pt x="2308212" y="636879"/>
                  </a:lnTo>
                  <a:lnTo>
                    <a:pt x="2295601" y="637311"/>
                  </a:lnTo>
                  <a:lnTo>
                    <a:pt x="2288794" y="640905"/>
                  </a:lnTo>
                  <a:lnTo>
                    <a:pt x="2283917" y="647750"/>
                  </a:lnTo>
                  <a:lnTo>
                    <a:pt x="2280056" y="653072"/>
                  </a:lnTo>
                  <a:lnTo>
                    <a:pt x="2254466" y="683069"/>
                  </a:lnTo>
                  <a:lnTo>
                    <a:pt x="2219020" y="702475"/>
                  </a:lnTo>
                  <a:lnTo>
                    <a:pt x="2191766" y="705904"/>
                  </a:lnTo>
                  <a:lnTo>
                    <a:pt x="2176957" y="705739"/>
                  </a:lnTo>
                  <a:lnTo>
                    <a:pt x="2139365" y="697014"/>
                  </a:lnTo>
                  <a:lnTo>
                    <a:pt x="2104161" y="670966"/>
                  </a:lnTo>
                  <a:lnTo>
                    <a:pt x="2083358" y="633196"/>
                  </a:lnTo>
                  <a:lnTo>
                    <a:pt x="2075459" y="597700"/>
                  </a:lnTo>
                  <a:lnTo>
                    <a:pt x="2085898" y="597242"/>
                  </a:lnTo>
                  <a:lnTo>
                    <a:pt x="2098344" y="596493"/>
                  </a:lnTo>
                  <a:lnTo>
                    <a:pt x="2146998" y="592264"/>
                  </a:lnTo>
                  <a:lnTo>
                    <a:pt x="2184971" y="586257"/>
                  </a:lnTo>
                  <a:lnTo>
                    <a:pt x="2225776" y="577138"/>
                  </a:lnTo>
                  <a:lnTo>
                    <a:pt x="2267394" y="564794"/>
                  </a:lnTo>
                  <a:lnTo>
                    <a:pt x="2308923" y="548894"/>
                  </a:lnTo>
                  <a:lnTo>
                    <a:pt x="2346985" y="527786"/>
                  </a:lnTo>
                  <a:lnTo>
                    <a:pt x="2378532" y="502983"/>
                  </a:lnTo>
                  <a:lnTo>
                    <a:pt x="2407983" y="468541"/>
                  </a:lnTo>
                  <a:lnTo>
                    <a:pt x="2428024" y="429717"/>
                  </a:lnTo>
                  <a:lnTo>
                    <a:pt x="2437409" y="383235"/>
                  </a:lnTo>
                  <a:lnTo>
                    <a:pt x="2437790" y="363131"/>
                  </a:lnTo>
                  <a:lnTo>
                    <a:pt x="2437904" y="357022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22">
            <a:extLst>
              <a:ext uri="{FF2B5EF4-FFF2-40B4-BE49-F238E27FC236}">
                <a16:creationId xmlns:a16="http://schemas.microsoft.com/office/drawing/2014/main" id="{FCC3E0D8-C7C2-D389-24FF-DB74EB187BD2}"/>
              </a:ext>
            </a:extLst>
          </p:cNvPr>
          <p:cNvSpPr/>
          <p:nvPr/>
        </p:nvSpPr>
        <p:spPr>
          <a:xfrm>
            <a:off x="1419841" y="5211383"/>
            <a:ext cx="487680" cy="382270"/>
          </a:xfrm>
          <a:custGeom>
            <a:avLst/>
            <a:gdLst/>
            <a:ahLst/>
            <a:cxnLst/>
            <a:rect l="l" t="t" r="r" b="b"/>
            <a:pathLst>
              <a:path w="487680" h="382270">
                <a:moveTo>
                  <a:pt x="298106" y="104"/>
                </a:moveTo>
                <a:lnTo>
                  <a:pt x="84301" y="0"/>
                </a:lnTo>
                <a:lnTo>
                  <a:pt x="24844" y="24665"/>
                </a:lnTo>
                <a:lnTo>
                  <a:pt x="115" y="84081"/>
                </a:lnTo>
                <a:lnTo>
                  <a:pt x="0" y="297771"/>
                </a:lnTo>
                <a:lnTo>
                  <a:pt x="6619" y="330457"/>
                </a:lnTo>
                <a:lnTo>
                  <a:pt x="24677" y="357212"/>
                </a:lnTo>
                <a:lnTo>
                  <a:pt x="51424" y="375289"/>
                </a:lnTo>
                <a:lnTo>
                  <a:pt x="84112" y="381936"/>
                </a:lnTo>
                <a:lnTo>
                  <a:pt x="297917" y="382040"/>
                </a:lnTo>
                <a:lnTo>
                  <a:pt x="330625" y="375424"/>
                </a:lnTo>
                <a:lnTo>
                  <a:pt x="357397" y="357375"/>
                </a:lnTo>
                <a:lnTo>
                  <a:pt x="375484" y="330638"/>
                </a:lnTo>
                <a:lnTo>
                  <a:pt x="382134" y="297959"/>
                </a:lnTo>
                <a:lnTo>
                  <a:pt x="382239" y="79421"/>
                </a:lnTo>
                <a:lnTo>
                  <a:pt x="381820" y="74667"/>
                </a:lnTo>
                <a:lnTo>
                  <a:pt x="381056" y="70029"/>
                </a:lnTo>
                <a:lnTo>
                  <a:pt x="410997" y="48253"/>
                </a:lnTo>
                <a:lnTo>
                  <a:pt x="439122" y="32911"/>
                </a:lnTo>
                <a:lnTo>
                  <a:pt x="464719" y="24976"/>
                </a:lnTo>
                <a:lnTo>
                  <a:pt x="487074" y="25423"/>
                </a:lnTo>
                <a:lnTo>
                  <a:pt x="449778" y="19270"/>
                </a:lnTo>
                <a:lnTo>
                  <a:pt x="411650" y="29010"/>
                </a:lnTo>
                <a:lnTo>
                  <a:pt x="373595" y="51445"/>
                </a:lnTo>
                <a:lnTo>
                  <a:pt x="336517" y="83376"/>
                </a:lnTo>
                <a:lnTo>
                  <a:pt x="301323" y="121604"/>
                </a:lnTo>
                <a:lnTo>
                  <a:pt x="268917" y="162932"/>
                </a:lnTo>
                <a:lnTo>
                  <a:pt x="240206" y="204159"/>
                </a:lnTo>
                <a:lnTo>
                  <a:pt x="216095" y="242089"/>
                </a:lnTo>
                <a:lnTo>
                  <a:pt x="185292" y="295258"/>
                </a:lnTo>
                <a:lnTo>
                  <a:pt x="78960" y="136760"/>
                </a:lnTo>
                <a:lnTo>
                  <a:pt x="178277" y="195041"/>
                </a:lnTo>
                <a:lnTo>
                  <a:pt x="214707" y="151215"/>
                </a:lnTo>
                <a:lnTo>
                  <a:pt x="251649" y="112097"/>
                </a:lnTo>
                <a:lnTo>
                  <a:pt x="288442" y="78012"/>
                </a:lnTo>
                <a:lnTo>
                  <a:pt x="324426" y="49288"/>
                </a:lnTo>
                <a:lnTo>
                  <a:pt x="358941" y="26250"/>
                </a:lnTo>
                <a:lnTo>
                  <a:pt x="346311" y="15391"/>
                </a:lnTo>
                <a:lnTo>
                  <a:pt x="331712" y="7162"/>
                </a:lnTo>
                <a:lnTo>
                  <a:pt x="315518" y="1940"/>
                </a:lnTo>
                <a:lnTo>
                  <a:pt x="298106" y="104"/>
                </a:lnTo>
                <a:close/>
              </a:path>
            </a:pathLst>
          </a:custGeom>
          <a:solidFill>
            <a:srgbClr val="592C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27">
            <a:extLst>
              <a:ext uri="{FF2B5EF4-FFF2-40B4-BE49-F238E27FC236}">
                <a16:creationId xmlns:a16="http://schemas.microsoft.com/office/drawing/2014/main" id="{3327C048-7C33-4F01-966D-F107ECF7CFB3}"/>
              </a:ext>
            </a:extLst>
          </p:cNvPr>
          <p:cNvSpPr/>
          <p:nvPr/>
        </p:nvSpPr>
        <p:spPr>
          <a:xfrm>
            <a:off x="885826" y="6415536"/>
            <a:ext cx="487680" cy="382270"/>
          </a:xfrm>
          <a:custGeom>
            <a:avLst/>
            <a:gdLst/>
            <a:ahLst/>
            <a:cxnLst/>
            <a:rect l="l" t="t" r="r" b="b"/>
            <a:pathLst>
              <a:path w="487680" h="382270">
                <a:moveTo>
                  <a:pt x="298106" y="104"/>
                </a:moveTo>
                <a:lnTo>
                  <a:pt x="84301" y="0"/>
                </a:lnTo>
                <a:lnTo>
                  <a:pt x="24844" y="24665"/>
                </a:lnTo>
                <a:lnTo>
                  <a:pt x="115" y="84081"/>
                </a:lnTo>
                <a:lnTo>
                  <a:pt x="0" y="297771"/>
                </a:lnTo>
                <a:lnTo>
                  <a:pt x="6619" y="330457"/>
                </a:lnTo>
                <a:lnTo>
                  <a:pt x="24677" y="357212"/>
                </a:lnTo>
                <a:lnTo>
                  <a:pt x="51424" y="375289"/>
                </a:lnTo>
                <a:lnTo>
                  <a:pt x="84112" y="381936"/>
                </a:lnTo>
                <a:lnTo>
                  <a:pt x="297917" y="382040"/>
                </a:lnTo>
                <a:lnTo>
                  <a:pt x="330625" y="375424"/>
                </a:lnTo>
                <a:lnTo>
                  <a:pt x="357397" y="357375"/>
                </a:lnTo>
                <a:lnTo>
                  <a:pt x="375484" y="330638"/>
                </a:lnTo>
                <a:lnTo>
                  <a:pt x="382134" y="297959"/>
                </a:lnTo>
                <a:lnTo>
                  <a:pt x="382239" y="79421"/>
                </a:lnTo>
                <a:lnTo>
                  <a:pt x="381820" y="74667"/>
                </a:lnTo>
                <a:lnTo>
                  <a:pt x="381056" y="70029"/>
                </a:lnTo>
                <a:lnTo>
                  <a:pt x="410997" y="48253"/>
                </a:lnTo>
                <a:lnTo>
                  <a:pt x="439122" y="32911"/>
                </a:lnTo>
                <a:lnTo>
                  <a:pt x="464719" y="24976"/>
                </a:lnTo>
                <a:lnTo>
                  <a:pt x="487074" y="25423"/>
                </a:lnTo>
                <a:lnTo>
                  <a:pt x="449778" y="19270"/>
                </a:lnTo>
                <a:lnTo>
                  <a:pt x="411650" y="29010"/>
                </a:lnTo>
                <a:lnTo>
                  <a:pt x="373595" y="51445"/>
                </a:lnTo>
                <a:lnTo>
                  <a:pt x="336517" y="83376"/>
                </a:lnTo>
                <a:lnTo>
                  <a:pt x="301323" y="121604"/>
                </a:lnTo>
                <a:lnTo>
                  <a:pt x="268917" y="162932"/>
                </a:lnTo>
                <a:lnTo>
                  <a:pt x="240206" y="204159"/>
                </a:lnTo>
                <a:lnTo>
                  <a:pt x="216095" y="242089"/>
                </a:lnTo>
                <a:lnTo>
                  <a:pt x="185292" y="295258"/>
                </a:lnTo>
                <a:lnTo>
                  <a:pt x="78960" y="136760"/>
                </a:lnTo>
                <a:lnTo>
                  <a:pt x="178277" y="195041"/>
                </a:lnTo>
                <a:lnTo>
                  <a:pt x="214707" y="151215"/>
                </a:lnTo>
                <a:lnTo>
                  <a:pt x="251649" y="112097"/>
                </a:lnTo>
                <a:lnTo>
                  <a:pt x="288442" y="78012"/>
                </a:lnTo>
                <a:lnTo>
                  <a:pt x="324426" y="49288"/>
                </a:lnTo>
                <a:lnTo>
                  <a:pt x="358941" y="26250"/>
                </a:lnTo>
                <a:lnTo>
                  <a:pt x="346311" y="15390"/>
                </a:lnTo>
                <a:lnTo>
                  <a:pt x="331712" y="7158"/>
                </a:lnTo>
                <a:lnTo>
                  <a:pt x="315518" y="1935"/>
                </a:lnTo>
                <a:lnTo>
                  <a:pt x="298106" y="104"/>
                </a:lnTo>
                <a:close/>
              </a:path>
            </a:pathLst>
          </a:custGeom>
          <a:solidFill>
            <a:srgbClr val="592C8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3" name="object 28">
            <a:extLst>
              <a:ext uri="{FF2B5EF4-FFF2-40B4-BE49-F238E27FC236}">
                <a16:creationId xmlns:a16="http://schemas.microsoft.com/office/drawing/2014/main" id="{0096D154-8586-E3B4-1275-42D2289B1923}"/>
              </a:ext>
            </a:extLst>
          </p:cNvPr>
          <p:cNvGrpSpPr/>
          <p:nvPr/>
        </p:nvGrpSpPr>
        <p:grpSpPr>
          <a:xfrm>
            <a:off x="1466190" y="6426872"/>
            <a:ext cx="2588895" cy="913765"/>
            <a:chOff x="1466190" y="6426872"/>
            <a:chExt cx="2588895" cy="913765"/>
          </a:xfrm>
        </p:grpSpPr>
        <p:pic>
          <p:nvPicPr>
            <p:cNvPr id="84" name="object 29">
              <a:extLst>
                <a:ext uri="{FF2B5EF4-FFF2-40B4-BE49-F238E27FC236}">
                  <a16:creationId xmlns:a16="http://schemas.microsoft.com/office/drawing/2014/main" id="{FC21F342-85D3-D9FA-773B-6441A81793C6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69477" y="6431002"/>
              <a:ext cx="749390" cy="348001"/>
            </a:xfrm>
            <a:prstGeom prst="rect">
              <a:avLst/>
            </a:prstGeom>
          </p:spPr>
        </p:pic>
        <p:pic>
          <p:nvPicPr>
            <p:cNvPr id="85" name="object 30">
              <a:extLst>
                <a:ext uri="{FF2B5EF4-FFF2-40B4-BE49-F238E27FC236}">
                  <a16:creationId xmlns:a16="http://schemas.microsoft.com/office/drawing/2014/main" id="{1C689FA8-8167-9B1A-DB21-C629DADA26A8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55412" y="6426872"/>
              <a:ext cx="966848" cy="426562"/>
            </a:xfrm>
            <a:prstGeom prst="rect">
              <a:avLst/>
            </a:prstGeom>
          </p:spPr>
        </p:pic>
        <p:pic>
          <p:nvPicPr>
            <p:cNvPr id="86" name="object 31">
              <a:extLst>
                <a:ext uri="{FF2B5EF4-FFF2-40B4-BE49-F238E27FC236}">
                  <a16:creationId xmlns:a16="http://schemas.microsoft.com/office/drawing/2014/main" id="{1088B336-4C57-7C1E-1787-A9EBCB8272BD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66190" y="6896357"/>
              <a:ext cx="2588788" cy="443675"/>
            </a:xfrm>
            <a:prstGeom prst="rect">
              <a:avLst/>
            </a:prstGeom>
          </p:spPr>
        </p:pic>
      </p:grpSp>
      <p:grpSp>
        <p:nvGrpSpPr>
          <p:cNvPr id="87" name="object 32">
            <a:extLst>
              <a:ext uri="{FF2B5EF4-FFF2-40B4-BE49-F238E27FC236}">
                <a16:creationId xmlns:a16="http://schemas.microsoft.com/office/drawing/2014/main" id="{94B55D03-F10F-0E50-4864-4BFF63F6193F}"/>
              </a:ext>
            </a:extLst>
          </p:cNvPr>
          <p:cNvGrpSpPr/>
          <p:nvPr/>
        </p:nvGrpSpPr>
        <p:grpSpPr>
          <a:xfrm>
            <a:off x="457188" y="0"/>
            <a:ext cx="9248775" cy="4392295"/>
            <a:chOff x="457188" y="0"/>
            <a:chExt cx="9248775" cy="4392295"/>
          </a:xfrm>
        </p:grpSpPr>
        <p:sp>
          <p:nvSpPr>
            <p:cNvPr id="88" name="object 33">
              <a:extLst>
                <a:ext uri="{FF2B5EF4-FFF2-40B4-BE49-F238E27FC236}">
                  <a16:creationId xmlns:a16="http://schemas.microsoft.com/office/drawing/2014/main" id="{90250B0D-B922-1830-FFF0-D7D7B50A6E3C}"/>
                </a:ext>
              </a:extLst>
            </p:cNvPr>
            <p:cNvSpPr/>
            <p:nvPr/>
          </p:nvSpPr>
          <p:spPr>
            <a:xfrm>
              <a:off x="2228874" y="0"/>
              <a:ext cx="5518785" cy="2331085"/>
            </a:xfrm>
            <a:custGeom>
              <a:avLst/>
              <a:gdLst/>
              <a:ahLst/>
              <a:cxnLst/>
              <a:rect l="l" t="t" r="r" b="b"/>
              <a:pathLst>
                <a:path w="5518784" h="2331085">
                  <a:moveTo>
                    <a:pt x="5518240" y="0"/>
                  </a:moveTo>
                  <a:lnTo>
                    <a:pt x="1408710" y="0"/>
                  </a:lnTo>
                  <a:lnTo>
                    <a:pt x="0" y="2331064"/>
                  </a:lnTo>
                  <a:lnTo>
                    <a:pt x="4109529" y="2331064"/>
                  </a:lnTo>
                  <a:lnTo>
                    <a:pt x="5518240" y="0"/>
                  </a:lnTo>
                  <a:close/>
                </a:path>
              </a:pathLst>
            </a:custGeom>
            <a:solidFill>
              <a:srgbClr val="F5B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34">
              <a:extLst>
                <a:ext uri="{FF2B5EF4-FFF2-40B4-BE49-F238E27FC236}">
                  <a16:creationId xmlns:a16="http://schemas.microsoft.com/office/drawing/2014/main" id="{70201047-8437-E96C-8694-2F971807EDE3}"/>
                </a:ext>
              </a:extLst>
            </p:cNvPr>
            <p:cNvSpPr/>
            <p:nvPr/>
          </p:nvSpPr>
          <p:spPr>
            <a:xfrm>
              <a:off x="1829924" y="1444409"/>
              <a:ext cx="6812915" cy="2371725"/>
            </a:xfrm>
            <a:custGeom>
              <a:avLst/>
              <a:gdLst/>
              <a:ahLst/>
              <a:cxnLst/>
              <a:rect l="l" t="t" r="r" b="b"/>
              <a:pathLst>
                <a:path w="6812915" h="2371725">
                  <a:moveTo>
                    <a:pt x="6812839" y="0"/>
                  </a:moveTo>
                  <a:lnTo>
                    <a:pt x="137912" y="678743"/>
                  </a:lnTo>
                  <a:lnTo>
                    <a:pt x="0" y="2371540"/>
                  </a:lnTo>
                  <a:lnTo>
                    <a:pt x="5866585" y="1810918"/>
                  </a:lnTo>
                  <a:lnTo>
                    <a:pt x="5761405" y="777934"/>
                  </a:lnTo>
                  <a:lnTo>
                    <a:pt x="6812839" y="0"/>
                  </a:lnTo>
                  <a:close/>
                </a:path>
              </a:pathLst>
            </a:custGeom>
            <a:solidFill>
              <a:srgbClr val="592C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35">
              <a:extLst>
                <a:ext uri="{FF2B5EF4-FFF2-40B4-BE49-F238E27FC236}">
                  <a16:creationId xmlns:a16="http://schemas.microsoft.com/office/drawing/2014/main" id="{FDF22A25-5C67-F096-08AF-82367C940C30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7188" y="683937"/>
              <a:ext cx="9248661" cy="3707952"/>
            </a:xfrm>
            <a:prstGeom prst="rect">
              <a:avLst/>
            </a:prstGeom>
          </p:spPr>
        </p:pic>
        <p:sp>
          <p:nvSpPr>
            <p:cNvPr id="91" name="object 36">
              <a:extLst>
                <a:ext uri="{FF2B5EF4-FFF2-40B4-BE49-F238E27FC236}">
                  <a16:creationId xmlns:a16="http://schemas.microsoft.com/office/drawing/2014/main" id="{52C90D39-5ED6-9423-2024-CBC6230A7C93}"/>
                </a:ext>
              </a:extLst>
            </p:cNvPr>
            <p:cNvSpPr/>
            <p:nvPr/>
          </p:nvSpPr>
          <p:spPr>
            <a:xfrm>
              <a:off x="910158" y="3537089"/>
              <a:ext cx="529590" cy="142875"/>
            </a:xfrm>
            <a:custGeom>
              <a:avLst/>
              <a:gdLst/>
              <a:ahLst/>
              <a:cxnLst/>
              <a:rect l="l" t="t" r="r" b="b"/>
              <a:pathLst>
                <a:path w="529590" h="142875">
                  <a:moveTo>
                    <a:pt x="131701" y="0"/>
                  </a:moveTo>
                  <a:lnTo>
                    <a:pt x="90394" y="515"/>
                  </a:lnTo>
                  <a:lnTo>
                    <a:pt x="49094" y="6845"/>
                  </a:lnTo>
                  <a:lnTo>
                    <a:pt x="11901" y="25274"/>
                  </a:lnTo>
                  <a:lnTo>
                    <a:pt x="0" y="48217"/>
                  </a:lnTo>
                  <a:lnTo>
                    <a:pt x="3171" y="60152"/>
                  </a:lnTo>
                  <a:lnTo>
                    <a:pt x="33471" y="84983"/>
                  </a:lnTo>
                  <a:lnTo>
                    <a:pt x="103117" y="109348"/>
                  </a:lnTo>
                  <a:lnTo>
                    <a:pt x="150511" y="119451"/>
                  </a:lnTo>
                  <a:lnTo>
                    <a:pt x="198487" y="126574"/>
                  </a:lnTo>
                  <a:lnTo>
                    <a:pt x="246899" y="131553"/>
                  </a:lnTo>
                  <a:lnTo>
                    <a:pt x="300773" y="136078"/>
                  </a:lnTo>
                  <a:lnTo>
                    <a:pt x="354653" y="139879"/>
                  </a:lnTo>
                  <a:lnTo>
                    <a:pt x="408563" y="142225"/>
                  </a:lnTo>
                  <a:lnTo>
                    <a:pt x="462526" y="142384"/>
                  </a:lnTo>
                  <a:lnTo>
                    <a:pt x="517697" y="139532"/>
                  </a:lnTo>
                  <a:lnTo>
                    <a:pt x="519927" y="138862"/>
                  </a:lnTo>
                  <a:lnTo>
                    <a:pt x="525860" y="134823"/>
                  </a:lnTo>
                  <a:lnTo>
                    <a:pt x="529152" y="128670"/>
                  </a:lnTo>
                  <a:lnTo>
                    <a:pt x="529437" y="121685"/>
                  </a:lnTo>
                  <a:lnTo>
                    <a:pt x="526346" y="115156"/>
                  </a:lnTo>
                  <a:lnTo>
                    <a:pt x="452034" y="83530"/>
                  </a:lnTo>
                  <a:lnTo>
                    <a:pt x="391778" y="61875"/>
                  </a:lnTo>
                  <a:lnTo>
                    <a:pt x="326394" y="40076"/>
                  </a:lnTo>
                  <a:lnTo>
                    <a:pt x="264340" y="21608"/>
                  </a:lnTo>
                  <a:lnTo>
                    <a:pt x="214073" y="9944"/>
                  </a:lnTo>
                  <a:lnTo>
                    <a:pt x="172949" y="3682"/>
                  </a:lnTo>
                  <a:lnTo>
                    <a:pt x="131701" y="0"/>
                  </a:lnTo>
                  <a:close/>
                </a:path>
              </a:pathLst>
            </a:custGeom>
            <a:solidFill>
              <a:srgbClr val="592C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2" name="object 37">
            <a:extLst>
              <a:ext uri="{FF2B5EF4-FFF2-40B4-BE49-F238E27FC236}">
                <a16:creationId xmlns:a16="http://schemas.microsoft.com/office/drawing/2014/main" id="{1F11241A-B5CF-D85B-7F23-A357C791D908}"/>
              </a:ext>
            </a:extLst>
          </p:cNvPr>
          <p:cNvGrpSpPr/>
          <p:nvPr/>
        </p:nvGrpSpPr>
        <p:grpSpPr>
          <a:xfrm>
            <a:off x="12455587" y="3578899"/>
            <a:ext cx="7093584" cy="746125"/>
            <a:chOff x="12455587" y="3578899"/>
            <a:chExt cx="7093584" cy="746125"/>
          </a:xfrm>
        </p:grpSpPr>
        <p:sp>
          <p:nvSpPr>
            <p:cNvPr id="93" name="object 38">
              <a:extLst>
                <a:ext uri="{FF2B5EF4-FFF2-40B4-BE49-F238E27FC236}">
                  <a16:creationId xmlns:a16="http://schemas.microsoft.com/office/drawing/2014/main" id="{6C44865B-8C80-8682-06D0-2397732CF2CF}"/>
                </a:ext>
              </a:extLst>
            </p:cNvPr>
            <p:cNvSpPr/>
            <p:nvPr/>
          </p:nvSpPr>
          <p:spPr>
            <a:xfrm>
              <a:off x="12455587" y="3578899"/>
              <a:ext cx="7093584" cy="746125"/>
            </a:xfrm>
            <a:custGeom>
              <a:avLst/>
              <a:gdLst/>
              <a:ahLst/>
              <a:cxnLst/>
              <a:rect l="l" t="t" r="r" b="b"/>
              <a:pathLst>
                <a:path w="7093584" h="746125">
                  <a:moveTo>
                    <a:pt x="7009985" y="0"/>
                  </a:moveTo>
                  <a:lnTo>
                    <a:pt x="83568" y="0"/>
                  </a:lnTo>
                  <a:lnTo>
                    <a:pt x="51118" y="6593"/>
                  </a:lnTo>
                  <a:lnTo>
                    <a:pt x="24546" y="24546"/>
                  </a:lnTo>
                  <a:lnTo>
                    <a:pt x="6593" y="51118"/>
                  </a:lnTo>
                  <a:lnTo>
                    <a:pt x="0" y="83568"/>
                  </a:lnTo>
                  <a:lnTo>
                    <a:pt x="0" y="662492"/>
                  </a:lnTo>
                  <a:lnTo>
                    <a:pt x="6593" y="694938"/>
                  </a:lnTo>
                  <a:lnTo>
                    <a:pt x="24546" y="721510"/>
                  </a:lnTo>
                  <a:lnTo>
                    <a:pt x="51118" y="739466"/>
                  </a:lnTo>
                  <a:lnTo>
                    <a:pt x="83568" y="746061"/>
                  </a:lnTo>
                  <a:lnTo>
                    <a:pt x="7009985" y="746061"/>
                  </a:lnTo>
                  <a:lnTo>
                    <a:pt x="7042435" y="739466"/>
                  </a:lnTo>
                  <a:lnTo>
                    <a:pt x="7069007" y="721510"/>
                  </a:lnTo>
                  <a:lnTo>
                    <a:pt x="7086960" y="694938"/>
                  </a:lnTo>
                  <a:lnTo>
                    <a:pt x="7093553" y="662492"/>
                  </a:lnTo>
                  <a:lnTo>
                    <a:pt x="7093553" y="83568"/>
                  </a:lnTo>
                  <a:lnTo>
                    <a:pt x="7086960" y="51118"/>
                  </a:lnTo>
                  <a:lnTo>
                    <a:pt x="7069007" y="24546"/>
                  </a:lnTo>
                  <a:lnTo>
                    <a:pt x="7042435" y="6593"/>
                  </a:lnTo>
                  <a:lnTo>
                    <a:pt x="7009985" y="0"/>
                  </a:lnTo>
                  <a:close/>
                </a:path>
              </a:pathLst>
            </a:custGeom>
            <a:solidFill>
              <a:srgbClr val="F5B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39">
              <a:extLst>
                <a:ext uri="{FF2B5EF4-FFF2-40B4-BE49-F238E27FC236}">
                  <a16:creationId xmlns:a16="http://schemas.microsoft.com/office/drawing/2014/main" id="{55A898DF-7F70-008E-D903-C6A67BC36C56}"/>
                </a:ext>
              </a:extLst>
            </p:cNvPr>
            <p:cNvSpPr/>
            <p:nvPr/>
          </p:nvSpPr>
          <p:spPr>
            <a:xfrm>
              <a:off x="13595600" y="3647165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1F2C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40">
              <a:extLst>
                <a:ext uri="{FF2B5EF4-FFF2-40B4-BE49-F238E27FC236}">
                  <a16:creationId xmlns:a16="http://schemas.microsoft.com/office/drawing/2014/main" id="{6707744D-1C3E-FB7F-39F2-EDFC60890922}"/>
                </a:ext>
              </a:extLst>
            </p:cNvPr>
            <p:cNvSpPr/>
            <p:nvPr/>
          </p:nvSpPr>
          <p:spPr>
            <a:xfrm>
              <a:off x="15397873" y="3647165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1F2C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41">
              <a:extLst>
                <a:ext uri="{FF2B5EF4-FFF2-40B4-BE49-F238E27FC236}">
                  <a16:creationId xmlns:a16="http://schemas.microsoft.com/office/drawing/2014/main" id="{2C67BEE3-2CC9-ED53-66D4-BEEFA372F1B1}"/>
                </a:ext>
              </a:extLst>
            </p:cNvPr>
            <p:cNvSpPr/>
            <p:nvPr/>
          </p:nvSpPr>
          <p:spPr>
            <a:xfrm>
              <a:off x="17450167" y="3647165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1F2C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42">
            <a:extLst>
              <a:ext uri="{FF2B5EF4-FFF2-40B4-BE49-F238E27FC236}">
                <a16:creationId xmlns:a16="http://schemas.microsoft.com/office/drawing/2014/main" id="{342D2F8C-9A09-4292-5735-B052144972CA}"/>
              </a:ext>
            </a:extLst>
          </p:cNvPr>
          <p:cNvSpPr/>
          <p:nvPr/>
        </p:nvSpPr>
        <p:spPr>
          <a:xfrm>
            <a:off x="12455577" y="4417216"/>
            <a:ext cx="7093584" cy="1434465"/>
          </a:xfrm>
          <a:custGeom>
            <a:avLst/>
            <a:gdLst/>
            <a:ahLst/>
            <a:cxnLst/>
            <a:rect l="l" t="t" r="r" b="b"/>
            <a:pathLst>
              <a:path w="7093584" h="1434464">
                <a:moveTo>
                  <a:pt x="6977703" y="1434008"/>
                </a:moveTo>
                <a:lnTo>
                  <a:pt x="115860" y="1434008"/>
                </a:lnTo>
                <a:lnTo>
                  <a:pt x="70877" y="1424866"/>
                </a:lnTo>
                <a:lnTo>
                  <a:pt x="34036" y="1399975"/>
                </a:lnTo>
                <a:lnTo>
                  <a:pt x="9143" y="1363135"/>
                </a:lnTo>
                <a:lnTo>
                  <a:pt x="0" y="1318148"/>
                </a:lnTo>
                <a:lnTo>
                  <a:pt x="0" y="115860"/>
                </a:lnTo>
                <a:lnTo>
                  <a:pt x="9143" y="70872"/>
                </a:lnTo>
                <a:lnTo>
                  <a:pt x="34036" y="34032"/>
                </a:lnTo>
                <a:lnTo>
                  <a:pt x="70877" y="9141"/>
                </a:lnTo>
                <a:lnTo>
                  <a:pt x="115860" y="0"/>
                </a:lnTo>
                <a:lnTo>
                  <a:pt x="6977703" y="0"/>
                </a:lnTo>
                <a:lnTo>
                  <a:pt x="7022691" y="9141"/>
                </a:lnTo>
                <a:lnTo>
                  <a:pt x="7059531" y="34032"/>
                </a:lnTo>
                <a:lnTo>
                  <a:pt x="7084422" y="70872"/>
                </a:lnTo>
                <a:lnTo>
                  <a:pt x="7093564" y="115860"/>
                </a:lnTo>
                <a:lnTo>
                  <a:pt x="7093564" y="1318148"/>
                </a:lnTo>
                <a:lnTo>
                  <a:pt x="7084422" y="1363135"/>
                </a:lnTo>
                <a:lnTo>
                  <a:pt x="7059531" y="1399975"/>
                </a:lnTo>
                <a:lnTo>
                  <a:pt x="7022691" y="1424866"/>
                </a:lnTo>
                <a:lnTo>
                  <a:pt x="6977703" y="1434008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43">
            <a:extLst>
              <a:ext uri="{FF2B5EF4-FFF2-40B4-BE49-F238E27FC236}">
                <a16:creationId xmlns:a16="http://schemas.microsoft.com/office/drawing/2014/main" id="{0086AAEC-3245-02BA-53C8-0FBEA6E5A7F6}"/>
              </a:ext>
            </a:extLst>
          </p:cNvPr>
          <p:cNvSpPr txBox="1"/>
          <p:nvPr/>
        </p:nvSpPr>
        <p:spPr>
          <a:xfrm>
            <a:off x="18018216" y="3763149"/>
            <a:ext cx="874394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dirty="0">
                <a:solidFill>
                  <a:srgbClr val="1F2C53"/>
                </a:solidFill>
                <a:latin typeface="Trebuchet MS"/>
                <a:cs typeface="Trebuchet MS"/>
              </a:rPr>
              <a:t>EAN</a:t>
            </a:r>
            <a:r>
              <a:rPr sz="2150" spc="-95" dirty="0">
                <a:solidFill>
                  <a:srgbClr val="1F2C53"/>
                </a:solidFill>
                <a:latin typeface="Trebuchet MS"/>
                <a:cs typeface="Trebuchet MS"/>
              </a:rPr>
              <a:t> </a:t>
            </a:r>
            <a:r>
              <a:rPr sz="2150" spc="-25" dirty="0">
                <a:solidFill>
                  <a:srgbClr val="1F2C53"/>
                </a:solidFill>
                <a:latin typeface="Trebuchet MS"/>
                <a:cs typeface="Trebuchet MS"/>
              </a:rPr>
              <a:t>14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99" name="object 44">
            <a:extLst>
              <a:ext uri="{FF2B5EF4-FFF2-40B4-BE49-F238E27FC236}">
                <a16:creationId xmlns:a16="http://schemas.microsoft.com/office/drawing/2014/main" id="{6C1F8F48-D1CE-8C8F-F9F1-2B21A0838C40}"/>
              </a:ext>
            </a:extLst>
          </p:cNvPr>
          <p:cNvSpPr txBox="1"/>
          <p:nvPr/>
        </p:nvSpPr>
        <p:spPr>
          <a:xfrm>
            <a:off x="15989304" y="3763149"/>
            <a:ext cx="81661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solidFill>
                  <a:srgbClr val="1F2C53"/>
                </a:solidFill>
                <a:latin typeface="Trebuchet MS"/>
                <a:cs typeface="Trebuchet MS"/>
              </a:rPr>
              <a:t>EAN13</a:t>
            </a:r>
            <a:endParaRPr sz="2150">
              <a:latin typeface="Trebuchet MS"/>
              <a:cs typeface="Trebuchet MS"/>
            </a:endParaRPr>
          </a:p>
        </p:txBody>
      </p:sp>
      <p:graphicFrame>
        <p:nvGraphicFramePr>
          <p:cNvPr id="100" name="object 45">
            <a:extLst>
              <a:ext uri="{FF2B5EF4-FFF2-40B4-BE49-F238E27FC236}">
                <a16:creationId xmlns:a16="http://schemas.microsoft.com/office/drawing/2014/main" id="{E4D8E61E-8649-6268-7A6B-C2B4193B1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909558"/>
              </p:ext>
            </p:extLst>
          </p:nvPr>
        </p:nvGraphicFramePr>
        <p:xfrm>
          <a:off x="12458020" y="4412725"/>
          <a:ext cx="7091680" cy="1437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6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980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200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5405" marB="0"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s-ES" sz="215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540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7707426915804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17707426915801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1C1C1B"/>
                      </a:solidFill>
                      <a:prstDash val="solid"/>
                    </a:lnL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960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7707291393103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17707291393100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1C1C1B"/>
                      </a:solidFill>
                      <a:prstDash val="solid"/>
                    </a:lnL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2000</a:t>
                      </a:r>
                      <a:r>
                        <a:rPr sz="215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3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50" dirty="0">
                          <a:latin typeface="Trebuchet MS"/>
                          <a:cs typeface="Trebuchet MS"/>
                        </a:rPr>
                        <a:t>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7707426910298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17707426910295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1" name="object 46">
            <a:extLst>
              <a:ext uri="{FF2B5EF4-FFF2-40B4-BE49-F238E27FC236}">
                <a16:creationId xmlns:a16="http://schemas.microsoft.com/office/drawing/2014/main" id="{2C64F68A-E549-19A6-CAE2-58E92257836C}"/>
              </a:ext>
            </a:extLst>
          </p:cNvPr>
          <p:cNvSpPr txBox="1"/>
          <p:nvPr/>
        </p:nvSpPr>
        <p:spPr>
          <a:xfrm>
            <a:off x="12663582" y="3763149"/>
            <a:ext cx="6496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65" dirty="0">
                <a:solidFill>
                  <a:srgbClr val="1F2C53"/>
                </a:solidFill>
                <a:latin typeface="Trebuchet MS"/>
                <a:cs typeface="Trebuchet MS"/>
              </a:rPr>
              <a:t>Cont.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02" name="object 47">
            <a:extLst>
              <a:ext uri="{FF2B5EF4-FFF2-40B4-BE49-F238E27FC236}">
                <a16:creationId xmlns:a16="http://schemas.microsoft.com/office/drawing/2014/main" id="{CABFA955-0E44-B3C1-393E-EC6A4B0209DE}"/>
              </a:ext>
            </a:extLst>
          </p:cNvPr>
          <p:cNvSpPr txBox="1"/>
          <p:nvPr/>
        </p:nvSpPr>
        <p:spPr>
          <a:xfrm>
            <a:off x="13898133" y="3650098"/>
            <a:ext cx="1143000" cy="57848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00330" marR="5080" indent="-88265">
              <a:lnSpc>
                <a:spcPct val="68800"/>
              </a:lnSpc>
              <a:spcBef>
                <a:spcPts val="905"/>
              </a:spcBef>
            </a:pPr>
            <a:r>
              <a:rPr sz="2150" spc="-10" dirty="0">
                <a:solidFill>
                  <a:srgbClr val="1F2C53"/>
                </a:solidFill>
                <a:latin typeface="Trebuchet MS"/>
                <a:cs typeface="Trebuchet MS"/>
              </a:rPr>
              <a:t>Unidades </a:t>
            </a:r>
            <a:r>
              <a:rPr sz="2150" dirty="0">
                <a:solidFill>
                  <a:srgbClr val="1F2C53"/>
                </a:solidFill>
                <a:latin typeface="Trebuchet MS"/>
                <a:cs typeface="Trebuchet MS"/>
              </a:rPr>
              <a:t>por</a:t>
            </a:r>
            <a:r>
              <a:rPr sz="2150" spc="-175" dirty="0">
                <a:solidFill>
                  <a:srgbClr val="1F2C53"/>
                </a:solidFill>
                <a:latin typeface="Trebuchet MS"/>
                <a:cs typeface="Trebuchet MS"/>
              </a:rPr>
              <a:t> </a:t>
            </a:r>
            <a:r>
              <a:rPr sz="2150" spc="-20" dirty="0">
                <a:solidFill>
                  <a:srgbClr val="1F2C53"/>
                </a:solidFill>
                <a:latin typeface="Trebuchet MS"/>
                <a:cs typeface="Trebuchet MS"/>
              </a:rPr>
              <a:t>caja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03" name="object 48">
            <a:extLst>
              <a:ext uri="{FF2B5EF4-FFF2-40B4-BE49-F238E27FC236}">
                <a16:creationId xmlns:a16="http://schemas.microsoft.com/office/drawing/2014/main" id="{8DD43705-F17D-44FC-C1E6-AE1ABA0C73B6}"/>
              </a:ext>
            </a:extLst>
          </p:cNvPr>
          <p:cNvSpPr/>
          <p:nvPr/>
        </p:nvSpPr>
        <p:spPr>
          <a:xfrm>
            <a:off x="14538827" y="2765696"/>
            <a:ext cx="5005705" cy="634365"/>
          </a:xfrm>
          <a:custGeom>
            <a:avLst/>
            <a:gdLst/>
            <a:ahLst/>
            <a:cxnLst/>
            <a:rect l="l" t="t" r="r" b="b"/>
            <a:pathLst>
              <a:path w="5005705" h="634364">
                <a:moveTo>
                  <a:pt x="4940373" y="633907"/>
                </a:moveTo>
                <a:lnTo>
                  <a:pt x="64699" y="633907"/>
                </a:lnTo>
                <a:lnTo>
                  <a:pt x="39579" y="628801"/>
                </a:lnTo>
                <a:lnTo>
                  <a:pt x="19007" y="614898"/>
                </a:lnTo>
                <a:lnTo>
                  <a:pt x="5105" y="594323"/>
                </a:lnTo>
                <a:lnTo>
                  <a:pt x="0" y="569197"/>
                </a:lnTo>
                <a:lnTo>
                  <a:pt x="0" y="64699"/>
                </a:lnTo>
                <a:lnTo>
                  <a:pt x="5105" y="39575"/>
                </a:lnTo>
                <a:lnTo>
                  <a:pt x="19007" y="19003"/>
                </a:lnTo>
                <a:lnTo>
                  <a:pt x="39579" y="5104"/>
                </a:lnTo>
                <a:lnTo>
                  <a:pt x="64699" y="0"/>
                </a:lnTo>
                <a:lnTo>
                  <a:pt x="4940373" y="0"/>
                </a:lnTo>
                <a:lnTo>
                  <a:pt x="4965498" y="5104"/>
                </a:lnTo>
                <a:lnTo>
                  <a:pt x="4986074" y="19003"/>
                </a:lnTo>
                <a:lnTo>
                  <a:pt x="4999977" y="39575"/>
                </a:lnTo>
                <a:lnTo>
                  <a:pt x="5005083" y="64699"/>
                </a:lnTo>
                <a:lnTo>
                  <a:pt x="5005083" y="569197"/>
                </a:lnTo>
                <a:lnTo>
                  <a:pt x="4999977" y="594323"/>
                </a:lnTo>
                <a:lnTo>
                  <a:pt x="4986074" y="614898"/>
                </a:lnTo>
                <a:lnTo>
                  <a:pt x="4965498" y="628801"/>
                </a:lnTo>
                <a:lnTo>
                  <a:pt x="4940373" y="633907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49">
            <a:extLst>
              <a:ext uri="{FF2B5EF4-FFF2-40B4-BE49-F238E27FC236}">
                <a16:creationId xmlns:a16="http://schemas.microsoft.com/office/drawing/2014/main" id="{3EB31616-A4F4-95B2-EA53-B2D21A2429ED}"/>
              </a:ext>
            </a:extLst>
          </p:cNvPr>
          <p:cNvSpPr txBox="1"/>
          <p:nvPr/>
        </p:nvSpPr>
        <p:spPr>
          <a:xfrm>
            <a:off x="16486471" y="2901341"/>
            <a:ext cx="982344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50" dirty="0">
                <a:latin typeface="Trebuchet MS"/>
                <a:cs typeface="Trebuchet MS"/>
              </a:rPr>
              <a:t>Lavanda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05" name="object 50">
            <a:extLst>
              <a:ext uri="{FF2B5EF4-FFF2-40B4-BE49-F238E27FC236}">
                <a16:creationId xmlns:a16="http://schemas.microsoft.com/office/drawing/2014/main" id="{D9DEEB17-577F-E81E-5416-7AE955C04C61}"/>
              </a:ext>
            </a:extLst>
          </p:cNvPr>
          <p:cNvSpPr/>
          <p:nvPr/>
        </p:nvSpPr>
        <p:spPr>
          <a:xfrm>
            <a:off x="12466055" y="2765689"/>
            <a:ext cx="1984375" cy="629285"/>
          </a:xfrm>
          <a:custGeom>
            <a:avLst/>
            <a:gdLst/>
            <a:ahLst/>
            <a:cxnLst/>
            <a:rect l="l" t="t" r="r" b="b"/>
            <a:pathLst>
              <a:path w="1984375" h="629285">
                <a:moveTo>
                  <a:pt x="1943186" y="0"/>
                </a:moveTo>
                <a:lnTo>
                  <a:pt x="40574" y="0"/>
                </a:lnTo>
                <a:lnTo>
                  <a:pt x="24821" y="3202"/>
                </a:lnTo>
                <a:lnTo>
                  <a:pt x="11919" y="11921"/>
                </a:lnTo>
                <a:lnTo>
                  <a:pt x="3201" y="24825"/>
                </a:lnTo>
                <a:lnTo>
                  <a:pt x="0" y="40585"/>
                </a:lnTo>
                <a:lnTo>
                  <a:pt x="0" y="588453"/>
                </a:lnTo>
                <a:lnTo>
                  <a:pt x="3201" y="604212"/>
                </a:lnTo>
                <a:lnTo>
                  <a:pt x="11919" y="617117"/>
                </a:lnTo>
                <a:lnTo>
                  <a:pt x="24821" y="625836"/>
                </a:lnTo>
                <a:lnTo>
                  <a:pt x="40574" y="629038"/>
                </a:lnTo>
                <a:lnTo>
                  <a:pt x="1943186" y="629038"/>
                </a:lnTo>
                <a:lnTo>
                  <a:pt x="1958940" y="625836"/>
                </a:lnTo>
                <a:lnTo>
                  <a:pt x="1971841" y="617117"/>
                </a:lnTo>
                <a:lnTo>
                  <a:pt x="1980559" y="604212"/>
                </a:lnTo>
                <a:lnTo>
                  <a:pt x="1983761" y="588453"/>
                </a:lnTo>
                <a:lnTo>
                  <a:pt x="1983761" y="40585"/>
                </a:lnTo>
                <a:lnTo>
                  <a:pt x="1980559" y="24825"/>
                </a:lnTo>
                <a:lnTo>
                  <a:pt x="1971841" y="11921"/>
                </a:lnTo>
                <a:lnTo>
                  <a:pt x="1958940" y="3202"/>
                </a:lnTo>
                <a:lnTo>
                  <a:pt x="1943186" y="0"/>
                </a:lnTo>
                <a:close/>
              </a:path>
            </a:pathLst>
          </a:custGeom>
          <a:solidFill>
            <a:srgbClr val="F5B2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51">
            <a:extLst>
              <a:ext uri="{FF2B5EF4-FFF2-40B4-BE49-F238E27FC236}">
                <a16:creationId xmlns:a16="http://schemas.microsoft.com/office/drawing/2014/main" id="{3D9D65D6-217A-B8CA-6C6B-73DF722BC372}"/>
              </a:ext>
            </a:extLst>
          </p:cNvPr>
          <p:cNvSpPr txBox="1"/>
          <p:nvPr/>
        </p:nvSpPr>
        <p:spPr>
          <a:xfrm>
            <a:off x="12844943" y="2871487"/>
            <a:ext cx="117538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5" dirty="0">
                <a:solidFill>
                  <a:srgbClr val="1F2C53"/>
                </a:solidFill>
                <a:latin typeface="Trebuchet MS"/>
                <a:cs typeface="Trebuchet MS"/>
              </a:rPr>
              <a:t>Fragancia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07" name="object 52">
            <a:extLst>
              <a:ext uri="{FF2B5EF4-FFF2-40B4-BE49-F238E27FC236}">
                <a16:creationId xmlns:a16="http://schemas.microsoft.com/office/drawing/2014/main" id="{073A182D-F722-944F-9375-48F7B68E6C33}"/>
              </a:ext>
            </a:extLst>
          </p:cNvPr>
          <p:cNvSpPr/>
          <p:nvPr/>
        </p:nvSpPr>
        <p:spPr>
          <a:xfrm>
            <a:off x="16356469" y="6986212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30"/>
                </a:moveTo>
                <a:lnTo>
                  <a:pt x="555066" y="164528"/>
                </a:lnTo>
                <a:lnTo>
                  <a:pt x="481431" y="86118"/>
                </a:lnTo>
                <a:lnTo>
                  <a:pt x="453288" y="56781"/>
                </a:lnTo>
                <a:lnTo>
                  <a:pt x="452475" y="55943"/>
                </a:lnTo>
                <a:lnTo>
                  <a:pt x="452145" y="55397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29" y="44208"/>
                </a:lnTo>
                <a:lnTo>
                  <a:pt x="308965" y="49060"/>
                </a:lnTo>
                <a:lnTo>
                  <a:pt x="136601" y="58877"/>
                </a:lnTo>
                <a:lnTo>
                  <a:pt x="113169" y="60159"/>
                </a:lnTo>
                <a:lnTo>
                  <a:pt x="113639" y="60159"/>
                </a:lnTo>
                <a:lnTo>
                  <a:pt x="44221" y="110045"/>
                </a:lnTo>
                <a:lnTo>
                  <a:pt x="5334" y="149644"/>
                </a:lnTo>
                <a:lnTo>
                  <a:pt x="0" y="154724"/>
                </a:lnTo>
                <a:lnTo>
                  <a:pt x="3225" y="164388"/>
                </a:lnTo>
                <a:lnTo>
                  <a:pt x="3263" y="164528"/>
                </a:lnTo>
                <a:lnTo>
                  <a:pt x="10617" y="165354"/>
                </a:lnTo>
                <a:lnTo>
                  <a:pt x="14960" y="166065"/>
                </a:lnTo>
                <a:lnTo>
                  <a:pt x="20015" y="167398"/>
                </a:lnTo>
                <a:lnTo>
                  <a:pt x="23418" y="163690"/>
                </a:lnTo>
                <a:lnTo>
                  <a:pt x="24371" y="162737"/>
                </a:lnTo>
                <a:lnTo>
                  <a:pt x="79260" y="107886"/>
                </a:lnTo>
                <a:lnTo>
                  <a:pt x="85394" y="101650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27" y="79692"/>
                </a:lnTo>
                <a:lnTo>
                  <a:pt x="368071" y="98437"/>
                </a:lnTo>
                <a:lnTo>
                  <a:pt x="342112" y="136804"/>
                </a:lnTo>
                <a:lnTo>
                  <a:pt x="317855" y="176174"/>
                </a:lnTo>
                <a:lnTo>
                  <a:pt x="295262" y="216522"/>
                </a:lnTo>
                <a:lnTo>
                  <a:pt x="274256" y="257822"/>
                </a:lnTo>
                <a:lnTo>
                  <a:pt x="272237" y="261429"/>
                </a:lnTo>
                <a:lnTo>
                  <a:pt x="248221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91"/>
                </a:lnTo>
                <a:lnTo>
                  <a:pt x="164490" y="194754"/>
                </a:lnTo>
                <a:lnTo>
                  <a:pt x="157340" y="206349"/>
                </a:lnTo>
                <a:lnTo>
                  <a:pt x="154584" y="219748"/>
                </a:lnTo>
                <a:lnTo>
                  <a:pt x="156578" y="233857"/>
                </a:lnTo>
                <a:lnTo>
                  <a:pt x="238645" y="355358"/>
                </a:lnTo>
                <a:lnTo>
                  <a:pt x="268706" y="377177"/>
                </a:lnTo>
                <a:lnTo>
                  <a:pt x="279057" y="376974"/>
                </a:lnTo>
                <a:lnTo>
                  <a:pt x="315010" y="348564"/>
                </a:lnTo>
                <a:lnTo>
                  <a:pt x="339775" y="284645"/>
                </a:lnTo>
                <a:lnTo>
                  <a:pt x="348881" y="260832"/>
                </a:lnTo>
                <a:lnTo>
                  <a:pt x="378637" y="190411"/>
                </a:lnTo>
                <a:lnTo>
                  <a:pt x="400164" y="144284"/>
                </a:lnTo>
                <a:lnTo>
                  <a:pt x="422998" y="98806"/>
                </a:lnTo>
                <a:lnTo>
                  <a:pt x="435495" y="75552"/>
                </a:lnTo>
                <a:lnTo>
                  <a:pt x="461302" y="100660"/>
                </a:lnTo>
                <a:lnTo>
                  <a:pt x="544360" y="183019"/>
                </a:lnTo>
                <a:lnTo>
                  <a:pt x="550976" y="192036"/>
                </a:lnTo>
                <a:lnTo>
                  <a:pt x="551484" y="200761"/>
                </a:lnTo>
                <a:lnTo>
                  <a:pt x="547065" y="209080"/>
                </a:lnTo>
                <a:lnTo>
                  <a:pt x="538886" y="216941"/>
                </a:lnTo>
                <a:lnTo>
                  <a:pt x="506209" y="247319"/>
                </a:lnTo>
                <a:lnTo>
                  <a:pt x="336461" y="407250"/>
                </a:lnTo>
                <a:lnTo>
                  <a:pt x="310108" y="432562"/>
                </a:lnTo>
                <a:lnTo>
                  <a:pt x="286359" y="456222"/>
                </a:lnTo>
                <a:lnTo>
                  <a:pt x="281635" y="459803"/>
                </a:lnTo>
                <a:lnTo>
                  <a:pt x="268185" y="458787"/>
                </a:lnTo>
                <a:lnTo>
                  <a:pt x="263410" y="453961"/>
                </a:lnTo>
                <a:lnTo>
                  <a:pt x="126720" y="339788"/>
                </a:lnTo>
                <a:lnTo>
                  <a:pt x="116865" y="331597"/>
                </a:lnTo>
                <a:lnTo>
                  <a:pt x="112674" y="331330"/>
                </a:lnTo>
                <a:lnTo>
                  <a:pt x="112674" y="357746"/>
                </a:lnTo>
                <a:lnTo>
                  <a:pt x="112636" y="358203"/>
                </a:lnTo>
                <a:lnTo>
                  <a:pt x="112547" y="359067"/>
                </a:lnTo>
                <a:lnTo>
                  <a:pt x="112674" y="357746"/>
                </a:lnTo>
                <a:lnTo>
                  <a:pt x="112674" y="331330"/>
                </a:lnTo>
                <a:lnTo>
                  <a:pt x="111137" y="331228"/>
                </a:lnTo>
                <a:lnTo>
                  <a:pt x="106807" y="334289"/>
                </a:lnTo>
                <a:lnTo>
                  <a:pt x="104381" y="335965"/>
                </a:lnTo>
                <a:lnTo>
                  <a:pt x="101612" y="338162"/>
                </a:lnTo>
                <a:lnTo>
                  <a:pt x="99301" y="339953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203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92" y="488403"/>
                </a:lnTo>
                <a:lnTo>
                  <a:pt x="308737" y="481825"/>
                </a:lnTo>
                <a:lnTo>
                  <a:pt x="309410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39"/>
                </a:lnTo>
                <a:lnTo>
                  <a:pt x="575322" y="202730"/>
                </a:lnTo>
                <a:close/>
              </a:path>
            </a:pathLst>
          </a:custGeom>
          <a:solidFill>
            <a:srgbClr val="592C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53">
            <a:extLst>
              <a:ext uri="{FF2B5EF4-FFF2-40B4-BE49-F238E27FC236}">
                <a16:creationId xmlns:a16="http://schemas.microsoft.com/office/drawing/2014/main" id="{B82FE18B-B69A-F8C7-2A46-23A374B69849}"/>
              </a:ext>
            </a:extLst>
          </p:cNvPr>
          <p:cNvSpPr/>
          <p:nvPr/>
        </p:nvSpPr>
        <p:spPr>
          <a:xfrm>
            <a:off x="16356469" y="6161563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55066" y="164515"/>
                </a:lnTo>
                <a:lnTo>
                  <a:pt x="481431" y="86118"/>
                </a:lnTo>
                <a:lnTo>
                  <a:pt x="453288" y="56781"/>
                </a:lnTo>
                <a:lnTo>
                  <a:pt x="452475" y="55930"/>
                </a:lnTo>
                <a:lnTo>
                  <a:pt x="452145" y="55397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16" y="44208"/>
                </a:lnTo>
                <a:lnTo>
                  <a:pt x="308965" y="49060"/>
                </a:lnTo>
                <a:lnTo>
                  <a:pt x="136601" y="58877"/>
                </a:lnTo>
                <a:lnTo>
                  <a:pt x="113169" y="60159"/>
                </a:lnTo>
                <a:lnTo>
                  <a:pt x="113639" y="60159"/>
                </a:lnTo>
                <a:lnTo>
                  <a:pt x="68922" y="85369"/>
                </a:lnTo>
                <a:lnTo>
                  <a:pt x="68922" y="96685"/>
                </a:lnTo>
                <a:lnTo>
                  <a:pt x="14173" y="147231"/>
                </a:lnTo>
                <a:lnTo>
                  <a:pt x="14376" y="147027"/>
                </a:lnTo>
                <a:lnTo>
                  <a:pt x="68922" y="96685"/>
                </a:lnTo>
                <a:lnTo>
                  <a:pt x="68922" y="85369"/>
                </a:lnTo>
                <a:lnTo>
                  <a:pt x="44221" y="110045"/>
                </a:lnTo>
                <a:lnTo>
                  <a:pt x="5334" y="149644"/>
                </a:lnTo>
                <a:lnTo>
                  <a:pt x="0" y="154724"/>
                </a:lnTo>
                <a:lnTo>
                  <a:pt x="3225" y="164388"/>
                </a:lnTo>
                <a:lnTo>
                  <a:pt x="3263" y="164515"/>
                </a:lnTo>
                <a:lnTo>
                  <a:pt x="10617" y="165354"/>
                </a:lnTo>
                <a:lnTo>
                  <a:pt x="14960" y="166065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33" y="95415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27" y="79692"/>
                </a:lnTo>
                <a:lnTo>
                  <a:pt x="368071" y="98437"/>
                </a:lnTo>
                <a:lnTo>
                  <a:pt x="342112" y="136804"/>
                </a:lnTo>
                <a:lnTo>
                  <a:pt x="317855" y="176174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29"/>
                </a:lnTo>
                <a:lnTo>
                  <a:pt x="248221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78" y="233857"/>
                </a:lnTo>
                <a:lnTo>
                  <a:pt x="238645" y="355358"/>
                </a:lnTo>
                <a:lnTo>
                  <a:pt x="268706" y="377177"/>
                </a:lnTo>
                <a:lnTo>
                  <a:pt x="279057" y="376974"/>
                </a:lnTo>
                <a:lnTo>
                  <a:pt x="315010" y="348564"/>
                </a:lnTo>
                <a:lnTo>
                  <a:pt x="339775" y="284645"/>
                </a:lnTo>
                <a:lnTo>
                  <a:pt x="348881" y="260832"/>
                </a:lnTo>
                <a:lnTo>
                  <a:pt x="378637" y="190411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61"/>
                </a:lnTo>
                <a:lnTo>
                  <a:pt x="547065" y="209080"/>
                </a:lnTo>
                <a:lnTo>
                  <a:pt x="538886" y="216941"/>
                </a:lnTo>
                <a:lnTo>
                  <a:pt x="506209" y="247319"/>
                </a:lnTo>
                <a:lnTo>
                  <a:pt x="336461" y="407250"/>
                </a:lnTo>
                <a:lnTo>
                  <a:pt x="310108" y="432549"/>
                </a:lnTo>
                <a:lnTo>
                  <a:pt x="286359" y="456222"/>
                </a:lnTo>
                <a:lnTo>
                  <a:pt x="281635" y="459803"/>
                </a:lnTo>
                <a:lnTo>
                  <a:pt x="268185" y="458787"/>
                </a:lnTo>
                <a:lnTo>
                  <a:pt x="263410" y="453961"/>
                </a:lnTo>
                <a:lnTo>
                  <a:pt x="126720" y="339775"/>
                </a:lnTo>
                <a:lnTo>
                  <a:pt x="116865" y="331597"/>
                </a:lnTo>
                <a:lnTo>
                  <a:pt x="112674" y="331330"/>
                </a:lnTo>
                <a:lnTo>
                  <a:pt x="112674" y="357746"/>
                </a:lnTo>
                <a:lnTo>
                  <a:pt x="112636" y="358203"/>
                </a:lnTo>
                <a:lnTo>
                  <a:pt x="112547" y="359067"/>
                </a:lnTo>
                <a:lnTo>
                  <a:pt x="112674" y="357746"/>
                </a:lnTo>
                <a:lnTo>
                  <a:pt x="112674" y="331330"/>
                </a:lnTo>
                <a:lnTo>
                  <a:pt x="111137" y="331228"/>
                </a:lnTo>
                <a:lnTo>
                  <a:pt x="106807" y="334289"/>
                </a:lnTo>
                <a:lnTo>
                  <a:pt x="104381" y="335965"/>
                </a:lnTo>
                <a:lnTo>
                  <a:pt x="101612" y="338162"/>
                </a:lnTo>
                <a:lnTo>
                  <a:pt x="99301" y="339953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203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92" y="488403"/>
                </a:lnTo>
                <a:lnTo>
                  <a:pt x="308737" y="481825"/>
                </a:lnTo>
                <a:lnTo>
                  <a:pt x="309410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592C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54">
            <a:extLst>
              <a:ext uri="{FF2B5EF4-FFF2-40B4-BE49-F238E27FC236}">
                <a16:creationId xmlns:a16="http://schemas.microsoft.com/office/drawing/2014/main" id="{6AB2D465-3E30-9B30-1E9A-2E5518B61B7D}"/>
              </a:ext>
            </a:extLst>
          </p:cNvPr>
          <p:cNvSpPr txBox="1"/>
          <p:nvPr/>
        </p:nvSpPr>
        <p:spPr>
          <a:xfrm>
            <a:off x="13200259" y="6186834"/>
            <a:ext cx="2809875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requiere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enjuague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0" name="object 55">
            <a:extLst>
              <a:ext uri="{FF2B5EF4-FFF2-40B4-BE49-F238E27FC236}">
                <a16:creationId xmlns:a16="http://schemas.microsoft.com/office/drawing/2014/main" id="{11485FDB-70AE-AE93-31B7-05A2AF6D649F}"/>
              </a:ext>
            </a:extLst>
          </p:cNvPr>
          <p:cNvSpPr/>
          <p:nvPr/>
        </p:nvSpPr>
        <p:spPr>
          <a:xfrm>
            <a:off x="12555258" y="6963860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75297" y="200761"/>
                </a:lnTo>
                <a:lnTo>
                  <a:pt x="575170" y="192036"/>
                </a:lnTo>
                <a:lnTo>
                  <a:pt x="575157" y="190474"/>
                </a:lnTo>
                <a:lnTo>
                  <a:pt x="481431" y="86118"/>
                </a:lnTo>
                <a:lnTo>
                  <a:pt x="453288" y="56781"/>
                </a:lnTo>
                <a:lnTo>
                  <a:pt x="452475" y="55930"/>
                </a:lnTo>
                <a:lnTo>
                  <a:pt x="452145" y="55397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29" y="44208"/>
                </a:lnTo>
                <a:lnTo>
                  <a:pt x="308965" y="49060"/>
                </a:lnTo>
                <a:lnTo>
                  <a:pt x="136601" y="58877"/>
                </a:lnTo>
                <a:lnTo>
                  <a:pt x="113169" y="60159"/>
                </a:lnTo>
                <a:lnTo>
                  <a:pt x="113639" y="60159"/>
                </a:lnTo>
                <a:lnTo>
                  <a:pt x="68922" y="85369"/>
                </a:lnTo>
                <a:lnTo>
                  <a:pt x="68922" y="96685"/>
                </a:lnTo>
                <a:lnTo>
                  <a:pt x="14173" y="147231"/>
                </a:lnTo>
                <a:lnTo>
                  <a:pt x="14376" y="147027"/>
                </a:lnTo>
                <a:lnTo>
                  <a:pt x="68922" y="96685"/>
                </a:lnTo>
                <a:lnTo>
                  <a:pt x="68922" y="85369"/>
                </a:lnTo>
                <a:lnTo>
                  <a:pt x="44221" y="110045"/>
                </a:lnTo>
                <a:lnTo>
                  <a:pt x="5334" y="149644"/>
                </a:lnTo>
                <a:lnTo>
                  <a:pt x="0" y="154724"/>
                </a:lnTo>
                <a:lnTo>
                  <a:pt x="3225" y="164388"/>
                </a:lnTo>
                <a:lnTo>
                  <a:pt x="3263" y="164515"/>
                </a:lnTo>
                <a:lnTo>
                  <a:pt x="10617" y="165354"/>
                </a:lnTo>
                <a:lnTo>
                  <a:pt x="14909" y="166065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33" y="95415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804"/>
                </a:lnTo>
                <a:lnTo>
                  <a:pt x="317855" y="176174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29"/>
                </a:lnTo>
                <a:lnTo>
                  <a:pt x="248234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77"/>
                </a:lnTo>
                <a:lnTo>
                  <a:pt x="279057" y="376974"/>
                </a:lnTo>
                <a:lnTo>
                  <a:pt x="315010" y="348564"/>
                </a:lnTo>
                <a:lnTo>
                  <a:pt x="339775" y="284645"/>
                </a:lnTo>
                <a:lnTo>
                  <a:pt x="348881" y="260832"/>
                </a:lnTo>
                <a:lnTo>
                  <a:pt x="378637" y="190411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61"/>
                </a:lnTo>
                <a:lnTo>
                  <a:pt x="547065" y="209080"/>
                </a:lnTo>
                <a:lnTo>
                  <a:pt x="538886" y="216941"/>
                </a:lnTo>
                <a:lnTo>
                  <a:pt x="506209" y="247319"/>
                </a:lnTo>
                <a:lnTo>
                  <a:pt x="336461" y="407250"/>
                </a:lnTo>
                <a:lnTo>
                  <a:pt x="310108" y="432549"/>
                </a:lnTo>
                <a:lnTo>
                  <a:pt x="286359" y="456222"/>
                </a:lnTo>
                <a:lnTo>
                  <a:pt x="281635" y="459803"/>
                </a:lnTo>
                <a:lnTo>
                  <a:pt x="268185" y="458787"/>
                </a:lnTo>
                <a:lnTo>
                  <a:pt x="263410" y="453961"/>
                </a:lnTo>
                <a:lnTo>
                  <a:pt x="126733" y="339788"/>
                </a:lnTo>
                <a:lnTo>
                  <a:pt x="116865" y="331597"/>
                </a:lnTo>
                <a:lnTo>
                  <a:pt x="111137" y="331228"/>
                </a:lnTo>
                <a:lnTo>
                  <a:pt x="106807" y="334289"/>
                </a:lnTo>
                <a:lnTo>
                  <a:pt x="104381" y="335965"/>
                </a:lnTo>
                <a:lnTo>
                  <a:pt x="101612" y="338162"/>
                </a:lnTo>
                <a:lnTo>
                  <a:pt x="99301" y="339953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203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92" y="488403"/>
                </a:lnTo>
                <a:lnTo>
                  <a:pt x="308737" y="481825"/>
                </a:lnTo>
                <a:lnTo>
                  <a:pt x="309422" y="481088"/>
                </a:lnTo>
                <a:lnTo>
                  <a:pt x="309638" y="480847"/>
                </a:lnTo>
                <a:lnTo>
                  <a:pt x="312648" y="477570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592C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56">
            <a:extLst>
              <a:ext uri="{FF2B5EF4-FFF2-40B4-BE49-F238E27FC236}">
                <a16:creationId xmlns:a16="http://schemas.microsoft.com/office/drawing/2014/main" id="{BEB97684-C772-6C14-9E41-87422DE070DE}"/>
              </a:ext>
            </a:extLst>
          </p:cNvPr>
          <p:cNvSpPr txBox="1"/>
          <p:nvPr/>
        </p:nvSpPr>
        <p:spPr>
          <a:xfrm>
            <a:off x="13191197" y="6974243"/>
            <a:ext cx="2159635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20" dirty="0">
                <a:latin typeface="Trebuchet MS"/>
                <a:cs typeface="Trebuchet MS"/>
              </a:rPr>
              <a:t>Multi-</a:t>
            </a:r>
            <a:r>
              <a:rPr sz="2400" spc="-90" dirty="0">
                <a:latin typeface="Trebuchet MS"/>
                <a:cs typeface="Trebuchet MS"/>
              </a:rPr>
              <a:t>superficies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2" name="object 57">
            <a:extLst>
              <a:ext uri="{FF2B5EF4-FFF2-40B4-BE49-F238E27FC236}">
                <a16:creationId xmlns:a16="http://schemas.microsoft.com/office/drawing/2014/main" id="{F0BED0DC-E701-56E4-A961-2F006DE8D69A}"/>
              </a:ext>
            </a:extLst>
          </p:cNvPr>
          <p:cNvSpPr txBox="1"/>
          <p:nvPr/>
        </p:nvSpPr>
        <p:spPr>
          <a:xfrm>
            <a:off x="17007826" y="6901029"/>
            <a:ext cx="2214880" cy="70231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2420"/>
              </a:lnSpc>
              <a:spcBef>
                <a:spcPts val="585"/>
              </a:spcBef>
            </a:pPr>
            <a:r>
              <a:rPr sz="2400" spc="-90" dirty="0">
                <a:latin typeface="Trebuchet MS"/>
                <a:cs typeface="Trebuchet MS"/>
              </a:rPr>
              <a:t>Elimina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hongos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y </a:t>
            </a:r>
            <a:r>
              <a:rPr sz="2400" spc="-10" dirty="0">
                <a:latin typeface="Trebuchet MS"/>
                <a:cs typeface="Trebuchet MS"/>
              </a:rPr>
              <a:t>bacterias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3" name="object 58">
            <a:extLst>
              <a:ext uri="{FF2B5EF4-FFF2-40B4-BE49-F238E27FC236}">
                <a16:creationId xmlns:a16="http://schemas.microsoft.com/office/drawing/2014/main" id="{E83AE6DE-66E3-BAA8-93AE-D653246B829D}"/>
              </a:ext>
            </a:extLst>
          </p:cNvPr>
          <p:cNvSpPr/>
          <p:nvPr/>
        </p:nvSpPr>
        <p:spPr>
          <a:xfrm>
            <a:off x="12555258" y="6161563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75297" y="200761"/>
                </a:lnTo>
                <a:lnTo>
                  <a:pt x="575170" y="192036"/>
                </a:lnTo>
                <a:lnTo>
                  <a:pt x="575157" y="190474"/>
                </a:lnTo>
                <a:lnTo>
                  <a:pt x="481431" y="86118"/>
                </a:lnTo>
                <a:lnTo>
                  <a:pt x="453288" y="56781"/>
                </a:lnTo>
                <a:lnTo>
                  <a:pt x="452475" y="55930"/>
                </a:lnTo>
                <a:lnTo>
                  <a:pt x="452145" y="55397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29" y="44208"/>
                </a:lnTo>
                <a:lnTo>
                  <a:pt x="308965" y="49060"/>
                </a:lnTo>
                <a:lnTo>
                  <a:pt x="136601" y="58877"/>
                </a:lnTo>
                <a:lnTo>
                  <a:pt x="113169" y="60159"/>
                </a:lnTo>
                <a:lnTo>
                  <a:pt x="113639" y="60159"/>
                </a:lnTo>
                <a:lnTo>
                  <a:pt x="68922" y="85369"/>
                </a:lnTo>
                <a:lnTo>
                  <a:pt x="68922" y="96685"/>
                </a:lnTo>
                <a:lnTo>
                  <a:pt x="14173" y="147231"/>
                </a:lnTo>
                <a:lnTo>
                  <a:pt x="14376" y="147027"/>
                </a:lnTo>
                <a:lnTo>
                  <a:pt x="68922" y="96685"/>
                </a:lnTo>
                <a:lnTo>
                  <a:pt x="68922" y="85369"/>
                </a:lnTo>
                <a:lnTo>
                  <a:pt x="44221" y="110045"/>
                </a:lnTo>
                <a:lnTo>
                  <a:pt x="5334" y="149644"/>
                </a:lnTo>
                <a:lnTo>
                  <a:pt x="0" y="154724"/>
                </a:lnTo>
                <a:lnTo>
                  <a:pt x="3225" y="164388"/>
                </a:lnTo>
                <a:lnTo>
                  <a:pt x="3263" y="164515"/>
                </a:lnTo>
                <a:lnTo>
                  <a:pt x="10617" y="165354"/>
                </a:lnTo>
                <a:lnTo>
                  <a:pt x="14960" y="166065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33" y="95415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804"/>
                </a:lnTo>
                <a:lnTo>
                  <a:pt x="317855" y="176174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29"/>
                </a:lnTo>
                <a:lnTo>
                  <a:pt x="248234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77"/>
                </a:lnTo>
                <a:lnTo>
                  <a:pt x="279057" y="376974"/>
                </a:lnTo>
                <a:lnTo>
                  <a:pt x="315010" y="348564"/>
                </a:lnTo>
                <a:lnTo>
                  <a:pt x="339775" y="284645"/>
                </a:lnTo>
                <a:lnTo>
                  <a:pt x="348881" y="260832"/>
                </a:lnTo>
                <a:lnTo>
                  <a:pt x="378637" y="190411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61"/>
                </a:lnTo>
                <a:lnTo>
                  <a:pt x="547065" y="209080"/>
                </a:lnTo>
                <a:lnTo>
                  <a:pt x="538886" y="216941"/>
                </a:lnTo>
                <a:lnTo>
                  <a:pt x="506209" y="247319"/>
                </a:lnTo>
                <a:lnTo>
                  <a:pt x="336461" y="407250"/>
                </a:lnTo>
                <a:lnTo>
                  <a:pt x="310108" y="432549"/>
                </a:lnTo>
                <a:lnTo>
                  <a:pt x="286359" y="456222"/>
                </a:lnTo>
                <a:lnTo>
                  <a:pt x="281635" y="459803"/>
                </a:lnTo>
                <a:lnTo>
                  <a:pt x="268185" y="458787"/>
                </a:lnTo>
                <a:lnTo>
                  <a:pt x="263410" y="453961"/>
                </a:lnTo>
                <a:lnTo>
                  <a:pt x="126720" y="339775"/>
                </a:lnTo>
                <a:lnTo>
                  <a:pt x="116865" y="331597"/>
                </a:lnTo>
                <a:lnTo>
                  <a:pt x="112674" y="331330"/>
                </a:lnTo>
                <a:lnTo>
                  <a:pt x="112674" y="357746"/>
                </a:lnTo>
                <a:lnTo>
                  <a:pt x="112636" y="358203"/>
                </a:lnTo>
                <a:lnTo>
                  <a:pt x="112547" y="359067"/>
                </a:lnTo>
                <a:lnTo>
                  <a:pt x="112674" y="357746"/>
                </a:lnTo>
                <a:lnTo>
                  <a:pt x="112674" y="331330"/>
                </a:lnTo>
                <a:lnTo>
                  <a:pt x="111137" y="331228"/>
                </a:lnTo>
                <a:lnTo>
                  <a:pt x="106807" y="334289"/>
                </a:lnTo>
                <a:lnTo>
                  <a:pt x="104381" y="335965"/>
                </a:lnTo>
                <a:lnTo>
                  <a:pt x="101612" y="338162"/>
                </a:lnTo>
                <a:lnTo>
                  <a:pt x="99301" y="339953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203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92" y="488403"/>
                </a:lnTo>
                <a:lnTo>
                  <a:pt x="308737" y="481825"/>
                </a:lnTo>
                <a:lnTo>
                  <a:pt x="309410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592C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59">
            <a:extLst>
              <a:ext uri="{FF2B5EF4-FFF2-40B4-BE49-F238E27FC236}">
                <a16:creationId xmlns:a16="http://schemas.microsoft.com/office/drawing/2014/main" id="{DB61C9C2-4807-9431-0869-6693894A7BCE}"/>
              </a:ext>
            </a:extLst>
          </p:cNvPr>
          <p:cNvSpPr txBox="1"/>
          <p:nvPr/>
        </p:nvSpPr>
        <p:spPr>
          <a:xfrm>
            <a:off x="16978571" y="6190711"/>
            <a:ext cx="2508250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125" dirty="0">
                <a:latin typeface="Trebuchet MS"/>
                <a:cs typeface="Trebuchet MS"/>
              </a:rPr>
              <a:t>Brilla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las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superficies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5" name="object 60">
            <a:extLst>
              <a:ext uri="{FF2B5EF4-FFF2-40B4-BE49-F238E27FC236}">
                <a16:creationId xmlns:a16="http://schemas.microsoft.com/office/drawing/2014/main" id="{6001CB38-52CB-7B3F-BEC8-3E6EC489423C}"/>
              </a:ext>
            </a:extLst>
          </p:cNvPr>
          <p:cNvSpPr txBox="1"/>
          <p:nvPr/>
        </p:nvSpPr>
        <p:spPr>
          <a:xfrm>
            <a:off x="8004933" y="10971115"/>
            <a:ext cx="1153668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-65" dirty="0">
                <a:latin typeface="Trebuchet MS"/>
                <a:cs typeface="Trebuchet MS"/>
              </a:rPr>
              <a:t>*Efectivo</a:t>
            </a:r>
            <a:r>
              <a:rPr sz="1650" spc="-75" dirty="0">
                <a:latin typeface="Trebuchet MS"/>
                <a:cs typeface="Trebuchet MS"/>
              </a:rPr>
              <a:t> </a:t>
            </a:r>
            <a:r>
              <a:rPr sz="1650" spc="-70" dirty="0">
                <a:latin typeface="Trebuchet MS"/>
                <a:cs typeface="Trebuchet MS"/>
              </a:rPr>
              <a:t>contra</a:t>
            </a:r>
            <a:r>
              <a:rPr sz="1650" spc="-75" dirty="0">
                <a:latin typeface="Trebuchet MS"/>
                <a:cs typeface="Trebuchet MS"/>
              </a:rPr>
              <a:t> </a:t>
            </a:r>
            <a:r>
              <a:rPr sz="1650" spc="-35" dirty="0">
                <a:latin typeface="Trebuchet MS"/>
                <a:cs typeface="Trebuchet MS"/>
              </a:rPr>
              <a:t>Pseudomona</a:t>
            </a:r>
            <a:r>
              <a:rPr sz="1650" spc="-75" dirty="0">
                <a:latin typeface="Trebuchet MS"/>
                <a:cs typeface="Trebuchet MS"/>
              </a:rPr>
              <a:t> </a:t>
            </a:r>
            <a:r>
              <a:rPr sz="1650" spc="-60" dirty="0">
                <a:latin typeface="Trebuchet MS"/>
                <a:cs typeface="Trebuchet MS"/>
              </a:rPr>
              <a:t>aeruginosa,</a:t>
            </a:r>
            <a:r>
              <a:rPr sz="1650" spc="-75" dirty="0">
                <a:latin typeface="Trebuchet MS"/>
                <a:cs typeface="Trebuchet MS"/>
              </a:rPr>
              <a:t> </a:t>
            </a:r>
            <a:r>
              <a:rPr sz="1650" spc="-50" dirty="0">
                <a:latin typeface="Trebuchet MS"/>
                <a:cs typeface="Trebuchet MS"/>
              </a:rPr>
              <a:t>Staphylococcus</a:t>
            </a:r>
            <a:r>
              <a:rPr sz="1650" spc="-75" dirty="0">
                <a:latin typeface="Trebuchet MS"/>
                <a:cs typeface="Trebuchet MS"/>
              </a:rPr>
              <a:t> </a:t>
            </a:r>
            <a:r>
              <a:rPr sz="1650" spc="-90" dirty="0">
                <a:latin typeface="Trebuchet MS"/>
                <a:cs typeface="Trebuchet MS"/>
              </a:rPr>
              <a:t>aureus,</a:t>
            </a:r>
            <a:r>
              <a:rPr sz="1650" spc="-70" dirty="0">
                <a:latin typeface="Trebuchet MS"/>
                <a:cs typeface="Trebuchet MS"/>
              </a:rPr>
              <a:t> </a:t>
            </a:r>
            <a:r>
              <a:rPr sz="1650" spc="-55" dirty="0">
                <a:latin typeface="Trebuchet MS"/>
                <a:cs typeface="Trebuchet MS"/>
              </a:rPr>
              <a:t>Salmonella</a:t>
            </a:r>
            <a:r>
              <a:rPr sz="1650" spc="-75" dirty="0">
                <a:latin typeface="Trebuchet MS"/>
                <a:cs typeface="Trebuchet MS"/>
              </a:rPr>
              <a:t> choleraesuis, </a:t>
            </a:r>
            <a:r>
              <a:rPr sz="1650" spc="-70" dirty="0">
                <a:latin typeface="Trebuchet MS"/>
                <a:cs typeface="Trebuchet MS"/>
              </a:rPr>
              <a:t>Escherichia</a:t>
            </a:r>
            <a:r>
              <a:rPr sz="1650" spc="-75" dirty="0">
                <a:latin typeface="Trebuchet MS"/>
                <a:cs typeface="Trebuchet MS"/>
              </a:rPr>
              <a:t> </a:t>
            </a:r>
            <a:r>
              <a:rPr sz="1650" spc="-114" dirty="0">
                <a:latin typeface="Trebuchet MS"/>
                <a:cs typeface="Trebuchet MS"/>
              </a:rPr>
              <a:t>coli,</a:t>
            </a:r>
            <a:r>
              <a:rPr sz="1650" spc="-75" dirty="0">
                <a:latin typeface="Trebuchet MS"/>
                <a:cs typeface="Trebuchet MS"/>
              </a:rPr>
              <a:t> </a:t>
            </a:r>
            <a:r>
              <a:rPr sz="1650" spc="-55" dirty="0">
                <a:latin typeface="Trebuchet MS"/>
                <a:cs typeface="Trebuchet MS"/>
              </a:rPr>
              <a:t>Salmonella</a:t>
            </a:r>
            <a:r>
              <a:rPr sz="1650" spc="-70" dirty="0">
                <a:latin typeface="Trebuchet MS"/>
                <a:cs typeface="Trebuchet MS"/>
              </a:rPr>
              <a:t> </a:t>
            </a:r>
            <a:r>
              <a:rPr sz="1650" spc="-10" dirty="0">
                <a:latin typeface="Trebuchet MS"/>
                <a:cs typeface="Trebuchet MS"/>
              </a:rPr>
              <a:t>typhimurium</a:t>
            </a:r>
            <a:endParaRPr sz="1650">
              <a:latin typeface="Trebuchet MS"/>
              <a:cs typeface="Trebuchet MS"/>
            </a:endParaRPr>
          </a:p>
        </p:txBody>
      </p:sp>
      <p:pic>
        <p:nvPicPr>
          <p:cNvPr id="116" name="Gráfico 115">
            <a:extLst>
              <a:ext uri="{FF2B5EF4-FFF2-40B4-BE49-F238E27FC236}">
                <a16:creationId xmlns:a16="http://schemas.microsoft.com/office/drawing/2014/main" id="{AA46FB28-7380-F9C5-04F0-1861132EBF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51050" y="5194758"/>
            <a:ext cx="3225266" cy="9010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365992" cy="1130854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325393" y="9011750"/>
            <a:ext cx="4773930" cy="1929764"/>
            <a:chOff x="14325393" y="9011750"/>
            <a:chExt cx="4773930" cy="1929764"/>
          </a:xfrm>
        </p:grpSpPr>
        <p:sp>
          <p:nvSpPr>
            <p:cNvPr id="4" name="object 4"/>
            <p:cNvSpPr/>
            <p:nvPr/>
          </p:nvSpPr>
          <p:spPr>
            <a:xfrm>
              <a:off x="17000208" y="9011750"/>
              <a:ext cx="2098675" cy="1929764"/>
            </a:xfrm>
            <a:custGeom>
              <a:avLst/>
              <a:gdLst/>
              <a:ahLst/>
              <a:cxnLst/>
              <a:rect l="l" t="t" r="r" b="b"/>
              <a:pathLst>
                <a:path w="2098675" h="1929765">
                  <a:moveTo>
                    <a:pt x="36323" y="1271062"/>
                  </a:moveTo>
                  <a:lnTo>
                    <a:pt x="32135" y="1271764"/>
                  </a:lnTo>
                  <a:lnTo>
                    <a:pt x="27904" y="1272225"/>
                  </a:lnTo>
                  <a:lnTo>
                    <a:pt x="0" y="1273031"/>
                  </a:lnTo>
                  <a:lnTo>
                    <a:pt x="139456" y="1393142"/>
                  </a:lnTo>
                  <a:lnTo>
                    <a:pt x="383258" y="1606930"/>
                  </a:lnTo>
                  <a:lnTo>
                    <a:pt x="704564" y="1893850"/>
                  </a:lnTo>
                  <a:lnTo>
                    <a:pt x="708732" y="1897818"/>
                  </a:lnTo>
                  <a:lnTo>
                    <a:pt x="711611" y="1900645"/>
                  </a:lnTo>
                  <a:lnTo>
                    <a:pt x="713632" y="1902425"/>
                  </a:lnTo>
                  <a:lnTo>
                    <a:pt x="715695" y="1904153"/>
                  </a:lnTo>
                  <a:lnTo>
                    <a:pt x="760663" y="1926991"/>
                  </a:lnTo>
                  <a:lnTo>
                    <a:pt x="809950" y="1929252"/>
                  </a:lnTo>
                  <a:lnTo>
                    <a:pt x="854456" y="1914864"/>
                  </a:lnTo>
                  <a:lnTo>
                    <a:pt x="885082" y="1887756"/>
                  </a:lnTo>
                  <a:lnTo>
                    <a:pt x="891397" y="1880779"/>
                  </a:lnTo>
                  <a:lnTo>
                    <a:pt x="902606" y="1869063"/>
                  </a:lnTo>
                  <a:lnTo>
                    <a:pt x="908747" y="1862782"/>
                  </a:lnTo>
                  <a:lnTo>
                    <a:pt x="794902" y="1862782"/>
                  </a:lnTo>
                  <a:lnTo>
                    <a:pt x="746227" y="1858974"/>
                  </a:lnTo>
                  <a:lnTo>
                    <a:pt x="701413" y="1835223"/>
                  </a:lnTo>
                  <a:lnTo>
                    <a:pt x="36323" y="1271062"/>
                  </a:lnTo>
                  <a:close/>
                </a:path>
                <a:path w="2098675" h="1929765">
                  <a:moveTo>
                    <a:pt x="1423431" y="0"/>
                  </a:moveTo>
                  <a:lnTo>
                    <a:pt x="1412857" y="839"/>
                  </a:lnTo>
                  <a:lnTo>
                    <a:pt x="1393724" y="2085"/>
                  </a:lnTo>
                  <a:lnTo>
                    <a:pt x="1403287" y="2085"/>
                  </a:lnTo>
                  <a:lnTo>
                    <a:pt x="1452745" y="12251"/>
                  </a:lnTo>
                  <a:lnTo>
                    <a:pt x="1496425" y="44503"/>
                  </a:lnTo>
                  <a:lnTo>
                    <a:pt x="1970038" y="518304"/>
                  </a:lnTo>
                  <a:lnTo>
                    <a:pt x="1988733" y="536462"/>
                  </a:lnTo>
                  <a:lnTo>
                    <a:pt x="1998619" y="545660"/>
                  </a:lnTo>
                  <a:lnTo>
                    <a:pt x="2020692" y="573014"/>
                  </a:lnTo>
                  <a:lnTo>
                    <a:pt x="2035267" y="614263"/>
                  </a:lnTo>
                  <a:lnTo>
                    <a:pt x="2030304" y="663549"/>
                  </a:lnTo>
                  <a:lnTo>
                    <a:pt x="1993761" y="715016"/>
                  </a:lnTo>
                  <a:lnTo>
                    <a:pt x="1972708" y="735256"/>
                  </a:lnTo>
                  <a:lnTo>
                    <a:pt x="1730030" y="971413"/>
                  </a:lnTo>
                  <a:lnTo>
                    <a:pt x="902645" y="1788179"/>
                  </a:lnTo>
                  <a:lnTo>
                    <a:pt x="886592" y="1804634"/>
                  </a:lnTo>
                  <a:lnTo>
                    <a:pt x="875235" y="1816529"/>
                  </a:lnTo>
                  <a:lnTo>
                    <a:pt x="868884" y="1823559"/>
                  </a:lnTo>
                  <a:lnTo>
                    <a:pt x="838700" y="1849895"/>
                  </a:lnTo>
                  <a:lnTo>
                    <a:pt x="794902" y="1862782"/>
                  </a:lnTo>
                  <a:lnTo>
                    <a:pt x="908747" y="1862782"/>
                  </a:lnTo>
                  <a:lnTo>
                    <a:pt x="918414" y="1852896"/>
                  </a:lnTo>
                  <a:lnTo>
                    <a:pt x="1791521" y="994075"/>
                  </a:lnTo>
                  <a:lnTo>
                    <a:pt x="2033241" y="759732"/>
                  </a:lnTo>
                  <a:lnTo>
                    <a:pt x="2054377" y="739487"/>
                  </a:lnTo>
                  <a:lnTo>
                    <a:pt x="2087796" y="696851"/>
                  </a:lnTo>
                  <a:lnTo>
                    <a:pt x="2098604" y="654886"/>
                  </a:lnTo>
                  <a:lnTo>
                    <a:pt x="2093209" y="616696"/>
                  </a:lnTo>
                  <a:lnTo>
                    <a:pt x="2078019" y="585389"/>
                  </a:lnTo>
                  <a:lnTo>
                    <a:pt x="2059445" y="564068"/>
                  </a:lnTo>
                  <a:lnTo>
                    <a:pt x="2049168" y="554543"/>
                  </a:lnTo>
                  <a:lnTo>
                    <a:pt x="2029734" y="535737"/>
                  </a:lnTo>
                  <a:lnTo>
                    <a:pt x="1537481" y="45016"/>
                  </a:lnTo>
                  <a:lnTo>
                    <a:pt x="1532194" y="38189"/>
                  </a:lnTo>
                  <a:lnTo>
                    <a:pt x="1526288" y="32398"/>
                  </a:lnTo>
                  <a:lnTo>
                    <a:pt x="1520027" y="27488"/>
                  </a:lnTo>
                  <a:lnTo>
                    <a:pt x="1484764" y="8313"/>
                  </a:lnTo>
                  <a:lnTo>
                    <a:pt x="1450069" y="839"/>
                  </a:lnTo>
                  <a:lnTo>
                    <a:pt x="1450577" y="839"/>
                  </a:lnTo>
                  <a:lnTo>
                    <a:pt x="1423431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325393" y="9020336"/>
              <a:ext cx="4710430" cy="1854200"/>
            </a:xfrm>
            <a:custGeom>
              <a:avLst/>
              <a:gdLst/>
              <a:ahLst/>
              <a:cxnLst/>
              <a:rect l="l" t="t" r="r" b="b"/>
              <a:pathLst>
                <a:path w="4710430" h="1854200">
                  <a:moveTo>
                    <a:pt x="4186157" y="1181100"/>
                  </a:moveTo>
                  <a:lnTo>
                    <a:pt x="2481421" y="1181100"/>
                  </a:lnTo>
                  <a:lnTo>
                    <a:pt x="2487341" y="1193800"/>
                  </a:lnTo>
                  <a:lnTo>
                    <a:pt x="2494276" y="1206500"/>
                  </a:lnTo>
                  <a:lnTo>
                    <a:pt x="2502217" y="1219200"/>
                  </a:lnTo>
                  <a:lnTo>
                    <a:pt x="2511159" y="1231900"/>
                  </a:lnTo>
                  <a:lnTo>
                    <a:pt x="2524686" y="1231900"/>
                  </a:lnTo>
                  <a:lnTo>
                    <a:pt x="2539923" y="1244600"/>
                  </a:lnTo>
                  <a:lnTo>
                    <a:pt x="2556813" y="1257300"/>
                  </a:lnTo>
                  <a:lnTo>
                    <a:pt x="2575293" y="1257300"/>
                  </a:lnTo>
                  <a:lnTo>
                    <a:pt x="2584502" y="1270000"/>
                  </a:lnTo>
                  <a:lnTo>
                    <a:pt x="2711142" y="1270000"/>
                  </a:lnTo>
                  <a:lnTo>
                    <a:pt x="3050263" y="1549400"/>
                  </a:lnTo>
                  <a:lnTo>
                    <a:pt x="3136398" y="1625600"/>
                  </a:lnTo>
                  <a:lnTo>
                    <a:pt x="3176427" y="1663700"/>
                  </a:lnTo>
                  <a:lnTo>
                    <a:pt x="3214092" y="1689100"/>
                  </a:lnTo>
                  <a:lnTo>
                    <a:pt x="3249139" y="1727200"/>
                  </a:lnTo>
                  <a:lnTo>
                    <a:pt x="3281315" y="1752600"/>
                  </a:lnTo>
                  <a:lnTo>
                    <a:pt x="3310366" y="1778000"/>
                  </a:lnTo>
                  <a:lnTo>
                    <a:pt x="3336039" y="1803400"/>
                  </a:lnTo>
                  <a:lnTo>
                    <a:pt x="3358078" y="1816100"/>
                  </a:lnTo>
                  <a:lnTo>
                    <a:pt x="3376232" y="1828800"/>
                  </a:lnTo>
                  <a:lnTo>
                    <a:pt x="3421047" y="1854200"/>
                  </a:lnTo>
                  <a:lnTo>
                    <a:pt x="3469721" y="1854200"/>
                  </a:lnTo>
                  <a:lnTo>
                    <a:pt x="3513519" y="1841500"/>
                  </a:lnTo>
                  <a:lnTo>
                    <a:pt x="3543703" y="1816100"/>
                  </a:lnTo>
                  <a:lnTo>
                    <a:pt x="3550054" y="1816100"/>
                  </a:lnTo>
                  <a:lnTo>
                    <a:pt x="3561411" y="1803400"/>
                  </a:lnTo>
                  <a:lnTo>
                    <a:pt x="3577464" y="1790700"/>
                  </a:lnTo>
                  <a:lnTo>
                    <a:pt x="3597901" y="1765300"/>
                  </a:lnTo>
                  <a:lnTo>
                    <a:pt x="3622410" y="1739900"/>
                  </a:lnTo>
                  <a:lnTo>
                    <a:pt x="3650680" y="1714500"/>
                  </a:lnTo>
                  <a:lnTo>
                    <a:pt x="3682400" y="1676400"/>
                  </a:lnTo>
                  <a:lnTo>
                    <a:pt x="3717257" y="1651000"/>
                  </a:lnTo>
                  <a:lnTo>
                    <a:pt x="3754941" y="1612900"/>
                  </a:lnTo>
                  <a:lnTo>
                    <a:pt x="3795140" y="1574800"/>
                  </a:lnTo>
                  <a:lnTo>
                    <a:pt x="3837542" y="1524000"/>
                  </a:lnTo>
                  <a:lnTo>
                    <a:pt x="3881836" y="1485900"/>
                  </a:lnTo>
                  <a:lnTo>
                    <a:pt x="3927710" y="1435100"/>
                  </a:lnTo>
                  <a:lnTo>
                    <a:pt x="3974854" y="1397000"/>
                  </a:lnTo>
                  <a:lnTo>
                    <a:pt x="4022954" y="1346200"/>
                  </a:lnTo>
                  <a:lnTo>
                    <a:pt x="4169886" y="1193800"/>
                  </a:lnTo>
                  <a:lnTo>
                    <a:pt x="4186157" y="1181100"/>
                  </a:lnTo>
                  <a:close/>
                </a:path>
                <a:path w="4710430" h="1854200">
                  <a:moveTo>
                    <a:pt x="1500917" y="1498600"/>
                  </a:moveTo>
                  <a:lnTo>
                    <a:pt x="1277538" y="1498600"/>
                  </a:lnTo>
                  <a:lnTo>
                    <a:pt x="1294462" y="1511300"/>
                  </a:lnTo>
                  <a:lnTo>
                    <a:pt x="1312975" y="1524000"/>
                  </a:lnTo>
                  <a:lnTo>
                    <a:pt x="1463794" y="1524000"/>
                  </a:lnTo>
                  <a:lnTo>
                    <a:pt x="1482585" y="1511300"/>
                  </a:lnTo>
                  <a:lnTo>
                    <a:pt x="1500917" y="1498600"/>
                  </a:lnTo>
                  <a:close/>
                </a:path>
                <a:path w="4710430" h="1854200">
                  <a:moveTo>
                    <a:pt x="1530002" y="1270000"/>
                  </a:moveTo>
                  <a:lnTo>
                    <a:pt x="1202329" y="1270000"/>
                  </a:lnTo>
                  <a:lnTo>
                    <a:pt x="1201868" y="1295400"/>
                  </a:lnTo>
                  <a:lnTo>
                    <a:pt x="1201579" y="1320800"/>
                  </a:lnTo>
                  <a:lnTo>
                    <a:pt x="1201607" y="1358900"/>
                  </a:lnTo>
                  <a:lnTo>
                    <a:pt x="1202693" y="1371600"/>
                  </a:lnTo>
                  <a:lnTo>
                    <a:pt x="1204675" y="1397000"/>
                  </a:lnTo>
                  <a:lnTo>
                    <a:pt x="1207544" y="1409700"/>
                  </a:lnTo>
                  <a:lnTo>
                    <a:pt x="1211292" y="1422400"/>
                  </a:lnTo>
                  <a:lnTo>
                    <a:pt x="1217746" y="1435100"/>
                  </a:lnTo>
                  <a:lnTo>
                    <a:pt x="1226155" y="1460500"/>
                  </a:lnTo>
                  <a:lnTo>
                    <a:pt x="1236485" y="1473200"/>
                  </a:lnTo>
                  <a:lnTo>
                    <a:pt x="1248705" y="1485900"/>
                  </a:lnTo>
                  <a:lnTo>
                    <a:pt x="1262265" y="1498600"/>
                  </a:lnTo>
                  <a:lnTo>
                    <a:pt x="1501116" y="1498600"/>
                  </a:lnTo>
                  <a:lnTo>
                    <a:pt x="1521748" y="1460500"/>
                  </a:lnTo>
                  <a:lnTo>
                    <a:pt x="1525119" y="1409700"/>
                  </a:lnTo>
                  <a:lnTo>
                    <a:pt x="1526229" y="1397000"/>
                  </a:lnTo>
                  <a:lnTo>
                    <a:pt x="1527164" y="1371600"/>
                  </a:lnTo>
                  <a:lnTo>
                    <a:pt x="1527922" y="1358900"/>
                  </a:lnTo>
                  <a:lnTo>
                    <a:pt x="1528545" y="1333500"/>
                  </a:lnTo>
                  <a:lnTo>
                    <a:pt x="1530002" y="1270000"/>
                  </a:lnTo>
                  <a:close/>
                </a:path>
                <a:path w="4710430" h="1854200">
                  <a:moveTo>
                    <a:pt x="134082" y="863600"/>
                  </a:moveTo>
                  <a:lnTo>
                    <a:pt x="86121" y="863600"/>
                  </a:lnTo>
                  <a:lnTo>
                    <a:pt x="58866" y="876300"/>
                  </a:lnTo>
                  <a:lnTo>
                    <a:pt x="10449" y="952500"/>
                  </a:lnTo>
                  <a:lnTo>
                    <a:pt x="2382" y="1003300"/>
                  </a:lnTo>
                  <a:lnTo>
                    <a:pt x="504" y="1041400"/>
                  </a:lnTo>
                  <a:lnTo>
                    <a:pt x="0" y="1079500"/>
                  </a:lnTo>
                  <a:lnTo>
                    <a:pt x="2511" y="1104900"/>
                  </a:lnTo>
                  <a:lnTo>
                    <a:pt x="9849" y="1117600"/>
                  </a:lnTo>
                  <a:lnTo>
                    <a:pt x="21979" y="1143000"/>
                  </a:lnTo>
                  <a:lnTo>
                    <a:pt x="54506" y="1181100"/>
                  </a:lnTo>
                  <a:lnTo>
                    <a:pt x="92760" y="1206500"/>
                  </a:lnTo>
                  <a:lnTo>
                    <a:pt x="138080" y="1231900"/>
                  </a:lnTo>
                  <a:lnTo>
                    <a:pt x="162683" y="1244600"/>
                  </a:lnTo>
                  <a:lnTo>
                    <a:pt x="188963" y="1244600"/>
                  </a:lnTo>
                  <a:lnTo>
                    <a:pt x="216831" y="1257300"/>
                  </a:lnTo>
                  <a:lnTo>
                    <a:pt x="246015" y="1257300"/>
                  </a:lnTo>
                  <a:lnTo>
                    <a:pt x="276402" y="1270000"/>
                  </a:lnTo>
                  <a:lnTo>
                    <a:pt x="418280" y="1270000"/>
                  </a:lnTo>
                  <a:lnTo>
                    <a:pt x="485042" y="1244600"/>
                  </a:lnTo>
                  <a:lnTo>
                    <a:pt x="544531" y="1219200"/>
                  </a:lnTo>
                  <a:lnTo>
                    <a:pt x="570385" y="1193800"/>
                  </a:lnTo>
                  <a:lnTo>
                    <a:pt x="593521" y="1181100"/>
                  </a:lnTo>
                  <a:lnTo>
                    <a:pt x="601791" y="1168400"/>
                  </a:lnTo>
                  <a:lnTo>
                    <a:pt x="609655" y="1155700"/>
                  </a:lnTo>
                  <a:lnTo>
                    <a:pt x="617117" y="1155700"/>
                  </a:lnTo>
                  <a:lnTo>
                    <a:pt x="624179" y="1143000"/>
                  </a:lnTo>
                  <a:lnTo>
                    <a:pt x="1871286" y="1143000"/>
                  </a:lnTo>
                  <a:lnTo>
                    <a:pt x="1879105" y="1130300"/>
                  </a:lnTo>
                  <a:lnTo>
                    <a:pt x="1886062" y="1130300"/>
                  </a:lnTo>
                  <a:lnTo>
                    <a:pt x="1892727" y="1117600"/>
                  </a:lnTo>
                  <a:lnTo>
                    <a:pt x="1899110" y="1104900"/>
                  </a:lnTo>
                  <a:lnTo>
                    <a:pt x="1905219" y="1092200"/>
                  </a:lnTo>
                  <a:lnTo>
                    <a:pt x="4278741" y="1092200"/>
                  </a:lnTo>
                  <a:lnTo>
                    <a:pt x="4314219" y="1054100"/>
                  </a:lnTo>
                  <a:lnTo>
                    <a:pt x="4360299" y="1016000"/>
                  </a:lnTo>
                  <a:lnTo>
                    <a:pt x="4382572" y="990600"/>
                  </a:lnTo>
                  <a:lnTo>
                    <a:pt x="926505" y="990600"/>
                  </a:lnTo>
                  <a:lnTo>
                    <a:pt x="923793" y="977900"/>
                  </a:lnTo>
                  <a:lnTo>
                    <a:pt x="923217" y="965200"/>
                  </a:lnTo>
                  <a:lnTo>
                    <a:pt x="923647" y="952500"/>
                  </a:lnTo>
                  <a:lnTo>
                    <a:pt x="925769" y="876300"/>
                  </a:lnTo>
                  <a:lnTo>
                    <a:pt x="147901" y="876300"/>
                  </a:lnTo>
                  <a:lnTo>
                    <a:pt x="134082" y="863600"/>
                  </a:lnTo>
                  <a:close/>
                </a:path>
                <a:path w="4710430" h="1854200">
                  <a:moveTo>
                    <a:pt x="932149" y="1257300"/>
                  </a:moveTo>
                  <a:lnTo>
                    <a:pt x="775576" y="1257300"/>
                  </a:lnTo>
                  <a:lnTo>
                    <a:pt x="801137" y="1270000"/>
                  </a:lnTo>
                  <a:lnTo>
                    <a:pt x="916564" y="1270000"/>
                  </a:lnTo>
                  <a:lnTo>
                    <a:pt x="932149" y="1257300"/>
                  </a:lnTo>
                  <a:close/>
                </a:path>
                <a:path w="4710430" h="1854200">
                  <a:moveTo>
                    <a:pt x="1530696" y="1257300"/>
                  </a:moveTo>
                  <a:lnTo>
                    <a:pt x="1084050" y="1257300"/>
                  </a:lnTo>
                  <a:lnTo>
                    <a:pt x="1099282" y="1270000"/>
                  </a:lnTo>
                  <a:lnTo>
                    <a:pt x="1530257" y="1270000"/>
                  </a:lnTo>
                  <a:lnTo>
                    <a:pt x="1530696" y="1257300"/>
                  </a:lnTo>
                  <a:close/>
                </a:path>
                <a:path w="4710430" h="1854200">
                  <a:moveTo>
                    <a:pt x="1801716" y="1219200"/>
                  </a:moveTo>
                  <a:lnTo>
                    <a:pt x="1018607" y="1219200"/>
                  </a:lnTo>
                  <a:lnTo>
                    <a:pt x="1021016" y="1231900"/>
                  </a:lnTo>
                  <a:lnTo>
                    <a:pt x="1023508" y="1231900"/>
                  </a:lnTo>
                  <a:lnTo>
                    <a:pt x="1036525" y="1244600"/>
                  </a:lnTo>
                  <a:lnTo>
                    <a:pt x="1050991" y="1244600"/>
                  </a:lnTo>
                  <a:lnTo>
                    <a:pt x="1066851" y="1257300"/>
                  </a:lnTo>
                  <a:lnTo>
                    <a:pt x="1551299" y="1257300"/>
                  </a:lnTo>
                  <a:lnTo>
                    <a:pt x="1573158" y="1270000"/>
                  </a:lnTo>
                  <a:lnTo>
                    <a:pt x="1669810" y="1270000"/>
                  </a:lnTo>
                  <a:lnTo>
                    <a:pt x="1705094" y="1257300"/>
                  </a:lnTo>
                  <a:lnTo>
                    <a:pt x="1739004" y="1244600"/>
                  </a:lnTo>
                  <a:lnTo>
                    <a:pt x="1771422" y="1231900"/>
                  </a:lnTo>
                  <a:lnTo>
                    <a:pt x="1801716" y="1219200"/>
                  </a:lnTo>
                  <a:close/>
                </a:path>
                <a:path w="4710430" h="1854200">
                  <a:moveTo>
                    <a:pt x="4278741" y="1092200"/>
                  </a:moveTo>
                  <a:lnTo>
                    <a:pt x="1908256" y="1092200"/>
                  </a:lnTo>
                  <a:lnTo>
                    <a:pt x="1909910" y="1104900"/>
                  </a:lnTo>
                  <a:lnTo>
                    <a:pt x="1949485" y="1155700"/>
                  </a:lnTo>
                  <a:lnTo>
                    <a:pt x="1998640" y="1206500"/>
                  </a:lnTo>
                  <a:lnTo>
                    <a:pt x="2025874" y="1219200"/>
                  </a:lnTo>
                  <a:lnTo>
                    <a:pt x="2054734" y="1244600"/>
                  </a:lnTo>
                  <a:lnTo>
                    <a:pt x="2085120" y="1244600"/>
                  </a:lnTo>
                  <a:lnTo>
                    <a:pt x="2116930" y="1257300"/>
                  </a:lnTo>
                  <a:lnTo>
                    <a:pt x="2142787" y="1270000"/>
                  </a:lnTo>
                  <a:lnTo>
                    <a:pt x="2281895" y="1270000"/>
                  </a:lnTo>
                  <a:lnTo>
                    <a:pt x="2304839" y="1257300"/>
                  </a:lnTo>
                  <a:lnTo>
                    <a:pt x="2352090" y="1257300"/>
                  </a:lnTo>
                  <a:lnTo>
                    <a:pt x="2375219" y="1244600"/>
                  </a:lnTo>
                  <a:lnTo>
                    <a:pt x="2397254" y="1231900"/>
                  </a:lnTo>
                  <a:lnTo>
                    <a:pt x="2418114" y="1231900"/>
                  </a:lnTo>
                  <a:lnTo>
                    <a:pt x="2435906" y="1219200"/>
                  </a:lnTo>
                  <a:lnTo>
                    <a:pt x="2452403" y="1206500"/>
                  </a:lnTo>
                  <a:lnTo>
                    <a:pt x="2467582" y="1193800"/>
                  </a:lnTo>
                  <a:lnTo>
                    <a:pt x="2481421" y="1181100"/>
                  </a:lnTo>
                  <a:lnTo>
                    <a:pt x="4186157" y="1181100"/>
                  </a:lnTo>
                  <a:lnTo>
                    <a:pt x="4218701" y="1155700"/>
                  </a:lnTo>
                  <a:lnTo>
                    <a:pt x="4266916" y="1104900"/>
                  </a:lnTo>
                  <a:lnTo>
                    <a:pt x="4278741" y="1092200"/>
                  </a:lnTo>
                  <a:close/>
                </a:path>
                <a:path w="4710430" h="1854200">
                  <a:moveTo>
                    <a:pt x="1871286" y="1143000"/>
                  </a:moveTo>
                  <a:lnTo>
                    <a:pt x="624179" y="1143000"/>
                  </a:lnTo>
                  <a:lnTo>
                    <a:pt x="633834" y="1155700"/>
                  </a:lnTo>
                  <a:lnTo>
                    <a:pt x="644710" y="1181100"/>
                  </a:lnTo>
                  <a:lnTo>
                    <a:pt x="688281" y="1219200"/>
                  </a:lnTo>
                  <a:lnTo>
                    <a:pt x="729991" y="1244600"/>
                  </a:lnTo>
                  <a:lnTo>
                    <a:pt x="753327" y="1257300"/>
                  </a:lnTo>
                  <a:lnTo>
                    <a:pt x="948578" y="1257300"/>
                  </a:lnTo>
                  <a:lnTo>
                    <a:pt x="964780" y="1244600"/>
                  </a:lnTo>
                  <a:lnTo>
                    <a:pt x="980698" y="1244600"/>
                  </a:lnTo>
                  <a:lnTo>
                    <a:pt x="996273" y="1231900"/>
                  </a:lnTo>
                  <a:lnTo>
                    <a:pt x="1009969" y="1231900"/>
                  </a:lnTo>
                  <a:lnTo>
                    <a:pt x="1016304" y="1219200"/>
                  </a:lnTo>
                  <a:lnTo>
                    <a:pt x="1801716" y="1219200"/>
                  </a:lnTo>
                  <a:lnTo>
                    <a:pt x="1829822" y="1193800"/>
                  </a:lnTo>
                  <a:lnTo>
                    <a:pt x="1855649" y="1168400"/>
                  </a:lnTo>
                  <a:lnTo>
                    <a:pt x="1871286" y="1143000"/>
                  </a:lnTo>
                  <a:close/>
                </a:path>
                <a:path w="4710430" h="1854200">
                  <a:moveTo>
                    <a:pt x="1216098" y="469900"/>
                  </a:moveTo>
                  <a:lnTo>
                    <a:pt x="1041659" y="469900"/>
                  </a:lnTo>
                  <a:lnTo>
                    <a:pt x="1025696" y="482600"/>
                  </a:lnTo>
                  <a:lnTo>
                    <a:pt x="998946" y="520700"/>
                  </a:lnTo>
                  <a:lnTo>
                    <a:pt x="991520" y="571500"/>
                  </a:lnTo>
                  <a:lnTo>
                    <a:pt x="989874" y="622300"/>
                  </a:lnTo>
                  <a:lnTo>
                    <a:pt x="989003" y="673100"/>
                  </a:lnTo>
                  <a:lnTo>
                    <a:pt x="988492" y="698500"/>
                  </a:lnTo>
                  <a:lnTo>
                    <a:pt x="987767" y="736600"/>
                  </a:lnTo>
                  <a:lnTo>
                    <a:pt x="985921" y="774700"/>
                  </a:lnTo>
                  <a:lnTo>
                    <a:pt x="981914" y="825500"/>
                  </a:lnTo>
                  <a:lnTo>
                    <a:pt x="976049" y="876300"/>
                  </a:lnTo>
                  <a:lnTo>
                    <a:pt x="967926" y="914400"/>
                  </a:lnTo>
                  <a:lnTo>
                    <a:pt x="962965" y="939800"/>
                  </a:lnTo>
                  <a:lnTo>
                    <a:pt x="958462" y="952500"/>
                  </a:lnTo>
                  <a:lnTo>
                    <a:pt x="953385" y="965200"/>
                  </a:lnTo>
                  <a:lnTo>
                    <a:pt x="947753" y="977900"/>
                  </a:lnTo>
                  <a:lnTo>
                    <a:pt x="941583" y="990600"/>
                  </a:lnTo>
                  <a:lnTo>
                    <a:pt x="4382572" y="990600"/>
                  </a:lnTo>
                  <a:lnTo>
                    <a:pt x="4404845" y="965200"/>
                  </a:lnTo>
                  <a:lnTo>
                    <a:pt x="4447544" y="927100"/>
                  </a:lnTo>
                  <a:lnTo>
                    <a:pt x="4488086" y="889000"/>
                  </a:lnTo>
                  <a:lnTo>
                    <a:pt x="4526158" y="850900"/>
                  </a:lnTo>
                  <a:lnTo>
                    <a:pt x="4561450" y="812800"/>
                  </a:lnTo>
                  <a:lnTo>
                    <a:pt x="4593649" y="787400"/>
                  </a:lnTo>
                  <a:lnTo>
                    <a:pt x="4622445" y="762000"/>
                  </a:lnTo>
                  <a:lnTo>
                    <a:pt x="4647526" y="736600"/>
                  </a:lnTo>
                  <a:lnTo>
                    <a:pt x="4668580" y="711200"/>
                  </a:lnTo>
                  <a:lnTo>
                    <a:pt x="4705123" y="660400"/>
                  </a:lnTo>
                  <a:lnTo>
                    <a:pt x="1936768" y="660400"/>
                  </a:lnTo>
                  <a:lnTo>
                    <a:pt x="1925777" y="622300"/>
                  </a:lnTo>
                  <a:lnTo>
                    <a:pt x="1912812" y="596900"/>
                  </a:lnTo>
                  <a:lnTo>
                    <a:pt x="1897870" y="571500"/>
                  </a:lnTo>
                  <a:lnTo>
                    <a:pt x="1880947" y="546100"/>
                  </a:lnTo>
                  <a:lnTo>
                    <a:pt x="1848859" y="520700"/>
                  </a:lnTo>
                  <a:lnTo>
                    <a:pt x="1506236" y="520700"/>
                  </a:lnTo>
                  <a:lnTo>
                    <a:pt x="1503273" y="508000"/>
                  </a:lnTo>
                  <a:lnTo>
                    <a:pt x="1496886" y="508000"/>
                  </a:lnTo>
                  <a:lnTo>
                    <a:pt x="1471942" y="495300"/>
                  </a:lnTo>
                  <a:lnTo>
                    <a:pt x="1249783" y="495300"/>
                  </a:lnTo>
                  <a:lnTo>
                    <a:pt x="1239289" y="482600"/>
                  </a:lnTo>
                  <a:lnTo>
                    <a:pt x="1228058" y="482600"/>
                  </a:lnTo>
                  <a:lnTo>
                    <a:pt x="1216098" y="469900"/>
                  </a:lnTo>
                  <a:close/>
                </a:path>
                <a:path w="4710430" h="1854200">
                  <a:moveTo>
                    <a:pt x="476387" y="279400"/>
                  </a:moveTo>
                  <a:lnTo>
                    <a:pt x="345862" y="279400"/>
                  </a:lnTo>
                  <a:lnTo>
                    <a:pt x="313209" y="292100"/>
                  </a:lnTo>
                  <a:lnTo>
                    <a:pt x="280630" y="292100"/>
                  </a:lnTo>
                  <a:lnTo>
                    <a:pt x="214505" y="317500"/>
                  </a:lnTo>
                  <a:lnTo>
                    <a:pt x="155440" y="355600"/>
                  </a:lnTo>
                  <a:lnTo>
                    <a:pt x="103871" y="406400"/>
                  </a:lnTo>
                  <a:lnTo>
                    <a:pt x="62919" y="457200"/>
                  </a:lnTo>
                  <a:lnTo>
                    <a:pt x="46959" y="495300"/>
                  </a:lnTo>
                  <a:lnTo>
                    <a:pt x="35570" y="533400"/>
                  </a:lnTo>
                  <a:lnTo>
                    <a:pt x="28786" y="584200"/>
                  </a:lnTo>
                  <a:lnTo>
                    <a:pt x="26637" y="622300"/>
                  </a:lnTo>
                  <a:lnTo>
                    <a:pt x="28662" y="660400"/>
                  </a:lnTo>
                  <a:lnTo>
                    <a:pt x="34389" y="698500"/>
                  </a:lnTo>
                  <a:lnTo>
                    <a:pt x="43795" y="736600"/>
                  </a:lnTo>
                  <a:lnTo>
                    <a:pt x="72326" y="787400"/>
                  </a:lnTo>
                  <a:lnTo>
                    <a:pt x="109431" y="838200"/>
                  </a:lnTo>
                  <a:lnTo>
                    <a:pt x="130938" y="863600"/>
                  </a:lnTo>
                  <a:lnTo>
                    <a:pt x="145992" y="863600"/>
                  </a:lnTo>
                  <a:lnTo>
                    <a:pt x="153705" y="876300"/>
                  </a:lnTo>
                  <a:lnTo>
                    <a:pt x="925769" y="876300"/>
                  </a:lnTo>
                  <a:lnTo>
                    <a:pt x="926127" y="863600"/>
                  </a:lnTo>
                  <a:lnTo>
                    <a:pt x="930488" y="723900"/>
                  </a:lnTo>
                  <a:lnTo>
                    <a:pt x="932236" y="673100"/>
                  </a:lnTo>
                  <a:lnTo>
                    <a:pt x="933076" y="635000"/>
                  </a:lnTo>
                  <a:lnTo>
                    <a:pt x="933144" y="622300"/>
                  </a:lnTo>
                  <a:lnTo>
                    <a:pt x="932038" y="609600"/>
                  </a:lnTo>
                  <a:lnTo>
                    <a:pt x="929967" y="596900"/>
                  </a:lnTo>
                  <a:lnTo>
                    <a:pt x="926940" y="571500"/>
                  </a:lnTo>
                  <a:lnTo>
                    <a:pt x="907540" y="533400"/>
                  </a:lnTo>
                  <a:lnTo>
                    <a:pt x="870577" y="495300"/>
                  </a:lnTo>
                  <a:lnTo>
                    <a:pt x="855142" y="482600"/>
                  </a:lnTo>
                  <a:lnTo>
                    <a:pt x="838084" y="482600"/>
                  </a:lnTo>
                  <a:lnTo>
                    <a:pt x="819451" y="469900"/>
                  </a:lnTo>
                  <a:lnTo>
                    <a:pt x="690931" y="469900"/>
                  </a:lnTo>
                  <a:lnTo>
                    <a:pt x="680986" y="431800"/>
                  </a:lnTo>
                  <a:lnTo>
                    <a:pt x="665737" y="393700"/>
                  </a:lnTo>
                  <a:lnTo>
                    <a:pt x="645295" y="368300"/>
                  </a:lnTo>
                  <a:lnTo>
                    <a:pt x="619771" y="342900"/>
                  </a:lnTo>
                  <a:lnTo>
                    <a:pt x="579860" y="317500"/>
                  </a:lnTo>
                  <a:lnTo>
                    <a:pt x="532006" y="292100"/>
                  </a:lnTo>
                  <a:lnTo>
                    <a:pt x="476387" y="279400"/>
                  </a:lnTo>
                  <a:close/>
                </a:path>
                <a:path w="4710430" h="1854200">
                  <a:moveTo>
                    <a:pt x="4104011" y="0"/>
                  </a:moveTo>
                  <a:lnTo>
                    <a:pt x="4052651" y="0"/>
                  </a:lnTo>
                  <a:lnTo>
                    <a:pt x="2721990" y="88900"/>
                  </a:lnTo>
                  <a:lnTo>
                    <a:pt x="2687639" y="88900"/>
                  </a:lnTo>
                  <a:lnTo>
                    <a:pt x="2661274" y="101600"/>
                  </a:lnTo>
                  <a:lnTo>
                    <a:pt x="2644373" y="114300"/>
                  </a:lnTo>
                  <a:lnTo>
                    <a:pt x="2638411" y="127000"/>
                  </a:lnTo>
                  <a:lnTo>
                    <a:pt x="2271847" y="469900"/>
                  </a:lnTo>
                  <a:lnTo>
                    <a:pt x="2189043" y="469900"/>
                  </a:lnTo>
                  <a:lnTo>
                    <a:pt x="2151837" y="482600"/>
                  </a:lnTo>
                  <a:lnTo>
                    <a:pt x="2086119" y="508000"/>
                  </a:lnTo>
                  <a:lnTo>
                    <a:pt x="2030038" y="546100"/>
                  </a:lnTo>
                  <a:lnTo>
                    <a:pt x="2005656" y="571500"/>
                  </a:lnTo>
                  <a:lnTo>
                    <a:pt x="1985630" y="584200"/>
                  </a:lnTo>
                  <a:lnTo>
                    <a:pt x="1967450" y="609600"/>
                  </a:lnTo>
                  <a:lnTo>
                    <a:pt x="1951151" y="635000"/>
                  </a:lnTo>
                  <a:lnTo>
                    <a:pt x="1936768" y="660400"/>
                  </a:lnTo>
                  <a:lnTo>
                    <a:pt x="4705123" y="660400"/>
                  </a:lnTo>
                  <a:lnTo>
                    <a:pt x="4710086" y="609600"/>
                  </a:lnTo>
                  <a:lnTo>
                    <a:pt x="4695511" y="571500"/>
                  </a:lnTo>
                  <a:lnTo>
                    <a:pt x="4673438" y="546100"/>
                  </a:lnTo>
                  <a:lnTo>
                    <a:pt x="4663552" y="533400"/>
                  </a:lnTo>
                  <a:lnTo>
                    <a:pt x="4644856" y="520700"/>
                  </a:lnTo>
                  <a:lnTo>
                    <a:pt x="4618553" y="495300"/>
                  </a:lnTo>
                  <a:lnTo>
                    <a:pt x="4585846" y="457200"/>
                  </a:lnTo>
                  <a:lnTo>
                    <a:pt x="4547938" y="419100"/>
                  </a:lnTo>
                  <a:lnTo>
                    <a:pt x="4506032" y="381000"/>
                  </a:lnTo>
                  <a:lnTo>
                    <a:pt x="4461332" y="330200"/>
                  </a:lnTo>
                  <a:lnTo>
                    <a:pt x="4415041" y="292100"/>
                  </a:lnTo>
                  <a:lnTo>
                    <a:pt x="4368361" y="241300"/>
                  </a:lnTo>
                  <a:lnTo>
                    <a:pt x="4278648" y="152400"/>
                  </a:lnTo>
                  <a:lnTo>
                    <a:pt x="4171244" y="38100"/>
                  </a:lnTo>
                  <a:lnTo>
                    <a:pt x="4150755" y="25400"/>
                  </a:lnTo>
                  <a:lnTo>
                    <a:pt x="4104011" y="0"/>
                  </a:lnTo>
                  <a:close/>
                </a:path>
                <a:path w="4710430" h="1854200">
                  <a:moveTo>
                    <a:pt x="1725167" y="469900"/>
                  </a:moveTo>
                  <a:lnTo>
                    <a:pt x="1621657" y="469900"/>
                  </a:lnTo>
                  <a:lnTo>
                    <a:pt x="1585894" y="482600"/>
                  </a:lnTo>
                  <a:lnTo>
                    <a:pt x="1553091" y="495300"/>
                  </a:lnTo>
                  <a:lnTo>
                    <a:pt x="1523367" y="508000"/>
                  </a:lnTo>
                  <a:lnTo>
                    <a:pt x="1511765" y="508000"/>
                  </a:lnTo>
                  <a:lnTo>
                    <a:pt x="1506236" y="520700"/>
                  </a:lnTo>
                  <a:lnTo>
                    <a:pt x="1848859" y="520700"/>
                  </a:lnTo>
                  <a:lnTo>
                    <a:pt x="1812138" y="495300"/>
                  </a:lnTo>
                  <a:lnTo>
                    <a:pt x="1770877" y="482600"/>
                  </a:lnTo>
                  <a:lnTo>
                    <a:pt x="1725167" y="469900"/>
                  </a:lnTo>
                  <a:close/>
                </a:path>
                <a:path w="4710430" h="1854200">
                  <a:moveTo>
                    <a:pt x="1409125" y="469900"/>
                  </a:moveTo>
                  <a:lnTo>
                    <a:pt x="1285100" y="469900"/>
                  </a:lnTo>
                  <a:lnTo>
                    <a:pt x="1267159" y="482600"/>
                  </a:lnTo>
                  <a:lnTo>
                    <a:pt x="1249783" y="495300"/>
                  </a:lnTo>
                  <a:lnTo>
                    <a:pt x="1471942" y="495300"/>
                  </a:lnTo>
                  <a:lnTo>
                    <a:pt x="1442653" y="482600"/>
                  </a:lnTo>
                  <a:lnTo>
                    <a:pt x="1409125" y="4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675847" y="9046691"/>
              <a:ext cx="2308225" cy="1785620"/>
            </a:xfrm>
            <a:custGeom>
              <a:avLst/>
              <a:gdLst/>
              <a:ahLst/>
              <a:cxnLst/>
              <a:rect l="l" t="t" r="r" b="b"/>
              <a:pathLst>
                <a:path w="2308225" h="1785620">
                  <a:moveTo>
                    <a:pt x="415704" y="1205827"/>
                  </a:moveTo>
                  <a:lnTo>
                    <a:pt x="389925" y="1226172"/>
                  </a:lnTo>
                  <a:lnTo>
                    <a:pt x="1019923" y="1752364"/>
                  </a:lnTo>
                  <a:lnTo>
                    <a:pt x="1025675" y="1757391"/>
                  </a:lnTo>
                  <a:lnTo>
                    <a:pt x="1067442" y="1781498"/>
                  </a:lnTo>
                  <a:lnTo>
                    <a:pt x="1114276" y="1785047"/>
                  </a:lnTo>
                  <a:lnTo>
                    <a:pt x="1156988" y="1772007"/>
                  </a:lnTo>
                  <a:lnTo>
                    <a:pt x="1186393" y="1746344"/>
                  </a:lnTo>
                  <a:lnTo>
                    <a:pt x="1192784" y="1739301"/>
                  </a:lnTo>
                  <a:lnTo>
                    <a:pt x="1204302" y="1727290"/>
                  </a:lnTo>
                  <a:lnTo>
                    <a:pt x="1210569" y="1720891"/>
                  </a:lnTo>
                  <a:lnTo>
                    <a:pt x="1089096" y="1720891"/>
                  </a:lnTo>
                  <a:lnTo>
                    <a:pt x="1040236" y="1713010"/>
                  </a:lnTo>
                  <a:lnTo>
                    <a:pt x="998189" y="1688440"/>
                  </a:lnTo>
                  <a:lnTo>
                    <a:pt x="989163" y="1680821"/>
                  </a:lnTo>
                  <a:lnTo>
                    <a:pt x="415704" y="1205827"/>
                  </a:lnTo>
                  <a:close/>
                </a:path>
                <a:path w="2308225" h="1785620">
                  <a:moveTo>
                    <a:pt x="1792416" y="41914"/>
                  </a:moveTo>
                  <a:lnTo>
                    <a:pt x="1673657" y="41914"/>
                  </a:lnTo>
                  <a:lnTo>
                    <a:pt x="1699363" y="44070"/>
                  </a:lnTo>
                  <a:lnTo>
                    <a:pt x="1718505" y="56968"/>
                  </a:lnTo>
                  <a:lnTo>
                    <a:pt x="1741433" y="84081"/>
                  </a:lnTo>
                  <a:lnTo>
                    <a:pt x="2177746" y="505175"/>
                  </a:lnTo>
                  <a:lnTo>
                    <a:pt x="2197369" y="523597"/>
                  </a:lnTo>
                  <a:lnTo>
                    <a:pt x="2207608" y="532811"/>
                  </a:lnTo>
                  <a:lnTo>
                    <a:pt x="2228075" y="557314"/>
                  </a:lnTo>
                  <a:lnTo>
                    <a:pt x="2241499" y="594307"/>
                  </a:lnTo>
                  <a:lnTo>
                    <a:pt x="2236722" y="638148"/>
                  </a:lnTo>
                  <a:lnTo>
                    <a:pt x="2236677" y="638559"/>
                  </a:lnTo>
                  <a:lnTo>
                    <a:pt x="2202404" y="684837"/>
                  </a:lnTo>
                  <a:lnTo>
                    <a:pt x="2183045" y="702795"/>
                  </a:lnTo>
                  <a:lnTo>
                    <a:pt x="2104560" y="776840"/>
                  </a:lnTo>
                  <a:lnTo>
                    <a:pt x="1837502" y="1033064"/>
                  </a:lnTo>
                  <a:lnTo>
                    <a:pt x="1212875" y="1641757"/>
                  </a:lnTo>
                  <a:lnTo>
                    <a:pt x="1179050" y="1675689"/>
                  </a:lnTo>
                  <a:lnTo>
                    <a:pt x="1164163" y="1691278"/>
                  </a:lnTo>
                  <a:lnTo>
                    <a:pt x="1133996" y="1713256"/>
                  </a:lnTo>
                  <a:lnTo>
                    <a:pt x="1089096" y="1720891"/>
                  </a:lnTo>
                  <a:lnTo>
                    <a:pt x="1210569" y="1720891"/>
                  </a:lnTo>
                  <a:lnTo>
                    <a:pt x="1220617" y="1710634"/>
                  </a:lnTo>
                  <a:lnTo>
                    <a:pt x="2045586" y="898964"/>
                  </a:lnTo>
                  <a:lnTo>
                    <a:pt x="2246422" y="704212"/>
                  </a:lnTo>
                  <a:lnTo>
                    <a:pt x="2267396" y="684104"/>
                  </a:lnTo>
                  <a:lnTo>
                    <a:pt x="2301235" y="638148"/>
                  </a:lnTo>
                  <a:lnTo>
                    <a:pt x="2307979" y="594307"/>
                  </a:lnTo>
                  <a:lnTo>
                    <a:pt x="2308080" y="593653"/>
                  </a:lnTo>
                  <a:lnTo>
                    <a:pt x="2297268" y="555168"/>
                  </a:lnTo>
                  <a:lnTo>
                    <a:pt x="2278140" y="527240"/>
                  </a:lnTo>
                  <a:lnTo>
                    <a:pt x="2276119" y="525125"/>
                  </a:lnTo>
                  <a:lnTo>
                    <a:pt x="2274182" y="523282"/>
                  </a:lnTo>
                  <a:lnTo>
                    <a:pt x="2272307" y="521690"/>
                  </a:lnTo>
                  <a:lnTo>
                    <a:pt x="2261741" y="511811"/>
                  </a:lnTo>
                  <a:lnTo>
                    <a:pt x="2241488" y="492061"/>
                  </a:lnTo>
                  <a:lnTo>
                    <a:pt x="1792416" y="41914"/>
                  </a:lnTo>
                  <a:close/>
                </a:path>
                <a:path w="2308225" h="1785620">
                  <a:moveTo>
                    <a:pt x="1702496" y="0"/>
                  </a:moveTo>
                  <a:lnTo>
                    <a:pt x="1684702" y="0"/>
                  </a:lnTo>
                  <a:lnTo>
                    <a:pt x="1679268" y="397"/>
                  </a:lnTo>
                  <a:lnTo>
                    <a:pt x="1677404" y="649"/>
                  </a:lnTo>
                  <a:lnTo>
                    <a:pt x="400427" y="83180"/>
                  </a:lnTo>
                  <a:lnTo>
                    <a:pt x="342133" y="100618"/>
                  </a:lnTo>
                  <a:lnTo>
                    <a:pt x="0" y="434761"/>
                  </a:lnTo>
                  <a:lnTo>
                    <a:pt x="7319" y="435756"/>
                  </a:lnTo>
                  <a:lnTo>
                    <a:pt x="14449" y="436939"/>
                  </a:lnTo>
                  <a:lnTo>
                    <a:pt x="21371" y="438321"/>
                  </a:lnTo>
                  <a:lnTo>
                    <a:pt x="312199" y="158937"/>
                  </a:lnTo>
                  <a:lnTo>
                    <a:pt x="330847" y="142944"/>
                  </a:lnTo>
                  <a:lnTo>
                    <a:pt x="345193" y="134417"/>
                  </a:lnTo>
                  <a:lnTo>
                    <a:pt x="362555" y="130480"/>
                  </a:lnTo>
                  <a:lnTo>
                    <a:pt x="390249" y="128257"/>
                  </a:lnTo>
                  <a:lnTo>
                    <a:pt x="1631039" y="47024"/>
                  </a:lnTo>
                  <a:lnTo>
                    <a:pt x="1673657" y="41914"/>
                  </a:lnTo>
                  <a:lnTo>
                    <a:pt x="1792416" y="41914"/>
                  </a:lnTo>
                  <a:lnTo>
                    <a:pt x="1791139" y="40627"/>
                  </a:lnTo>
                  <a:lnTo>
                    <a:pt x="1770320" y="20888"/>
                  </a:lnTo>
                  <a:lnTo>
                    <a:pt x="1746745" y="8679"/>
                  </a:lnTo>
                  <a:lnTo>
                    <a:pt x="1723064" y="2270"/>
                  </a:lnTo>
                  <a:lnTo>
                    <a:pt x="1702496" y="0"/>
                  </a:lnTo>
                  <a:close/>
                </a:path>
              </a:pathLst>
            </a:custGeom>
            <a:solidFill>
              <a:srgbClr val="EE0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554123" y="9539509"/>
              <a:ext cx="1543685" cy="648335"/>
            </a:xfrm>
            <a:custGeom>
              <a:avLst/>
              <a:gdLst/>
              <a:ahLst/>
              <a:cxnLst/>
              <a:rect l="l" t="t" r="r" b="b"/>
              <a:pathLst>
                <a:path w="1543684" h="648334">
                  <a:moveTo>
                    <a:pt x="25" y="0"/>
                  </a:moveTo>
                  <a:close/>
                </a:path>
                <a:path w="1543684" h="648334">
                  <a:moveTo>
                    <a:pt x="1305636" y="5588"/>
                  </a:moveTo>
                  <a:close/>
                </a:path>
                <a:path w="1543684" h="648334">
                  <a:moveTo>
                    <a:pt x="1543608" y="647827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678470" y="9424896"/>
              <a:ext cx="276860" cy="68580"/>
            </a:xfrm>
            <a:custGeom>
              <a:avLst/>
              <a:gdLst/>
              <a:ahLst/>
              <a:cxnLst/>
              <a:rect l="l" t="t" r="r" b="b"/>
              <a:pathLst>
                <a:path w="276859" h="68579">
                  <a:moveTo>
                    <a:pt x="181419" y="0"/>
                  </a:moveTo>
                  <a:lnTo>
                    <a:pt x="169218" y="77"/>
                  </a:lnTo>
                  <a:lnTo>
                    <a:pt x="156913" y="753"/>
                  </a:lnTo>
                  <a:lnTo>
                    <a:pt x="144623" y="1945"/>
                  </a:lnTo>
                  <a:lnTo>
                    <a:pt x="0" y="19044"/>
                  </a:lnTo>
                  <a:lnTo>
                    <a:pt x="14418" y="55650"/>
                  </a:lnTo>
                  <a:lnTo>
                    <a:pt x="159021" y="38593"/>
                  </a:lnTo>
                  <a:lnTo>
                    <a:pt x="171316" y="37377"/>
                  </a:lnTo>
                  <a:lnTo>
                    <a:pt x="183623" y="36687"/>
                  </a:lnTo>
                  <a:lnTo>
                    <a:pt x="195831" y="36602"/>
                  </a:lnTo>
                  <a:lnTo>
                    <a:pt x="207826" y="37200"/>
                  </a:lnTo>
                  <a:lnTo>
                    <a:pt x="228232" y="40236"/>
                  </a:lnTo>
                  <a:lnTo>
                    <a:pt x="246870" y="46193"/>
                  </a:lnTo>
                  <a:lnTo>
                    <a:pt x="263104" y="55478"/>
                  </a:lnTo>
                  <a:lnTo>
                    <a:pt x="276295" y="68498"/>
                  </a:lnTo>
                  <a:lnTo>
                    <a:pt x="275237" y="60351"/>
                  </a:lnTo>
                  <a:lnTo>
                    <a:pt x="255719" y="24593"/>
                  </a:lnTo>
                  <a:lnTo>
                    <a:pt x="214558" y="3746"/>
                  </a:lnTo>
                  <a:lnTo>
                    <a:pt x="193397" y="604"/>
                  </a:lnTo>
                  <a:lnTo>
                    <a:pt x="181419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666432" y="9443936"/>
              <a:ext cx="26670" cy="224154"/>
            </a:xfrm>
            <a:custGeom>
              <a:avLst/>
              <a:gdLst/>
              <a:ahLst/>
              <a:cxnLst/>
              <a:rect l="l" t="t" r="r" b="b"/>
              <a:pathLst>
                <a:path w="26669" h="224154">
                  <a:moveTo>
                    <a:pt x="12041" y="0"/>
                  </a:moveTo>
                  <a:lnTo>
                    <a:pt x="0" y="224118"/>
                  </a:lnTo>
                  <a:lnTo>
                    <a:pt x="16460" y="222223"/>
                  </a:lnTo>
                  <a:lnTo>
                    <a:pt x="26459" y="36606"/>
                  </a:lnTo>
                  <a:lnTo>
                    <a:pt x="12041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656468" y="9365913"/>
              <a:ext cx="570865" cy="541020"/>
            </a:xfrm>
            <a:custGeom>
              <a:avLst/>
              <a:gdLst/>
              <a:ahLst/>
              <a:cxnLst/>
              <a:rect l="l" t="t" r="r" b="b"/>
              <a:pathLst>
                <a:path w="570865" h="541020">
                  <a:moveTo>
                    <a:pt x="312191" y="540499"/>
                  </a:moveTo>
                  <a:lnTo>
                    <a:pt x="297840" y="503440"/>
                  </a:lnTo>
                  <a:lnTo>
                    <a:pt x="268122" y="478726"/>
                  </a:lnTo>
                  <a:lnTo>
                    <a:pt x="227825" y="467194"/>
                  </a:lnTo>
                  <a:lnTo>
                    <a:pt x="207073" y="465683"/>
                  </a:lnTo>
                  <a:lnTo>
                    <a:pt x="194589" y="465721"/>
                  </a:lnTo>
                  <a:lnTo>
                    <a:pt x="182003" y="466369"/>
                  </a:lnTo>
                  <a:lnTo>
                    <a:pt x="169430" y="467563"/>
                  </a:lnTo>
                  <a:lnTo>
                    <a:pt x="0" y="486968"/>
                  </a:lnTo>
                  <a:lnTo>
                    <a:pt x="14389" y="523570"/>
                  </a:lnTo>
                  <a:lnTo>
                    <a:pt x="183845" y="504177"/>
                  </a:lnTo>
                  <a:lnTo>
                    <a:pt x="196405" y="502970"/>
                  </a:lnTo>
                  <a:lnTo>
                    <a:pt x="208978" y="502323"/>
                  </a:lnTo>
                  <a:lnTo>
                    <a:pt x="221462" y="502285"/>
                  </a:lnTo>
                  <a:lnTo>
                    <a:pt x="233756" y="502920"/>
                  </a:lnTo>
                  <a:lnTo>
                    <a:pt x="257263" y="506514"/>
                  </a:lnTo>
                  <a:lnTo>
                    <a:pt x="278714" y="513638"/>
                  </a:lnTo>
                  <a:lnTo>
                    <a:pt x="297281" y="524802"/>
                  </a:lnTo>
                  <a:lnTo>
                    <a:pt x="312191" y="540499"/>
                  </a:lnTo>
                  <a:close/>
                </a:path>
                <a:path w="570865" h="541020">
                  <a:moveTo>
                    <a:pt x="570407" y="139954"/>
                  </a:moveTo>
                  <a:lnTo>
                    <a:pt x="565797" y="84632"/>
                  </a:lnTo>
                  <a:lnTo>
                    <a:pt x="554355" y="41122"/>
                  </a:lnTo>
                  <a:lnTo>
                    <a:pt x="538670" y="0"/>
                  </a:lnTo>
                  <a:lnTo>
                    <a:pt x="538873" y="952"/>
                  </a:lnTo>
                  <a:lnTo>
                    <a:pt x="539216" y="1905"/>
                  </a:lnTo>
                  <a:lnTo>
                    <a:pt x="540829" y="6134"/>
                  </a:lnTo>
                  <a:lnTo>
                    <a:pt x="542175" y="10642"/>
                  </a:lnTo>
                  <a:lnTo>
                    <a:pt x="544626" y="18656"/>
                  </a:lnTo>
                  <a:lnTo>
                    <a:pt x="545795" y="22123"/>
                  </a:lnTo>
                  <a:lnTo>
                    <a:pt x="547814" y="30035"/>
                  </a:lnTo>
                  <a:lnTo>
                    <a:pt x="548665" y="34645"/>
                  </a:lnTo>
                  <a:lnTo>
                    <a:pt x="550329" y="43091"/>
                  </a:lnTo>
                  <a:lnTo>
                    <a:pt x="551180" y="46901"/>
                  </a:lnTo>
                  <a:lnTo>
                    <a:pt x="551751" y="50800"/>
                  </a:lnTo>
                  <a:lnTo>
                    <a:pt x="552462" y="55270"/>
                  </a:lnTo>
                  <a:lnTo>
                    <a:pt x="553872" y="69075"/>
                  </a:lnTo>
                  <a:lnTo>
                    <a:pt x="554342" y="73406"/>
                  </a:lnTo>
                  <a:lnTo>
                    <a:pt x="554901" y="81876"/>
                  </a:lnTo>
                  <a:lnTo>
                    <a:pt x="555218" y="90360"/>
                  </a:lnTo>
                  <a:lnTo>
                    <a:pt x="555294" y="93052"/>
                  </a:lnTo>
                  <a:lnTo>
                    <a:pt x="555536" y="95732"/>
                  </a:lnTo>
                  <a:lnTo>
                    <a:pt x="554863" y="139954"/>
                  </a:lnTo>
                  <a:lnTo>
                    <a:pt x="552881" y="163220"/>
                  </a:lnTo>
                  <a:lnTo>
                    <a:pt x="552818" y="163766"/>
                  </a:lnTo>
                  <a:lnTo>
                    <a:pt x="540118" y="216230"/>
                  </a:lnTo>
                  <a:lnTo>
                    <a:pt x="516636" y="261251"/>
                  </a:lnTo>
                  <a:lnTo>
                    <a:pt x="483831" y="299415"/>
                  </a:lnTo>
                  <a:lnTo>
                    <a:pt x="443230" y="331190"/>
                  </a:lnTo>
                  <a:lnTo>
                    <a:pt x="429348" y="339801"/>
                  </a:lnTo>
                  <a:lnTo>
                    <a:pt x="440601" y="343255"/>
                  </a:lnTo>
                  <a:lnTo>
                    <a:pt x="451789" y="347091"/>
                  </a:lnTo>
                  <a:lnTo>
                    <a:pt x="462889" y="351345"/>
                  </a:lnTo>
                  <a:lnTo>
                    <a:pt x="473849" y="356057"/>
                  </a:lnTo>
                  <a:lnTo>
                    <a:pt x="489369" y="343585"/>
                  </a:lnTo>
                  <a:lnTo>
                    <a:pt x="517461" y="315493"/>
                  </a:lnTo>
                  <a:lnTo>
                    <a:pt x="544271" y="275767"/>
                  </a:lnTo>
                  <a:lnTo>
                    <a:pt x="563346" y="223240"/>
                  </a:lnTo>
                  <a:lnTo>
                    <a:pt x="569887" y="167932"/>
                  </a:lnTo>
                  <a:lnTo>
                    <a:pt x="570407" y="140169"/>
                  </a:lnTo>
                  <a:lnTo>
                    <a:pt x="570407" y="13995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41349" y="9852878"/>
              <a:ext cx="29845" cy="260350"/>
            </a:xfrm>
            <a:custGeom>
              <a:avLst/>
              <a:gdLst/>
              <a:ahLst/>
              <a:cxnLst/>
              <a:rect l="l" t="t" r="r" b="b"/>
              <a:pathLst>
                <a:path w="29844" h="260350">
                  <a:moveTo>
                    <a:pt x="15119" y="0"/>
                  </a:moveTo>
                  <a:lnTo>
                    <a:pt x="0" y="260159"/>
                  </a:lnTo>
                  <a:lnTo>
                    <a:pt x="16575" y="258986"/>
                  </a:lnTo>
                  <a:lnTo>
                    <a:pt x="29506" y="36595"/>
                  </a:lnTo>
                  <a:lnTo>
                    <a:pt x="15119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896340" y="9429476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69" h="634">
                  <a:moveTo>
                    <a:pt x="0" y="0"/>
                  </a:moveTo>
                  <a:lnTo>
                    <a:pt x="513" y="125"/>
                  </a:lnTo>
                  <a:lnTo>
                    <a:pt x="764" y="178"/>
                  </a:lnTo>
                  <a:lnTo>
                    <a:pt x="251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3248" y="9426864"/>
              <a:ext cx="13850" cy="278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907299" y="9432979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1664" y="628"/>
                  </a:lnTo>
                  <a:lnTo>
                    <a:pt x="2492" y="963"/>
                  </a:lnTo>
                  <a:lnTo>
                    <a:pt x="827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7298" y="9432979"/>
              <a:ext cx="2492" cy="9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7951705" y="9367805"/>
              <a:ext cx="258445" cy="135890"/>
            </a:xfrm>
            <a:custGeom>
              <a:avLst/>
              <a:gdLst/>
              <a:ahLst/>
              <a:cxnLst/>
              <a:rect l="l" t="t" r="r" b="b"/>
              <a:pathLst>
                <a:path w="258444" h="135890">
                  <a:moveTo>
                    <a:pt x="9956" y="135610"/>
                  </a:moveTo>
                  <a:lnTo>
                    <a:pt x="0" y="110337"/>
                  </a:lnTo>
                  <a:lnTo>
                    <a:pt x="2006" y="117462"/>
                  </a:lnTo>
                  <a:lnTo>
                    <a:pt x="3060" y="125590"/>
                  </a:lnTo>
                  <a:lnTo>
                    <a:pt x="6705" y="130390"/>
                  </a:lnTo>
                  <a:lnTo>
                    <a:pt x="9956" y="135610"/>
                  </a:lnTo>
                  <a:close/>
                </a:path>
                <a:path w="258444" h="135890">
                  <a:moveTo>
                    <a:pt x="246837" y="8458"/>
                  </a:moveTo>
                  <a:lnTo>
                    <a:pt x="245643" y="4356"/>
                  </a:lnTo>
                  <a:lnTo>
                    <a:pt x="243979" y="0"/>
                  </a:lnTo>
                  <a:lnTo>
                    <a:pt x="245579" y="4241"/>
                  </a:lnTo>
                  <a:lnTo>
                    <a:pt x="246837" y="8458"/>
                  </a:lnTo>
                  <a:close/>
                </a:path>
                <a:path w="258444" h="135890">
                  <a:moveTo>
                    <a:pt x="257225" y="53517"/>
                  </a:moveTo>
                  <a:lnTo>
                    <a:pt x="257213" y="53390"/>
                  </a:lnTo>
                  <a:lnTo>
                    <a:pt x="256514" y="48907"/>
                  </a:lnTo>
                  <a:lnTo>
                    <a:pt x="257225" y="53517"/>
                  </a:lnTo>
                  <a:close/>
                </a:path>
                <a:path w="258444" h="135890">
                  <a:moveTo>
                    <a:pt x="258178" y="62839"/>
                  </a:moveTo>
                  <a:lnTo>
                    <a:pt x="257225" y="53517"/>
                  </a:lnTo>
                  <a:lnTo>
                    <a:pt x="257683" y="58178"/>
                  </a:lnTo>
                  <a:lnTo>
                    <a:pt x="258178" y="62839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85744" y="9529775"/>
              <a:ext cx="123523" cy="21253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085827" y="9698541"/>
              <a:ext cx="11664" cy="71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7962767" y="9885114"/>
              <a:ext cx="12700" cy="31750"/>
            </a:xfrm>
            <a:custGeom>
              <a:avLst/>
              <a:gdLst/>
              <a:ahLst/>
              <a:cxnLst/>
              <a:rect l="l" t="t" r="r" b="b"/>
              <a:pathLst>
                <a:path w="12700" h="31750">
                  <a:moveTo>
                    <a:pt x="2425" y="5702"/>
                  </a:moveTo>
                  <a:lnTo>
                    <a:pt x="355" y="469"/>
                  </a:lnTo>
                  <a:lnTo>
                    <a:pt x="0" y="0"/>
                  </a:lnTo>
                  <a:lnTo>
                    <a:pt x="2425" y="5702"/>
                  </a:lnTo>
                  <a:close/>
                </a:path>
                <a:path w="12700" h="31750">
                  <a:moveTo>
                    <a:pt x="12573" y="31534"/>
                  </a:moveTo>
                  <a:lnTo>
                    <a:pt x="2552" y="6019"/>
                  </a:lnTo>
                  <a:lnTo>
                    <a:pt x="4610" y="13220"/>
                  </a:lnTo>
                  <a:lnTo>
                    <a:pt x="5892" y="21297"/>
                  </a:lnTo>
                  <a:lnTo>
                    <a:pt x="9398" y="26238"/>
                  </a:lnTo>
                  <a:lnTo>
                    <a:pt x="12573" y="3153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55369" y="9237079"/>
              <a:ext cx="1403148" cy="113382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4390396" y="9355842"/>
              <a:ext cx="2438400" cy="1121410"/>
            </a:xfrm>
            <a:custGeom>
              <a:avLst/>
              <a:gdLst/>
              <a:ahLst/>
              <a:cxnLst/>
              <a:rect l="l" t="t" r="r" b="b"/>
              <a:pathLst>
                <a:path w="2438400" h="1121409">
                  <a:moveTo>
                    <a:pt x="565759" y="174256"/>
                  </a:moveTo>
                  <a:lnTo>
                    <a:pt x="552018" y="103619"/>
                  </a:lnTo>
                  <a:lnTo>
                    <a:pt x="511429" y="47866"/>
                  </a:lnTo>
                  <a:lnTo>
                    <a:pt x="443090" y="11747"/>
                  </a:lnTo>
                  <a:lnTo>
                    <a:pt x="398208" y="2819"/>
                  </a:lnTo>
                  <a:lnTo>
                    <a:pt x="346189" y="0"/>
                  </a:lnTo>
                  <a:lnTo>
                    <a:pt x="317754" y="1028"/>
                  </a:lnTo>
                  <a:lnTo>
                    <a:pt x="260692" y="8636"/>
                  </a:lnTo>
                  <a:lnTo>
                    <a:pt x="204139" y="23901"/>
                  </a:lnTo>
                  <a:lnTo>
                    <a:pt x="152768" y="48361"/>
                  </a:lnTo>
                  <a:lnTo>
                    <a:pt x="107645" y="82296"/>
                  </a:lnTo>
                  <a:lnTo>
                    <a:pt x="70535" y="125920"/>
                  </a:lnTo>
                  <a:lnTo>
                    <a:pt x="42532" y="179539"/>
                  </a:lnTo>
                  <a:lnTo>
                    <a:pt x="28295" y="244665"/>
                  </a:lnTo>
                  <a:lnTo>
                    <a:pt x="26631" y="281647"/>
                  </a:lnTo>
                  <a:lnTo>
                    <a:pt x="28155" y="314401"/>
                  </a:lnTo>
                  <a:lnTo>
                    <a:pt x="39611" y="370560"/>
                  </a:lnTo>
                  <a:lnTo>
                    <a:pt x="61595" y="414807"/>
                  </a:lnTo>
                  <a:lnTo>
                    <a:pt x="90131" y="450494"/>
                  </a:lnTo>
                  <a:lnTo>
                    <a:pt x="124155" y="478421"/>
                  </a:lnTo>
                  <a:lnTo>
                    <a:pt x="161213" y="500176"/>
                  </a:lnTo>
                  <a:lnTo>
                    <a:pt x="219087" y="524344"/>
                  </a:lnTo>
                  <a:lnTo>
                    <a:pt x="254800" y="539292"/>
                  </a:lnTo>
                  <a:lnTo>
                    <a:pt x="299707" y="562965"/>
                  </a:lnTo>
                  <a:lnTo>
                    <a:pt x="328650" y="592251"/>
                  </a:lnTo>
                  <a:lnTo>
                    <a:pt x="334378" y="618845"/>
                  </a:lnTo>
                  <a:lnTo>
                    <a:pt x="333933" y="626846"/>
                  </a:lnTo>
                  <a:lnTo>
                    <a:pt x="312661" y="662419"/>
                  </a:lnTo>
                  <a:lnTo>
                    <a:pt x="270383" y="677786"/>
                  </a:lnTo>
                  <a:lnTo>
                    <a:pt x="245884" y="679538"/>
                  </a:lnTo>
                  <a:lnTo>
                    <a:pt x="225793" y="678738"/>
                  </a:lnTo>
                  <a:lnTo>
                    <a:pt x="173062" y="665619"/>
                  </a:lnTo>
                  <a:lnTo>
                    <a:pt x="130263" y="642493"/>
                  </a:lnTo>
                  <a:lnTo>
                    <a:pt x="75793" y="602119"/>
                  </a:lnTo>
                  <a:lnTo>
                    <a:pt x="66700" y="595934"/>
                  </a:lnTo>
                  <a:lnTo>
                    <a:pt x="20891" y="596696"/>
                  </a:lnTo>
                  <a:lnTo>
                    <a:pt x="4622" y="642391"/>
                  </a:lnTo>
                  <a:lnTo>
                    <a:pt x="406" y="698601"/>
                  </a:lnTo>
                  <a:lnTo>
                    <a:pt x="0" y="734923"/>
                  </a:lnTo>
                  <a:lnTo>
                    <a:pt x="1358" y="744639"/>
                  </a:lnTo>
                  <a:lnTo>
                    <a:pt x="33134" y="788111"/>
                  </a:lnTo>
                  <a:lnTo>
                    <a:pt x="80175" y="819213"/>
                  </a:lnTo>
                  <a:lnTo>
                    <a:pt x="120764" y="836942"/>
                  </a:lnTo>
                  <a:lnTo>
                    <a:pt x="167855" y="851395"/>
                  </a:lnTo>
                  <a:lnTo>
                    <a:pt x="220395" y="860958"/>
                  </a:lnTo>
                  <a:lnTo>
                    <a:pt x="277355" y="864006"/>
                  </a:lnTo>
                  <a:lnTo>
                    <a:pt x="310591" y="862685"/>
                  </a:lnTo>
                  <a:lnTo>
                    <a:pt x="370598" y="852982"/>
                  </a:lnTo>
                  <a:lnTo>
                    <a:pt x="421957" y="834123"/>
                  </a:lnTo>
                  <a:lnTo>
                    <a:pt x="464451" y="807618"/>
                  </a:lnTo>
                  <a:lnTo>
                    <a:pt x="498119" y="773950"/>
                  </a:lnTo>
                  <a:lnTo>
                    <a:pt x="523392" y="734225"/>
                  </a:lnTo>
                  <a:lnTo>
                    <a:pt x="540334" y="688936"/>
                  </a:lnTo>
                  <a:lnTo>
                    <a:pt x="548728" y="640105"/>
                  </a:lnTo>
                  <a:lnTo>
                    <a:pt x="549706" y="614476"/>
                  </a:lnTo>
                  <a:lnTo>
                    <a:pt x="548068" y="582790"/>
                  </a:lnTo>
                  <a:lnTo>
                    <a:pt x="535724" y="528116"/>
                  </a:lnTo>
                  <a:lnTo>
                    <a:pt x="512038" y="484466"/>
                  </a:lnTo>
                  <a:lnTo>
                    <a:pt x="481431" y="448500"/>
                  </a:lnTo>
                  <a:lnTo>
                    <a:pt x="445020" y="419468"/>
                  </a:lnTo>
                  <a:lnTo>
                    <a:pt x="405003" y="396240"/>
                  </a:lnTo>
                  <a:lnTo>
                    <a:pt x="362546" y="378002"/>
                  </a:lnTo>
                  <a:lnTo>
                    <a:pt x="342138" y="369316"/>
                  </a:lnTo>
                  <a:lnTo>
                    <a:pt x="303771" y="352158"/>
                  </a:lnTo>
                  <a:lnTo>
                    <a:pt x="255625" y="324954"/>
                  </a:lnTo>
                  <a:lnTo>
                    <a:pt x="224409" y="292125"/>
                  </a:lnTo>
                  <a:lnTo>
                    <a:pt x="218236" y="263156"/>
                  </a:lnTo>
                  <a:lnTo>
                    <a:pt x="220014" y="245668"/>
                  </a:lnTo>
                  <a:lnTo>
                    <a:pt x="247573" y="203288"/>
                  </a:lnTo>
                  <a:lnTo>
                    <a:pt x="296519" y="181470"/>
                  </a:lnTo>
                  <a:lnTo>
                    <a:pt x="314934" y="179959"/>
                  </a:lnTo>
                  <a:lnTo>
                    <a:pt x="327799" y="180682"/>
                  </a:lnTo>
                  <a:lnTo>
                    <a:pt x="364769" y="198729"/>
                  </a:lnTo>
                  <a:lnTo>
                    <a:pt x="386016" y="240334"/>
                  </a:lnTo>
                  <a:lnTo>
                    <a:pt x="390956" y="283349"/>
                  </a:lnTo>
                  <a:lnTo>
                    <a:pt x="391121" y="298386"/>
                  </a:lnTo>
                  <a:lnTo>
                    <a:pt x="393103" y="304088"/>
                  </a:lnTo>
                  <a:lnTo>
                    <a:pt x="424307" y="310883"/>
                  </a:lnTo>
                  <a:lnTo>
                    <a:pt x="456603" y="308571"/>
                  </a:lnTo>
                  <a:lnTo>
                    <a:pt x="509181" y="290918"/>
                  </a:lnTo>
                  <a:lnTo>
                    <a:pt x="545426" y="256095"/>
                  </a:lnTo>
                  <a:lnTo>
                    <a:pt x="563575" y="205447"/>
                  </a:lnTo>
                  <a:lnTo>
                    <a:pt x="565759" y="174256"/>
                  </a:lnTo>
                  <a:close/>
                </a:path>
                <a:path w="2438400" h="1121409">
                  <a:moveTo>
                    <a:pt x="1185037" y="305968"/>
                  </a:moveTo>
                  <a:lnTo>
                    <a:pt x="1180630" y="259537"/>
                  </a:lnTo>
                  <a:lnTo>
                    <a:pt x="1164209" y="220230"/>
                  </a:lnTo>
                  <a:lnTo>
                    <a:pt x="1131265" y="196329"/>
                  </a:lnTo>
                  <a:lnTo>
                    <a:pt x="1093495" y="187731"/>
                  </a:lnTo>
                  <a:lnTo>
                    <a:pt x="1077658" y="186880"/>
                  </a:lnTo>
                  <a:lnTo>
                    <a:pt x="1060170" y="187071"/>
                  </a:lnTo>
                  <a:lnTo>
                    <a:pt x="1008926" y="189014"/>
                  </a:lnTo>
                  <a:lnTo>
                    <a:pt x="991476" y="234315"/>
                  </a:lnTo>
                  <a:lnTo>
                    <a:pt x="989291" y="311632"/>
                  </a:lnTo>
                  <a:lnTo>
                    <a:pt x="987958" y="389610"/>
                  </a:lnTo>
                  <a:lnTo>
                    <a:pt x="987120" y="416242"/>
                  </a:lnTo>
                  <a:lnTo>
                    <a:pt x="983957" y="469341"/>
                  </a:lnTo>
                  <a:lnTo>
                    <a:pt x="978712" y="521944"/>
                  </a:lnTo>
                  <a:lnTo>
                    <a:pt x="970965" y="571525"/>
                  </a:lnTo>
                  <a:lnTo>
                    <a:pt x="960361" y="615581"/>
                  </a:lnTo>
                  <a:lnTo>
                    <a:pt x="946099" y="653135"/>
                  </a:lnTo>
                  <a:lnTo>
                    <a:pt x="916266" y="694702"/>
                  </a:lnTo>
                  <a:lnTo>
                    <a:pt x="874585" y="710603"/>
                  </a:lnTo>
                  <a:lnTo>
                    <a:pt x="857199" y="709828"/>
                  </a:lnTo>
                  <a:lnTo>
                    <a:pt x="816356" y="689724"/>
                  </a:lnTo>
                  <a:lnTo>
                    <a:pt x="795261" y="645591"/>
                  </a:lnTo>
                  <a:lnTo>
                    <a:pt x="793229" y="626084"/>
                  </a:lnTo>
                  <a:lnTo>
                    <a:pt x="793661" y="603973"/>
                  </a:lnTo>
                  <a:lnTo>
                    <a:pt x="802805" y="306527"/>
                  </a:lnTo>
                  <a:lnTo>
                    <a:pt x="803186" y="282968"/>
                  </a:lnTo>
                  <a:lnTo>
                    <a:pt x="796277" y="241198"/>
                  </a:lnTo>
                  <a:lnTo>
                    <a:pt x="768502" y="204724"/>
                  </a:lnTo>
                  <a:lnTo>
                    <a:pt x="725398" y="189268"/>
                  </a:lnTo>
                  <a:lnTo>
                    <a:pt x="695109" y="186867"/>
                  </a:lnTo>
                  <a:lnTo>
                    <a:pt x="677595" y="187096"/>
                  </a:lnTo>
                  <a:lnTo>
                    <a:pt x="628700" y="188950"/>
                  </a:lnTo>
                  <a:lnTo>
                    <a:pt x="608037" y="226441"/>
                  </a:lnTo>
                  <a:lnTo>
                    <a:pt x="604875" y="291172"/>
                  </a:lnTo>
                  <a:lnTo>
                    <a:pt x="602716" y="350964"/>
                  </a:lnTo>
                  <a:lnTo>
                    <a:pt x="600760" y="439585"/>
                  </a:lnTo>
                  <a:lnTo>
                    <a:pt x="598398" y="515378"/>
                  </a:lnTo>
                  <a:lnTo>
                    <a:pt x="595541" y="621347"/>
                  </a:lnTo>
                  <a:lnTo>
                    <a:pt x="595083" y="669442"/>
                  </a:lnTo>
                  <a:lnTo>
                    <a:pt x="595414" y="689698"/>
                  </a:lnTo>
                  <a:lnTo>
                    <a:pt x="604088" y="740676"/>
                  </a:lnTo>
                  <a:lnTo>
                    <a:pt x="627329" y="788377"/>
                  </a:lnTo>
                  <a:lnTo>
                    <a:pt x="663054" y="826046"/>
                  </a:lnTo>
                  <a:lnTo>
                    <a:pt x="711009" y="852093"/>
                  </a:lnTo>
                  <a:lnTo>
                    <a:pt x="754697" y="861733"/>
                  </a:lnTo>
                  <a:lnTo>
                    <a:pt x="802830" y="863815"/>
                  </a:lnTo>
                  <a:lnTo>
                    <a:pt x="814717" y="863028"/>
                  </a:lnTo>
                  <a:lnTo>
                    <a:pt x="863320" y="853071"/>
                  </a:lnTo>
                  <a:lnTo>
                    <a:pt x="898906" y="837057"/>
                  </a:lnTo>
                  <a:lnTo>
                    <a:pt x="941222" y="806297"/>
                  </a:lnTo>
                  <a:lnTo>
                    <a:pt x="970800" y="771588"/>
                  </a:lnTo>
                  <a:lnTo>
                    <a:pt x="972045" y="780935"/>
                  </a:lnTo>
                  <a:lnTo>
                    <a:pt x="987907" y="824217"/>
                  </a:lnTo>
                  <a:lnTo>
                    <a:pt x="1017422" y="849160"/>
                  </a:lnTo>
                  <a:lnTo>
                    <a:pt x="1065022" y="863028"/>
                  </a:lnTo>
                  <a:lnTo>
                    <a:pt x="1080490" y="863993"/>
                  </a:lnTo>
                  <a:lnTo>
                    <a:pt x="1097457" y="863854"/>
                  </a:lnTo>
                  <a:lnTo>
                    <a:pt x="1154607" y="861695"/>
                  </a:lnTo>
                  <a:lnTo>
                    <a:pt x="1176299" y="565899"/>
                  </a:lnTo>
                  <a:lnTo>
                    <a:pt x="1182509" y="410997"/>
                  </a:lnTo>
                  <a:lnTo>
                    <a:pt x="1185037" y="318249"/>
                  </a:lnTo>
                  <a:lnTo>
                    <a:pt x="1185037" y="305968"/>
                  </a:lnTo>
                  <a:close/>
                </a:path>
                <a:path w="2438400" h="1121409">
                  <a:moveTo>
                    <a:pt x="1831441" y="513041"/>
                  </a:moveTo>
                  <a:lnTo>
                    <a:pt x="1831378" y="501954"/>
                  </a:lnTo>
                  <a:lnTo>
                    <a:pt x="1831289" y="487426"/>
                  </a:lnTo>
                  <a:lnTo>
                    <a:pt x="1831174" y="468515"/>
                  </a:lnTo>
                  <a:lnTo>
                    <a:pt x="1826945" y="412813"/>
                  </a:lnTo>
                  <a:lnTo>
                    <a:pt x="1818436" y="363105"/>
                  </a:lnTo>
                  <a:lnTo>
                    <a:pt x="1815566" y="353364"/>
                  </a:lnTo>
                  <a:lnTo>
                    <a:pt x="1815477" y="353060"/>
                  </a:lnTo>
                  <a:lnTo>
                    <a:pt x="1795703" y="298145"/>
                  </a:lnTo>
                  <a:lnTo>
                    <a:pt x="1767332" y="252933"/>
                  </a:lnTo>
                  <a:lnTo>
                    <a:pt x="1734743" y="224332"/>
                  </a:lnTo>
                  <a:lnTo>
                    <a:pt x="1695589" y="204470"/>
                  </a:lnTo>
                  <a:lnTo>
                    <a:pt x="1649869" y="193344"/>
                  </a:lnTo>
                  <a:lnTo>
                    <a:pt x="1619262" y="191960"/>
                  </a:lnTo>
                  <a:lnTo>
                    <a:pt x="1619262" y="501954"/>
                  </a:lnTo>
                  <a:lnTo>
                    <a:pt x="1618894" y="549490"/>
                  </a:lnTo>
                  <a:lnTo>
                    <a:pt x="1613966" y="593686"/>
                  </a:lnTo>
                  <a:lnTo>
                    <a:pt x="1590509" y="657898"/>
                  </a:lnTo>
                  <a:lnTo>
                    <a:pt x="1553400" y="696201"/>
                  </a:lnTo>
                  <a:lnTo>
                    <a:pt x="1507147" y="710184"/>
                  </a:lnTo>
                  <a:lnTo>
                    <a:pt x="1493558" y="709790"/>
                  </a:lnTo>
                  <a:lnTo>
                    <a:pt x="1450975" y="690486"/>
                  </a:lnTo>
                  <a:lnTo>
                    <a:pt x="1424279" y="649427"/>
                  </a:lnTo>
                  <a:lnTo>
                    <a:pt x="1412951" y="609117"/>
                  </a:lnTo>
                  <a:lnTo>
                    <a:pt x="1407477" y="564654"/>
                  </a:lnTo>
                  <a:lnTo>
                    <a:pt x="1406677" y="549490"/>
                  </a:lnTo>
                  <a:lnTo>
                    <a:pt x="1406906" y="513041"/>
                  </a:lnTo>
                  <a:lnTo>
                    <a:pt x="1406931" y="507238"/>
                  </a:lnTo>
                  <a:lnTo>
                    <a:pt x="1418602" y="436397"/>
                  </a:lnTo>
                  <a:lnTo>
                    <a:pt x="1445387" y="384670"/>
                  </a:lnTo>
                  <a:lnTo>
                    <a:pt x="1488808" y="357289"/>
                  </a:lnTo>
                  <a:lnTo>
                    <a:pt x="1516849" y="353060"/>
                  </a:lnTo>
                  <a:lnTo>
                    <a:pt x="1530985" y="353364"/>
                  </a:lnTo>
                  <a:lnTo>
                    <a:pt x="1574977" y="370852"/>
                  </a:lnTo>
                  <a:lnTo>
                    <a:pt x="1601876" y="407924"/>
                  </a:lnTo>
                  <a:lnTo>
                    <a:pt x="1613103" y="445249"/>
                  </a:lnTo>
                  <a:lnTo>
                    <a:pt x="1618488" y="487426"/>
                  </a:lnTo>
                  <a:lnTo>
                    <a:pt x="1619262" y="501954"/>
                  </a:lnTo>
                  <a:lnTo>
                    <a:pt x="1619262" y="191960"/>
                  </a:lnTo>
                  <a:lnTo>
                    <a:pt x="1567002" y="193535"/>
                  </a:lnTo>
                  <a:lnTo>
                    <a:pt x="1513840" y="207213"/>
                  </a:lnTo>
                  <a:lnTo>
                    <a:pt x="1471320" y="232625"/>
                  </a:lnTo>
                  <a:lnTo>
                    <a:pt x="1437525" y="272567"/>
                  </a:lnTo>
                  <a:lnTo>
                    <a:pt x="1423835" y="298145"/>
                  </a:lnTo>
                  <a:lnTo>
                    <a:pt x="1420964" y="277202"/>
                  </a:lnTo>
                  <a:lnTo>
                    <a:pt x="1403451" y="231101"/>
                  </a:lnTo>
                  <a:lnTo>
                    <a:pt x="1372768" y="203339"/>
                  </a:lnTo>
                  <a:lnTo>
                    <a:pt x="1325892" y="191833"/>
                  </a:lnTo>
                  <a:lnTo>
                    <a:pt x="1296085" y="191249"/>
                  </a:lnTo>
                  <a:lnTo>
                    <a:pt x="1237627" y="193344"/>
                  </a:lnTo>
                  <a:lnTo>
                    <a:pt x="1239393" y="193344"/>
                  </a:lnTo>
                  <a:lnTo>
                    <a:pt x="1233462" y="194678"/>
                  </a:lnTo>
                  <a:lnTo>
                    <a:pt x="1225981" y="244703"/>
                  </a:lnTo>
                  <a:lnTo>
                    <a:pt x="1226070" y="300520"/>
                  </a:lnTo>
                  <a:lnTo>
                    <a:pt x="1225511" y="331089"/>
                  </a:lnTo>
                  <a:lnTo>
                    <a:pt x="1223175" y="395655"/>
                  </a:lnTo>
                  <a:lnTo>
                    <a:pt x="1220279" y="468515"/>
                  </a:lnTo>
                  <a:lnTo>
                    <a:pt x="1211910" y="667016"/>
                  </a:lnTo>
                  <a:lnTo>
                    <a:pt x="1210411" y="703605"/>
                  </a:lnTo>
                  <a:lnTo>
                    <a:pt x="1208697" y="746912"/>
                  </a:lnTo>
                  <a:lnTo>
                    <a:pt x="1205979" y="818591"/>
                  </a:lnTo>
                  <a:lnTo>
                    <a:pt x="1203756" y="880579"/>
                  </a:lnTo>
                  <a:lnTo>
                    <a:pt x="1202169" y="935685"/>
                  </a:lnTo>
                  <a:lnTo>
                    <a:pt x="1202118" y="937717"/>
                  </a:lnTo>
                  <a:lnTo>
                    <a:pt x="1201674" y="970699"/>
                  </a:lnTo>
                  <a:lnTo>
                    <a:pt x="1201559" y="1013688"/>
                  </a:lnTo>
                  <a:lnTo>
                    <a:pt x="1202359" y="1026756"/>
                  </a:lnTo>
                  <a:lnTo>
                    <a:pt x="1212113" y="1070711"/>
                  </a:lnTo>
                  <a:lnTo>
                    <a:pt x="1236357" y="1101229"/>
                  </a:lnTo>
                  <a:lnTo>
                    <a:pt x="1278661" y="1118108"/>
                  </a:lnTo>
                  <a:lnTo>
                    <a:pt x="1308658" y="1120851"/>
                  </a:lnTo>
                  <a:lnTo>
                    <a:pt x="1326159" y="1120698"/>
                  </a:lnTo>
                  <a:lnTo>
                    <a:pt x="1378966" y="1118806"/>
                  </a:lnTo>
                  <a:lnTo>
                    <a:pt x="1394269" y="1087653"/>
                  </a:lnTo>
                  <a:lnTo>
                    <a:pt x="1395120" y="1070711"/>
                  </a:lnTo>
                  <a:lnTo>
                    <a:pt x="1397241" y="1026896"/>
                  </a:lnTo>
                  <a:lnTo>
                    <a:pt x="1399768" y="937717"/>
                  </a:lnTo>
                  <a:lnTo>
                    <a:pt x="1399819" y="935685"/>
                  </a:lnTo>
                  <a:lnTo>
                    <a:pt x="1400390" y="919403"/>
                  </a:lnTo>
                  <a:lnTo>
                    <a:pt x="1400898" y="911021"/>
                  </a:lnTo>
                  <a:lnTo>
                    <a:pt x="1401292" y="903528"/>
                  </a:lnTo>
                  <a:lnTo>
                    <a:pt x="1401572" y="896912"/>
                  </a:lnTo>
                  <a:lnTo>
                    <a:pt x="1401737" y="891184"/>
                  </a:lnTo>
                  <a:lnTo>
                    <a:pt x="1401889" y="884135"/>
                  </a:lnTo>
                  <a:lnTo>
                    <a:pt x="1402194" y="876096"/>
                  </a:lnTo>
                  <a:lnTo>
                    <a:pt x="1402816" y="864158"/>
                  </a:lnTo>
                  <a:lnTo>
                    <a:pt x="1403540" y="851814"/>
                  </a:lnTo>
                  <a:lnTo>
                    <a:pt x="1404188" y="841844"/>
                  </a:lnTo>
                  <a:lnTo>
                    <a:pt x="1404924" y="831215"/>
                  </a:lnTo>
                  <a:lnTo>
                    <a:pt x="1405712" y="819150"/>
                  </a:lnTo>
                  <a:lnTo>
                    <a:pt x="1406613" y="803871"/>
                  </a:lnTo>
                  <a:lnTo>
                    <a:pt x="1407541" y="786447"/>
                  </a:lnTo>
                  <a:lnTo>
                    <a:pt x="1408531" y="766533"/>
                  </a:lnTo>
                  <a:lnTo>
                    <a:pt x="1420368" y="789368"/>
                  </a:lnTo>
                  <a:lnTo>
                    <a:pt x="1449527" y="826465"/>
                  </a:lnTo>
                  <a:lnTo>
                    <a:pt x="1486687" y="851814"/>
                  </a:lnTo>
                  <a:lnTo>
                    <a:pt x="1536242" y="863536"/>
                  </a:lnTo>
                  <a:lnTo>
                    <a:pt x="1565935" y="864158"/>
                  </a:lnTo>
                  <a:lnTo>
                    <a:pt x="1594916" y="861504"/>
                  </a:lnTo>
                  <a:lnTo>
                    <a:pt x="1649437" y="846632"/>
                  </a:lnTo>
                  <a:lnTo>
                    <a:pt x="1699069" y="819150"/>
                  </a:lnTo>
                  <a:lnTo>
                    <a:pt x="1742059" y="779754"/>
                  </a:lnTo>
                  <a:lnTo>
                    <a:pt x="1777898" y="728726"/>
                  </a:lnTo>
                  <a:lnTo>
                    <a:pt x="1805292" y="667016"/>
                  </a:lnTo>
                  <a:lnTo>
                    <a:pt x="1823720" y="594880"/>
                  </a:lnTo>
                  <a:lnTo>
                    <a:pt x="1828952" y="555155"/>
                  </a:lnTo>
                  <a:lnTo>
                    <a:pt x="1831441" y="513041"/>
                  </a:lnTo>
                  <a:close/>
                </a:path>
                <a:path w="2438400" h="1121409">
                  <a:moveTo>
                    <a:pt x="2437904" y="357022"/>
                  </a:moveTo>
                  <a:lnTo>
                    <a:pt x="2437155" y="347091"/>
                  </a:lnTo>
                  <a:lnTo>
                    <a:pt x="2437053" y="345744"/>
                  </a:lnTo>
                  <a:lnTo>
                    <a:pt x="2436558" y="339013"/>
                  </a:lnTo>
                  <a:lnTo>
                    <a:pt x="2423769" y="288836"/>
                  </a:lnTo>
                  <a:lnTo>
                    <a:pt x="2396579" y="246126"/>
                  </a:lnTo>
                  <a:lnTo>
                    <a:pt x="2353145" y="213220"/>
                  </a:lnTo>
                  <a:lnTo>
                    <a:pt x="2314156" y="197815"/>
                  </a:lnTo>
                  <a:lnTo>
                    <a:pt x="2266492" y="188760"/>
                  </a:lnTo>
                  <a:lnTo>
                    <a:pt x="2240826" y="187121"/>
                  </a:lnTo>
                  <a:lnTo>
                    <a:pt x="2237079" y="187121"/>
                  </a:lnTo>
                  <a:lnTo>
                    <a:pt x="2237079" y="405206"/>
                  </a:lnTo>
                  <a:lnTo>
                    <a:pt x="2234933" y="425932"/>
                  </a:lnTo>
                  <a:lnTo>
                    <a:pt x="2213292" y="460400"/>
                  </a:lnTo>
                  <a:lnTo>
                    <a:pt x="2169668" y="485394"/>
                  </a:lnTo>
                  <a:lnTo>
                    <a:pt x="2110663" y="499821"/>
                  </a:lnTo>
                  <a:lnTo>
                    <a:pt x="2075827" y="502983"/>
                  </a:lnTo>
                  <a:lnTo>
                    <a:pt x="2077351" y="490359"/>
                  </a:lnTo>
                  <a:lnTo>
                    <a:pt x="2084120" y="450608"/>
                  </a:lnTo>
                  <a:lnTo>
                    <a:pt x="2095919" y="412038"/>
                  </a:lnTo>
                  <a:lnTo>
                    <a:pt x="2122322" y="370192"/>
                  </a:lnTo>
                  <a:lnTo>
                    <a:pt x="2162213" y="347091"/>
                  </a:lnTo>
                  <a:lnTo>
                    <a:pt x="2174710" y="345744"/>
                  </a:lnTo>
                  <a:lnTo>
                    <a:pt x="2189111" y="346443"/>
                  </a:lnTo>
                  <a:lnTo>
                    <a:pt x="2227656" y="372681"/>
                  </a:lnTo>
                  <a:lnTo>
                    <a:pt x="2237079" y="405206"/>
                  </a:lnTo>
                  <a:lnTo>
                    <a:pt x="2237079" y="187121"/>
                  </a:lnTo>
                  <a:lnTo>
                    <a:pt x="2209622" y="187121"/>
                  </a:lnTo>
                  <a:lnTo>
                    <a:pt x="2172551" y="189699"/>
                  </a:lnTo>
                  <a:lnTo>
                    <a:pt x="2106688" y="202577"/>
                  </a:lnTo>
                  <a:lnTo>
                    <a:pt x="2051519" y="225221"/>
                  </a:lnTo>
                  <a:lnTo>
                    <a:pt x="2005152" y="254609"/>
                  </a:lnTo>
                  <a:lnTo>
                    <a:pt x="1967166" y="289953"/>
                  </a:lnTo>
                  <a:lnTo>
                    <a:pt x="1936838" y="329742"/>
                  </a:lnTo>
                  <a:lnTo>
                    <a:pt x="1913775" y="373214"/>
                  </a:lnTo>
                  <a:lnTo>
                    <a:pt x="1896300" y="417322"/>
                  </a:lnTo>
                  <a:lnTo>
                    <a:pt x="1884057" y="461340"/>
                  </a:lnTo>
                  <a:lnTo>
                    <a:pt x="1876336" y="504228"/>
                  </a:lnTo>
                  <a:lnTo>
                    <a:pt x="1872716" y="545198"/>
                  </a:lnTo>
                  <a:lnTo>
                    <a:pt x="1871865" y="563714"/>
                  </a:lnTo>
                  <a:lnTo>
                    <a:pt x="1871878" y="597700"/>
                  </a:lnTo>
                  <a:lnTo>
                    <a:pt x="1874583" y="633196"/>
                  </a:lnTo>
                  <a:lnTo>
                    <a:pt x="1874697" y="634733"/>
                  </a:lnTo>
                  <a:lnTo>
                    <a:pt x="1889950" y="701103"/>
                  </a:lnTo>
                  <a:lnTo>
                    <a:pt x="1917065" y="753821"/>
                  </a:lnTo>
                  <a:lnTo>
                    <a:pt x="1951901" y="795274"/>
                  </a:lnTo>
                  <a:lnTo>
                    <a:pt x="1993531" y="825995"/>
                  </a:lnTo>
                  <a:lnTo>
                    <a:pt x="2040407" y="846899"/>
                  </a:lnTo>
                  <a:lnTo>
                    <a:pt x="2091664" y="858570"/>
                  </a:lnTo>
                  <a:lnTo>
                    <a:pt x="2143620" y="863333"/>
                  </a:lnTo>
                  <a:lnTo>
                    <a:pt x="2168614" y="863333"/>
                  </a:lnTo>
                  <a:lnTo>
                    <a:pt x="2209177" y="860171"/>
                  </a:lnTo>
                  <a:lnTo>
                    <a:pt x="2249792" y="853465"/>
                  </a:lnTo>
                  <a:lnTo>
                    <a:pt x="2288959" y="842975"/>
                  </a:lnTo>
                  <a:lnTo>
                    <a:pt x="2339937" y="819658"/>
                  </a:lnTo>
                  <a:lnTo>
                    <a:pt x="2377783" y="786409"/>
                  </a:lnTo>
                  <a:lnTo>
                    <a:pt x="2396299" y="743178"/>
                  </a:lnTo>
                  <a:lnTo>
                    <a:pt x="2397074" y="726567"/>
                  </a:lnTo>
                  <a:lnTo>
                    <a:pt x="2395893" y="712838"/>
                  </a:lnTo>
                  <a:lnTo>
                    <a:pt x="2394597" y="705904"/>
                  </a:lnTo>
                  <a:lnTo>
                    <a:pt x="2393315" y="698957"/>
                  </a:lnTo>
                  <a:lnTo>
                    <a:pt x="2370505" y="661416"/>
                  </a:lnTo>
                  <a:lnTo>
                    <a:pt x="2332558" y="640905"/>
                  </a:lnTo>
                  <a:lnTo>
                    <a:pt x="2308212" y="636879"/>
                  </a:lnTo>
                  <a:lnTo>
                    <a:pt x="2295601" y="637311"/>
                  </a:lnTo>
                  <a:lnTo>
                    <a:pt x="2288794" y="640905"/>
                  </a:lnTo>
                  <a:lnTo>
                    <a:pt x="2283917" y="647750"/>
                  </a:lnTo>
                  <a:lnTo>
                    <a:pt x="2280056" y="653072"/>
                  </a:lnTo>
                  <a:lnTo>
                    <a:pt x="2254466" y="683069"/>
                  </a:lnTo>
                  <a:lnTo>
                    <a:pt x="2219020" y="702475"/>
                  </a:lnTo>
                  <a:lnTo>
                    <a:pt x="2191766" y="705904"/>
                  </a:lnTo>
                  <a:lnTo>
                    <a:pt x="2176957" y="705739"/>
                  </a:lnTo>
                  <a:lnTo>
                    <a:pt x="2139365" y="697014"/>
                  </a:lnTo>
                  <a:lnTo>
                    <a:pt x="2104161" y="670966"/>
                  </a:lnTo>
                  <a:lnTo>
                    <a:pt x="2083358" y="633196"/>
                  </a:lnTo>
                  <a:lnTo>
                    <a:pt x="2075459" y="597700"/>
                  </a:lnTo>
                  <a:lnTo>
                    <a:pt x="2085898" y="597242"/>
                  </a:lnTo>
                  <a:lnTo>
                    <a:pt x="2098344" y="596493"/>
                  </a:lnTo>
                  <a:lnTo>
                    <a:pt x="2146998" y="592264"/>
                  </a:lnTo>
                  <a:lnTo>
                    <a:pt x="2184971" y="586257"/>
                  </a:lnTo>
                  <a:lnTo>
                    <a:pt x="2225776" y="577138"/>
                  </a:lnTo>
                  <a:lnTo>
                    <a:pt x="2267394" y="564794"/>
                  </a:lnTo>
                  <a:lnTo>
                    <a:pt x="2308923" y="548894"/>
                  </a:lnTo>
                  <a:lnTo>
                    <a:pt x="2346985" y="527786"/>
                  </a:lnTo>
                  <a:lnTo>
                    <a:pt x="2378532" y="502983"/>
                  </a:lnTo>
                  <a:lnTo>
                    <a:pt x="2407983" y="468541"/>
                  </a:lnTo>
                  <a:lnTo>
                    <a:pt x="2428024" y="429717"/>
                  </a:lnTo>
                  <a:lnTo>
                    <a:pt x="2437409" y="383235"/>
                  </a:lnTo>
                  <a:lnTo>
                    <a:pt x="2437790" y="363131"/>
                  </a:lnTo>
                  <a:lnTo>
                    <a:pt x="2437904" y="357022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1419841" y="5211383"/>
            <a:ext cx="487680" cy="382270"/>
          </a:xfrm>
          <a:custGeom>
            <a:avLst/>
            <a:gdLst/>
            <a:ahLst/>
            <a:cxnLst/>
            <a:rect l="l" t="t" r="r" b="b"/>
            <a:pathLst>
              <a:path w="487680" h="382270">
                <a:moveTo>
                  <a:pt x="298106" y="104"/>
                </a:moveTo>
                <a:lnTo>
                  <a:pt x="84301" y="0"/>
                </a:lnTo>
                <a:lnTo>
                  <a:pt x="24844" y="24665"/>
                </a:lnTo>
                <a:lnTo>
                  <a:pt x="115" y="84081"/>
                </a:lnTo>
                <a:lnTo>
                  <a:pt x="0" y="297771"/>
                </a:lnTo>
                <a:lnTo>
                  <a:pt x="6619" y="330457"/>
                </a:lnTo>
                <a:lnTo>
                  <a:pt x="24677" y="357212"/>
                </a:lnTo>
                <a:lnTo>
                  <a:pt x="51424" y="375289"/>
                </a:lnTo>
                <a:lnTo>
                  <a:pt x="84112" y="381936"/>
                </a:lnTo>
                <a:lnTo>
                  <a:pt x="297917" y="382040"/>
                </a:lnTo>
                <a:lnTo>
                  <a:pt x="330625" y="375424"/>
                </a:lnTo>
                <a:lnTo>
                  <a:pt x="357397" y="357375"/>
                </a:lnTo>
                <a:lnTo>
                  <a:pt x="375484" y="330638"/>
                </a:lnTo>
                <a:lnTo>
                  <a:pt x="382134" y="297959"/>
                </a:lnTo>
                <a:lnTo>
                  <a:pt x="382239" y="79421"/>
                </a:lnTo>
                <a:lnTo>
                  <a:pt x="381820" y="74667"/>
                </a:lnTo>
                <a:lnTo>
                  <a:pt x="381056" y="70029"/>
                </a:lnTo>
                <a:lnTo>
                  <a:pt x="410997" y="48253"/>
                </a:lnTo>
                <a:lnTo>
                  <a:pt x="439122" y="32911"/>
                </a:lnTo>
                <a:lnTo>
                  <a:pt x="464719" y="24976"/>
                </a:lnTo>
                <a:lnTo>
                  <a:pt x="487074" y="25423"/>
                </a:lnTo>
                <a:lnTo>
                  <a:pt x="449778" y="19270"/>
                </a:lnTo>
                <a:lnTo>
                  <a:pt x="411650" y="29010"/>
                </a:lnTo>
                <a:lnTo>
                  <a:pt x="373595" y="51445"/>
                </a:lnTo>
                <a:lnTo>
                  <a:pt x="336517" y="83376"/>
                </a:lnTo>
                <a:lnTo>
                  <a:pt x="301323" y="121604"/>
                </a:lnTo>
                <a:lnTo>
                  <a:pt x="268917" y="162932"/>
                </a:lnTo>
                <a:lnTo>
                  <a:pt x="240206" y="204159"/>
                </a:lnTo>
                <a:lnTo>
                  <a:pt x="216095" y="242089"/>
                </a:lnTo>
                <a:lnTo>
                  <a:pt x="185292" y="295258"/>
                </a:lnTo>
                <a:lnTo>
                  <a:pt x="78960" y="136760"/>
                </a:lnTo>
                <a:lnTo>
                  <a:pt x="178277" y="195041"/>
                </a:lnTo>
                <a:lnTo>
                  <a:pt x="214707" y="151215"/>
                </a:lnTo>
                <a:lnTo>
                  <a:pt x="251649" y="112097"/>
                </a:lnTo>
                <a:lnTo>
                  <a:pt x="288442" y="78012"/>
                </a:lnTo>
                <a:lnTo>
                  <a:pt x="324426" y="49288"/>
                </a:lnTo>
                <a:lnTo>
                  <a:pt x="358941" y="26250"/>
                </a:lnTo>
                <a:lnTo>
                  <a:pt x="346311" y="15391"/>
                </a:lnTo>
                <a:lnTo>
                  <a:pt x="331712" y="7162"/>
                </a:lnTo>
                <a:lnTo>
                  <a:pt x="315518" y="1940"/>
                </a:lnTo>
                <a:lnTo>
                  <a:pt x="298106" y="104"/>
                </a:lnTo>
                <a:close/>
              </a:path>
            </a:pathLst>
          </a:custGeom>
          <a:solidFill>
            <a:srgbClr val="0095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2003497" y="5210230"/>
            <a:ext cx="3112135" cy="439420"/>
            <a:chOff x="2003497" y="5210230"/>
            <a:chExt cx="3112135" cy="439420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03497" y="5222720"/>
              <a:ext cx="1509159" cy="42656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49201" y="5210230"/>
              <a:ext cx="1566170" cy="439053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1042889" y="5902463"/>
            <a:ext cx="487680" cy="382270"/>
          </a:xfrm>
          <a:custGeom>
            <a:avLst/>
            <a:gdLst/>
            <a:ahLst/>
            <a:cxnLst/>
            <a:rect l="l" t="t" r="r" b="b"/>
            <a:pathLst>
              <a:path w="487680" h="382270">
                <a:moveTo>
                  <a:pt x="298106" y="104"/>
                </a:moveTo>
                <a:lnTo>
                  <a:pt x="84301" y="0"/>
                </a:lnTo>
                <a:lnTo>
                  <a:pt x="24844" y="24665"/>
                </a:lnTo>
                <a:lnTo>
                  <a:pt x="115" y="84081"/>
                </a:lnTo>
                <a:lnTo>
                  <a:pt x="0" y="297771"/>
                </a:lnTo>
                <a:lnTo>
                  <a:pt x="6619" y="330457"/>
                </a:lnTo>
                <a:lnTo>
                  <a:pt x="24677" y="357212"/>
                </a:lnTo>
                <a:lnTo>
                  <a:pt x="51424" y="375289"/>
                </a:lnTo>
                <a:lnTo>
                  <a:pt x="84112" y="381936"/>
                </a:lnTo>
                <a:lnTo>
                  <a:pt x="297917" y="382040"/>
                </a:lnTo>
                <a:lnTo>
                  <a:pt x="330625" y="375424"/>
                </a:lnTo>
                <a:lnTo>
                  <a:pt x="357397" y="357375"/>
                </a:lnTo>
                <a:lnTo>
                  <a:pt x="375484" y="330638"/>
                </a:lnTo>
                <a:lnTo>
                  <a:pt x="382134" y="297959"/>
                </a:lnTo>
                <a:lnTo>
                  <a:pt x="382239" y="79421"/>
                </a:lnTo>
                <a:lnTo>
                  <a:pt x="381820" y="74667"/>
                </a:lnTo>
                <a:lnTo>
                  <a:pt x="381056" y="70029"/>
                </a:lnTo>
                <a:lnTo>
                  <a:pt x="410997" y="48253"/>
                </a:lnTo>
                <a:lnTo>
                  <a:pt x="439122" y="32911"/>
                </a:lnTo>
                <a:lnTo>
                  <a:pt x="464719" y="24976"/>
                </a:lnTo>
                <a:lnTo>
                  <a:pt x="487074" y="25423"/>
                </a:lnTo>
                <a:lnTo>
                  <a:pt x="449778" y="19270"/>
                </a:lnTo>
                <a:lnTo>
                  <a:pt x="411650" y="29010"/>
                </a:lnTo>
                <a:lnTo>
                  <a:pt x="373595" y="51445"/>
                </a:lnTo>
                <a:lnTo>
                  <a:pt x="336517" y="83376"/>
                </a:lnTo>
                <a:lnTo>
                  <a:pt x="301323" y="121604"/>
                </a:lnTo>
                <a:lnTo>
                  <a:pt x="268917" y="162932"/>
                </a:lnTo>
                <a:lnTo>
                  <a:pt x="240206" y="204159"/>
                </a:lnTo>
                <a:lnTo>
                  <a:pt x="216095" y="242089"/>
                </a:lnTo>
                <a:lnTo>
                  <a:pt x="185292" y="295258"/>
                </a:lnTo>
                <a:lnTo>
                  <a:pt x="78960" y="136760"/>
                </a:lnTo>
                <a:lnTo>
                  <a:pt x="178277" y="195041"/>
                </a:lnTo>
                <a:lnTo>
                  <a:pt x="214707" y="151215"/>
                </a:lnTo>
                <a:lnTo>
                  <a:pt x="251649" y="112097"/>
                </a:lnTo>
                <a:lnTo>
                  <a:pt x="288442" y="78012"/>
                </a:lnTo>
                <a:lnTo>
                  <a:pt x="324426" y="49288"/>
                </a:lnTo>
                <a:lnTo>
                  <a:pt x="358941" y="26250"/>
                </a:lnTo>
                <a:lnTo>
                  <a:pt x="346311" y="15390"/>
                </a:lnTo>
                <a:lnTo>
                  <a:pt x="331712" y="7158"/>
                </a:lnTo>
                <a:lnTo>
                  <a:pt x="315518" y="1935"/>
                </a:lnTo>
                <a:lnTo>
                  <a:pt x="298106" y="104"/>
                </a:lnTo>
                <a:close/>
              </a:path>
            </a:pathLst>
          </a:custGeom>
          <a:solidFill>
            <a:srgbClr val="00953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12669" y="5917926"/>
            <a:ext cx="1958440" cy="900036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544398" y="0"/>
            <a:ext cx="8401685" cy="3806190"/>
            <a:chOff x="544398" y="0"/>
            <a:chExt cx="8401685" cy="3806190"/>
          </a:xfrm>
        </p:grpSpPr>
        <p:sp>
          <p:nvSpPr>
            <p:cNvPr id="29" name="object 29"/>
            <p:cNvSpPr/>
            <p:nvPr/>
          </p:nvSpPr>
          <p:spPr>
            <a:xfrm>
              <a:off x="2228874" y="0"/>
              <a:ext cx="5518785" cy="2331085"/>
            </a:xfrm>
            <a:custGeom>
              <a:avLst/>
              <a:gdLst/>
              <a:ahLst/>
              <a:cxnLst/>
              <a:rect l="l" t="t" r="r" b="b"/>
              <a:pathLst>
                <a:path w="5518784" h="2331085">
                  <a:moveTo>
                    <a:pt x="5518240" y="0"/>
                  </a:moveTo>
                  <a:lnTo>
                    <a:pt x="1408710" y="0"/>
                  </a:lnTo>
                  <a:lnTo>
                    <a:pt x="0" y="2331064"/>
                  </a:lnTo>
                  <a:lnTo>
                    <a:pt x="4109529" y="2331064"/>
                  </a:lnTo>
                  <a:lnTo>
                    <a:pt x="5518240" y="0"/>
                  </a:lnTo>
                  <a:close/>
                </a:path>
              </a:pathLst>
            </a:custGeom>
            <a:solidFill>
              <a:srgbClr val="95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4398" y="504265"/>
              <a:ext cx="8401072" cy="3301395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12455587" y="3578899"/>
            <a:ext cx="7093584" cy="746125"/>
            <a:chOff x="12455587" y="3578899"/>
            <a:chExt cx="7093584" cy="746125"/>
          </a:xfrm>
        </p:grpSpPr>
        <p:sp>
          <p:nvSpPr>
            <p:cNvPr id="32" name="object 32"/>
            <p:cNvSpPr/>
            <p:nvPr/>
          </p:nvSpPr>
          <p:spPr>
            <a:xfrm>
              <a:off x="12455587" y="3578899"/>
              <a:ext cx="7093584" cy="746125"/>
            </a:xfrm>
            <a:custGeom>
              <a:avLst/>
              <a:gdLst/>
              <a:ahLst/>
              <a:cxnLst/>
              <a:rect l="l" t="t" r="r" b="b"/>
              <a:pathLst>
                <a:path w="7093584" h="746125">
                  <a:moveTo>
                    <a:pt x="7009985" y="0"/>
                  </a:moveTo>
                  <a:lnTo>
                    <a:pt x="83568" y="0"/>
                  </a:lnTo>
                  <a:lnTo>
                    <a:pt x="51118" y="6593"/>
                  </a:lnTo>
                  <a:lnTo>
                    <a:pt x="24546" y="24546"/>
                  </a:lnTo>
                  <a:lnTo>
                    <a:pt x="6593" y="51118"/>
                  </a:lnTo>
                  <a:lnTo>
                    <a:pt x="0" y="83568"/>
                  </a:lnTo>
                  <a:lnTo>
                    <a:pt x="0" y="662492"/>
                  </a:lnTo>
                  <a:lnTo>
                    <a:pt x="6593" y="694938"/>
                  </a:lnTo>
                  <a:lnTo>
                    <a:pt x="24546" y="721510"/>
                  </a:lnTo>
                  <a:lnTo>
                    <a:pt x="51118" y="739466"/>
                  </a:lnTo>
                  <a:lnTo>
                    <a:pt x="83568" y="746061"/>
                  </a:lnTo>
                  <a:lnTo>
                    <a:pt x="7009985" y="746061"/>
                  </a:lnTo>
                  <a:lnTo>
                    <a:pt x="7042435" y="739466"/>
                  </a:lnTo>
                  <a:lnTo>
                    <a:pt x="7069007" y="721510"/>
                  </a:lnTo>
                  <a:lnTo>
                    <a:pt x="7086960" y="694938"/>
                  </a:lnTo>
                  <a:lnTo>
                    <a:pt x="7093553" y="662492"/>
                  </a:lnTo>
                  <a:lnTo>
                    <a:pt x="7093553" y="83568"/>
                  </a:lnTo>
                  <a:lnTo>
                    <a:pt x="7086960" y="51118"/>
                  </a:lnTo>
                  <a:lnTo>
                    <a:pt x="7069007" y="24546"/>
                  </a:lnTo>
                  <a:lnTo>
                    <a:pt x="7042435" y="6593"/>
                  </a:lnTo>
                  <a:lnTo>
                    <a:pt x="7009985" y="0"/>
                  </a:lnTo>
                  <a:close/>
                </a:path>
              </a:pathLst>
            </a:custGeom>
            <a:solidFill>
              <a:srgbClr val="95C1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595600" y="3647165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397873" y="3647165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7450167" y="3647165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/>
          <p:nvPr/>
        </p:nvSpPr>
        <p:spPr>
          <a:xfrm>
            <a:off x="12455577" y="4417216"/>
            <a:ext cx="7093584" cy="1434465"/>
          </a:xfrm>
          <a:custGeom>
            <a:avLst/>
            <a:gdLst/>
            <a:ahLst/>
            <a:cxnLst/>
            <a:rect l="l" t="t" r="r" b="b"/>
            <a:pathLst>
              <a:path w="7093584" h="1434464">
                <a:moveTo>
                  <a:pt x="6977703" y="1434008"/>
                </a:moveTo>
                <a:lnTo>
                  <a:pt x="115860" y="1434008"/>
                </a:lnTo>
                <a:lnTo>
                  <a:pt x="70877" y="1424866"/>
                </a:lnTo>
                <a:lnTo>
                  <a:pt x="34036" y="1399975"/>
                </a:lnTo>
                <a:lnTo>
                  <a:pt x="9143" y="1363135"/>
                </a:lnTo>
                <a:lnTo>
                  <a:pt x="0" y="1318148"/>
                </a:lnTo>
                <a:lnTo>
                  <a:pt x="0" y="115860"/>
                </a:lnTo>
                <a:lnTo>
                  <a:pt x="9143" y="70872"/>
                </a:lnTo>
                <a:lnTo>
                  <a:pt x="34036" y="34032"/>
                </a:lnTo>
                <a:lnTo>
                  <a:pt x="70877" y="9141"/>
                </a:lnTo>
                <a:lnTo>
                  <a:pt x="115860" y="0"/>
                </a:lnTo>
                <a:lnTo>
                  <a:pt x="6977703" y="0"/>
                </a:lnTo>
                <a:lnTo>
                  <a:pt x="7022691" y="9141"/>
                </a:lnTo>
                <a:lnTo>
                  <a:pt x="7059531" y="34032"/>
                </a:lnTo>
                <a:lnTo>
                  <a:pt x="7084422" y="70872"/>
                </a:lnTo>
                <a:lnTo>
                  <a:pt x="7093564" y="115860"/>
                </a:lnTo>
                <a:lnTo>
                  <a:pt x="7093564" y="1318148"/>
                </a:lnTo>
                <a:lnTo>
                  <a:pt x="7084422" y="1363135"/>
                </a:lnTo>
                <a:lnTo>
                  <a:pt x="7059531" y="1399975"/>
                </a:lnTo>
                <a:lnTo>
                  <a:pt x="7022691" y="1424866"/>
                </a:lnTo>
                <a:lnTo>
                  <a:pt x="6977703" y="1434008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8018216" y="3763149"/>
            <a:ext cx="874394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EAN</a:t>
            </a:r>
            <a:r>
              <a:rPr sz="21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14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989304" y="3763149"/>
            <a:ext cx="81661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EAN13</a:t>
            </a:r>
            <a:endParaRPr sz="2150">
              <a:latin typeface="Trebuchet MS"/>
              <a:cs typeface="Trebuchet MS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334671"/>
              </p:ext>
            </p:extLst>
          </p:nvPr>
        </p:nvGraphicFramePr>
        <p:xfrm>
          <a:off x="12458020" y="4412725"/>
          <a:ext cx="7091680" cy="1437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6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980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200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5405" marB="0"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s-ES" sz="215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540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7707426911868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17707426911865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1C1C1B"/>
                      </a:solidFill>
                      <a:prstDash val="solid"/>
                    </a:lnL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960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7707426910137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17707426910134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1C1C1B"/>
                      </a:solidFill>
                      <a:prstDash val="solid"/>
                    </a:lnL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2000</a:t>
                      </a:r>
                      <a:r>
                        <a:rPr sz="215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3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50" dirty="0">
                          <a:latin typeface="Trebuchet MS"/>
                          <a:cs typeface="Trebuchet MS"/>
                        </a:rPr>
                        <a:t>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7707291396111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17707291396118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" name="object 40"/>
          <p:cNvSpPr txBox="1"/>
          <p:nvPr/>
        </p:nvSpPr>
        <p:spPr>
          <a:xfrm>
            <a:off x="12663582" y="3763149"/>
            <a:ext cx="6496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65" dirty="0">
                <a:solidFill>
                  <a:srgbClr val="FFFFFF"/>
                </a:solidFill>
                <a:latin typeface="Trebuchet MS"/>
                <a:cs typeface="Trebuchet MS"/>
              </a:rPr>
              <a:t>Cont.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898133" y="3650098"/>
            <a:ext cx="1143000" cy="57848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00330" marR="5080" indent="-88265">
              <a:lnSpc>
                <a:spcPct val="68800"/>
              </a:lnSpc>
              <a:spcBef>
                <a:spcPts val="905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Unidades </a:t>
            </a: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15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Trebuchet MS"/>
                <a:cs typeface="Trebuchet MS"/>
              </a:rPr>
              <a:t>caja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4538827" y="2765696"/>
            <a:ext cx="5005705" cy="634365"/>
          </a:xfrm>
          <a:custGeom>
            <a:avLst/>
            <a:gdLst/>
            <a:ahLst/>
            <a:cxnLst/>
            <a:rect l="l" t="t" r="r" b="b"/>
            <a:pathLst>
              <a:path w="5005705" h="634364">
                <a:moveTo>
                  <a:pt x="4940373" y="633907"/>
                </a:moveTo>
                <a:lnTo>
                  <a:pt x="64699" y="633907"/>
                </a:lnTo>
                <a:lnTo>
                  <a:pt x="39579" y="628801"/>
                </a:lnTo>
                <a:lnTo>
                  <a:pt x="19007" y="614898"/>
                </a:lnTo>
                <a:lnTo>
                  <a:pt x="5105" y="594323"/>
                </a:lnTo>
                <a:lnTo>
                  <a:pt x="0" y="569197"/>
                </a:lnTo>
                <a:lnTo>
                  <a:pt x="0" y="64699"/>
                </a:lnTo>
                <a:lnTo>
                  <a:pt x="5105" y="39575"/>
                </a:lnTo>
                <a:lnTo>
                  <a:pt x="19007" y="19003"/>
                </a:lnTo>
                <a:lnTo>
                  <a:pt x="39579" y="5104"/>
                </a:lnTo>
                <a:lnTo>
                  <a:pt x="64699" y="0"/>
                </a:lnTo>
                <a:lnTo>
                  <a:pt x="4940373" y="0"/>
                </a:lnTo>
                <a:lnTo>
                  <a:pt x="4965498" y="5104"/>
                </a:lnTo>
                <a:lnTo>
                  <a:pt x="4986074" y="19003"/>
                </a:lnTo>
                <a:lnTo>
                  <a:pt x="4999977" y="39575"/>
                </a:lnTo>
                <a:lnTo>
                  <a:pt x="5005083" y="64699"/>
                </a:lnTo>
                <a:lnTo>
                  <a:pt x="5005083" y="569197"/>
                </a:lnTo>
                <a:lnTo>
                  <a:pt x="4999977" y="594323"/>
                </a:lnTo>
                <a:lnTo>
                  <a:pt x="4986074" y="614898"/>
                </a:lnTo>
                <a:lnTo>
                  <a:pt x="4965498" y="628801"/>
                </a:lnTo>
                <a:lnTo>
                  <a:pt x="4940373" y="633907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6596793" y="2901341"/>
            <a:ext cx="76200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90" dirty="0">
                <a:latin typeface="Trebuchet MS"/>
                <a:cs typeface="Trebuchet MS"/>
              </a:rPr>
              <a:t>Cítrico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2466055" y="2765689"/>
            <a:ext cx="1984375" cy="629285"/>
          </a:xfrm>
          <a:custGeom>
            <a:avLst/>
            <a:gdLst/>
            <a:ahLst/>
            <a:cxnLst/>
            <a:rect l="l" t="t" r="r" b="b"/>
            <a:pathLst>
              <a:path w="1984375" h="629285">
                <a:moveTo>
                  <a:pt x="1943186" y="0"/>
                </a:moveTo>
                <a:lnTo>
                  <a:pt x="40574" y="0"/>
                </a:lnTo>
                <a:lnTo>
                  <a:pt x="24821" y="3202"/>
                </a:lnTo>
                <a:lnTo>
                  <a:pt x="11919" y="11921"/>
                </a:lnTo>
                <a:lnTo>
                  <a:pt x="3201" y="24825"/>
                </a:lnTo>
                <a:lnTo>
                  <a:pt x="0" y="40585"/>
                </a:lnTo>
                <a:lnTo>
                  <a:pt x="0" y="588453"/>
                </a:lnTo>
                <a:lnTo>
                  <a:pt x="3201" y="604212"/>
                </a:lnTo>
                <a:lnTo>
                  <a:pt x="11919" y="617117"/>
                </a:lnTo>
                <a:lnTo>
                  <a:pt x="24821" y="625836"/>
                </a:lnTo>
                <a:lnTo>
                  <a:pt x="40574" y="629038"/>
                </a:lnTo>
                <a:lnTo>
                  <a:pt x="1943186" y="629038"/>
                </a:lnTo>
                <a:lnTo>
                  <a:pt x="1958940" y="625836"/>
                </a:lnTo>
                <a:lnTo>
                  <a:pt x="1971841" y="617117"/>
                </a:lnTo>
                <a:lnTo>
                  <a:pt x="1980559" y="604212"/>
                </a:lnTo>
                <a:lnTo>
                  <a:pt x="1983761" y="588453"/>
                </a:lnTo>
                <a:lnTo>
                  <a:pt x="1983761" y="40585"/>
                </a:lnTo>
                <a:lnTo>
                  <a:pt x="1980559" y="24825"/>
                </a:lnTo>
                <a:lnTo>
                  <a:pt x="1971841" y="11921"/>
                </a:lnTo>
                <a:lnTo>
                  <a:pt x="1958940" y="3202"/>
                </a:lnTo>
                <a:lnTo>
                  <a:pt x="1943186" y="0"/>
                </a:lnTo>
                <a:close/>
              </a:path>
            </a:pathLst>
          </a:custGeom>
          <a:solidFill>
            <a:srgbClr val="95C1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2844943" y="2871487"/>
            <a:ext cx="117538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Fragancia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6356469" y="6986212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30"/>
                </a:moveTo>
                <a:lnTo>
                  <a:pt x="555066" y="164528"/>
                </a:lnTo>
                <a:lnTo>
                  <a:pt x="481431" y="86118"/>
                </a:lnTo>
                <a:lnTo>
                  <a:pt x="453288" y="56781"/>
                </a:lnTo>
                <a:lnTo>
                  <a:pt x="452475" y="55943"/>
                </a:lnTo>
                <a:lnTo>
                  <a:pt x="452145" y="55397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2889" y="44335"/>
                </a:lnTo>
                <a:lnTo>
                  <a:pt x="376186" y="45821"/>
                </a:lnTo>
                <a:lnTo>
                  <a:pt x="133591" y="59055"/>
                </a:lnTo>
                <a:lnTo>
                  <a:pt x="121399" y="59651"/>
                </a:lnTo>
                <a:lnTo>
                  <a:pt x="109321" y="60540"/>
                </a:lnTo>
                <a:lnTo>
                  <a:pt x="44221" y="110045"/>
                </a:lnTo>
                <a:lnTo>
                  <a:pt x="5334" y="149644"/>
                </a:lnTo>
                <a:lnTo>
                  <a:pt x="0" y="154724"/>
                </a:lnTo>
                <a:lnTo>
                  <a:pt x="3238" y="164388"/>
                </a:lnTo>
                <a:lnTo>
                  <a:pt x="3276" y="164528"/>
                </a:lnTo>
                <a:lnTo>
                  <a:pt x="10617" y="165354"/>
                </a:lnTo>
                <a:lnTo>
                  <a:pt x="14960" y="166065"/>
                </a:lnTo>
                <a:lnTo>
                  <a:pt x="20015" y="167398"/>
                </a:lnTo>
                <a:lnTo>
                  <a:pt x="23418" y="163690"/>
                </a:lnTo>
                <a:lnTo>
                  <a:pt x="24371" y="162737"/>
                </a:lnTo>
                <a:lnTo>
                  <a:pt x="79260" y="107886"/>
                </a:lnTo>
                <a:lnTo>
                  <a:pt x="85394" y="101650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27" y="79692"/>
                </a:lnTo>
                <a:lnTo>
                  <a:pt x="368071" y="98437"/>
                </a:lnTo>
                <a:lnTo>
                  <a:pt x="342112" y="136804"/>
                </a:lnTo>
                <a:lnTo>
                  <a:pt x="317855" y="176174"/>
                </a:lnTo>
                <a:lnTo>
                  <a:pt x="295262" y="216522"/>
                </a:lnTo>
                <a:lnTo>
                  <a:pt x="274256" y="257822"/>
                </a:lnTo>
                <a:lnTo>
                  <a:pt x="272237" y="261429"/>
                </a:lnTo>
                <a:lnTo>
                  <a:pt x="248221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91"/>
                </a:lnTo>
                <a:lnTo>
                  <a:pt x="164490" y="194754"/>
                </a:lnTo>
                <a:lnTo>
                  <a:pt x="157340" y="206349"/>
                </a:lnTo>
                <a:lnTo>
                  <a:pt x="154584" y="219748"/>
                </a:lnTo>
                <a:lnTo>
                  <a:pt x="156578" y="233857"/>
                </a:lnTo>
                <a:lnTo>
                  <a:pt x="238645" y="355358"/>
                </a:lnTo>
                <a:lnTo>
                  <a:pt x="268706" y="377177"/>
                </a:lnTo>
                <a:lnTo>
                  <a:pt x="279057" y="376974"/>
                </a:lnTo>
                <a:lnTo>
                  <a:pt x="315010" y="348564"/>
                </a:lnTo>
                <a:lnTo>
                  <a:pt x="339775" y="284645"/>
                </a:lnTo>
                <a:lnTo>
                  <a:pt x="348881" y="260832"/>
                </a:lnTo>
                <a:lnTo>
                  <a:pt x="378637" y="190411"/>
                </a:lnTo>
                <a:lnTo>
                  <a:pt x="400164" y="144284"/>
                </a:lnTo>
                <a:lnTo>
                  <a:pt x="422998" y="98806"/>
                </a:lnTo>
                <a:lnTo>
                  <a:pt x="435495" y="75552"/>
                </a:lnTo>
                <a:lnTo>
                  <a:pt x="461302" y="100660"/>
                </a:lnTo>
                <a:lnTo>
                  <a:pt x="544360" y="183019"/>
                </a:lnTo>
                <a:lnTo>
                  <a:pt x="550976" y="192049"/>
                </a:lnTo>
                <a:lnTo>
                  <a:pt x="551484" y="200761"/>
                </a:lnTo>
                <a:lnTo>
                  <a:pt x="547065" y="209092"/>
                </a:lnTo>
                <a:lnTo>
                  <a:pt x="538886" y="216941"/>
                </a:lnTo>
                <a:lnTo>
                  <a:pt x="506222" y="247319"/>
                </a:lnTo>
                <a:lnTo>
                  <a:pt x="336461" y="407250"/>
                </a:lnTo>
                <a:lnTo>
                  <a:pt x="310108" y="432562"/>
                </a:lnTo>
                <a:lnTo>
                  <a:pt x="286359" y="456222"/>
                </a:lnTo>
                <a:lnTo>
                  <a:pt x="281635" y="459803"/>
                </a:lnTo>
                <a:lnTo>
                  <a:pt x="268185" y="458787"/>
                </a:lnTo>
                <a:lnTo>
                  <a:pt x="263410" y="453961"/>
                </a:lnTo>
                <a:lnTo>
                  <a:pt x="126720" y="339788"/>
                </a:lnTo>
                <a:lnTo>
                  <a:pt x="116865" y="331597"/>
                </a:lnTo>
                <a:lnTo>
                  <a:pt x="112674" y="331330"/>
                </a:lnTo>
                <a:lnTo>
                  <a:pt x="112674" y="357746"/>
                </a:lnTo>
                <a:lnTo>
                  <a:pt x="112636" y="358203"/>
                </a:lnTo>
                <a:lnTo>
                  <a:pt x="112547" y="359067"/>
                </a:lnTo>
                <a:lnTo>
                  <a:pt x="112674" y="357746"/>
                </a:lnTo>
                <a:lnTo>
                  <a:pt x="112674" y="331330"/>
                </a:lnTo>
                <a:lnTo>
                  <a:pt x="111137" y="331228"/>
                </a:lnTo>
                <a:lnTo>
                  <a:pt x="106807" y="334289"/>
                </a:lnTo>
                <a:lnTo>
                  <a:pt x="104381" y="335965"/>
                </a:lnTo>
                <a:lnTo>
                  <a:pt x="101612" y="338162"/>
                </a:lnTo>
                <a:lnTo>
                  <a:pt x="99301" y="339953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203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92" y="488403"/>
                </a:lnTo>
                <a:lnTo>
                  <a:pt x="308737" y="481825"/>
                </a:lnTo>
                <a:lnTo>
                  <a:pt x="309410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68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39"/>
                </a:lnTo>
                <a:lnTo>
                  <a:pt x="575322" y="202730"/>
                </a:lnTo>
                <a:close/>
              </a:path>
            </a:pathLst>
          </a:custGeom>
          <a:solidFill>
            <a:srgbClr val="95C1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6356469" y="6161563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55066" y="164515"/>
                </a:lnTo>
                <a:lnTo>
                  <a:pt x="481431" y="86118"/>
                </a:lnTo>
                <a:lnTo>
                  <a:pt x="453288" y="56781"/>
                </a:lnTo>
                <a:lnTo>
                  <a:pt x="452475" y="55930"/>
                </a:lnTo>
                <a:lnTo>
                  <a:pt x="452145" y="55397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2877" y="44323"/>
                </a:lnTo>
                <a:lnTo>
                  <a:pt x="376186" y="45808"/>
                </a:lnTo>
                <a:lnTo>
                  <a:pt x="133591" y="59055"/>
                </a:lnTo>
                <a:lnTo>
                  <a:pt x="121399" y="59639"/>
                </a:lnTo>
                <a:lnTo>
                  <a:pt x="109321" y="60540"/>
                </a:lnTo>
                <a:lnTo>
                  <a:pt x="68922" y="85369"/>
                </a:lnTo>
                <a:lnTo>
                  <a:pt x="68922" y="96685"/>
                </a:lnTo>
                <a:lnTo>
                  <a:pt x="14173" y="147231"/>
                </a:lnTo>
                <a:lnTo>
                  <a:pt x="14376" y="147027"/>
                </a:lnTo>
                <a:lnTo>
                  <a:pt x="68922" y="96685"/>
                </a:lnTo>
                <a:lnTo>
                  <a:pt x="68922" y="85369"/>
                </a:lnTo>
                <a:lnTo>
                  <a:pt x="44221" y="110045"/>
                </a:lnTo>
                <a:lnTo>
                  <a:pt x="5334" y="149644"/>
                </a:lnTo>
                <a:lnTo>
                  <a:pt x="0" y="154724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60" y="166065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33" y="95415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27" y="79692"/>
                </a:lnTo>
                <a:lnTo>
                  <a:pt x="368071" y="98437"/>
                </a:lnTo>
                <a:lnTo>
                  <a:pt x="342112" y="136804"/>
                </a:lnTo>
                <a:lnTo>
                  <a:pt x="317855" y="176174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29"/>
                </a:lnTo>
                <a:lnTo>
                  <a:pt x="248221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78" y="233857"/>
                </a:lnTo>
                <a:lnTo>
                  <a:pt x="238645" y="355358"/>
                </a:lnTo>
                <a:lnTo>
                  <a:pt x="268706" y="377177"/>
                </a:lnTo>
                <a:lnTo>
                  <a:pt x="279057" y="376974"/>
                </a:lnTo>
                <a:lnTo>
                  <a:pt x="315010" y="348564"/>
                </a:lnTo>
                <a:lnTo>
                  <a:pt x="339775" y="284645"/>
                </a:lnTo>
                <a:lnTo>
                  <a:pt x="348881" y="260832"/>
                </a:lnTo>
                <a:lnTo>
                  <a:pt x="378637" y="190411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61"/>
                </a:lnTo>
                <a:lnTo>
                  <a:pt x="547065" y="209080"/>
                </a:lnTo>
                <a:lnTo>
                  <a:pt x="538886" y="216941"/>
                </a:lnTo>
                <a:lnTo>
                  <a:pt x="506222" y="247319"/>
                </a:lnTo>
                <a:lnTo>
                  <a:pt x="336461" y="407250"/>
                </a:lnTo>
                <a:lnTo>
                  <a:pt x="310108" y="432549"/>
                </a:lnTo>
                <a:lnTo>
                  <a:pt x="286359" y="456222"/>
                </a:lnTo>
                <a:lnTo>
                  <a:pt x="281635" y="459803"/>
                </a:lnTo>
                <a:lnTo>
                  <a:pt x="268185" y="458787"/>
                </a:lnTo>
                <a:lnTo>
                  <a:pt x="263410" y="453961"/>
                </a:lnTo>
                <a:lnTo>
                  <a:pt x="126720" y="339775"/>
                </a:lnTo>
                <a:lnTo>
                  <a:pt x="116865" y="331597"/>
                </a:lnTo>
                <a:lnTo>
                  <a:pt x="112674" y="331330"/>
                </a:lnTo>
                <a:lnTo>
                  <a:pt x="112674" y="357746"/>
                </a:lnTo>
                <a:lnTo>
                  <a:pt x="112636" y="358203"/>
                </a:lnTo>
                <a:lnTo>
                  <a:pt x="112547" y="359067"/>
                </a:lnTo>
                <a:lnTo>
                  <a:pt x="112674" y="357746"/>
                </a:lnTo>
                <a:lnTo>
                  <a:pt x="112674" y="331330"/>
                </a:lnTo>
                <a:lnTo>
                  <a:pt x="111137" y="331228"/>
                </a:lnTo>
                <a:lnTo>
                  <a:pt x="106807" y="334289"/>
                </a:lnTo>
                <a:lnTo>
                  <a:pt x="104381" y="335965"/>
                </a:lnTo>
                <a:lnTo>
                  <a:pt x="101612" y="338162"/>
                </a:lnTo>
                <a:lnTo>
                  <a:pt x="99301" y="339953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203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92" y="488403"/>
                </a:lnTo>
                <a:lnTo>
                  <a:pt x="308737" y="481825"/>
                </a:lnTo>
                <a:lnTo>
                  <a:pt x="309410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68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95C1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2555258" y="6963860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75297" y="200761"/>
                </a:lnTo>
                <a:lnTo>
                  <a:pt x="575170" y="192036"/>
                </a:lnTo>
                <a:lnTo>
                  <a:pt x="575157" y="190474"/>
                </a:lnTo>
                <a:lnTo>
                  <a:pt x="481431" y="86118"/>
                </a:lnTo>
                <a:lnTo>
                  <a:pt x="453288" y="56781"/>
                </a:lnTo>
                <a:lnTo>
                  <a:pt x="452475" y="55930"/>
                </a:lnTo>
                <a:lnTo>
                  <a:pt x="452145" y="55397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2889" y="44335"/>
                </a:lnTo>
                <a:lnTo>
                  <a:pt x="376186" y="45821"/>
                </a:lnTo>
                <a:lnTo>
                  <a:pt x="133591" y="59055"/>
                </a:lnTo>
                <a:lnTo>
                  <a:pt x="121399" y="59651"/>
                </a:lnTo>
                <a:lnTo>
                  <a:pt x="109321" y="60540"/>
                </a:lnTo>
                <a:lnTo>
                  <a:pt x="68922" y="85369"/>
                </a:lnTo>
                <a:lnTo>
                  <a:pt x="68922" y="96685"/>
                </a:lnTo>
                <a:lnTo>
                  <a:pt x="14173" y="147231"/>
                </a:lnTo>
                <a:lnTo>
                  <a:pt x="13398" y="147955"/>
                </a:lnTo>
                <a:lnTo>
                  <a:pt x="14173" y="147231"/>
                </a:lnTo>
                <a:lnTo>
                  <a:pt x="14376" y="147027"/>
                </a:lnTo>
                <a:lnTo>
                  <a:pt x="68922" y="96685"/>
                </a:lnTo>
                <a:lnTo>
                  <a:pt x="68922" y="85369"/>
                </a:lnTo>
                <a:lnTo>
                  <a:pt x="44221" y="110045"/>
                </a:lnTo>
                <a:lnTo>
                  <a:pt x="5334" y="149644"/>
                </a:lnTo>
                <a:lnTo>
                  <a:pt x="0" y="154724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09" y="166065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33" y="95415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804"/>
                </a:lnTo>
                <a:lnTo>
                  <a:pt x="317855" y="176174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29"/>
                </a:lnTo>
                <a:lnTo>
                  <a:pt x="248234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77"/>
                </a:lnTo>
                <a:lnTo>
                  <a:pt x="279057" y="376974"/>
                </a:lnTo>
                <a:lnTo>
                  <a:pt x="315010" y="348564"/>
                </a:lnTo>
                <a:lnTo>
                  <a:pt x="339775" y="284645"/>
                </a:lnTo>
                <a:lnTo>
                  <a:pt x="348881" y="260832"/>
                </a:lnTo>
                <a:lnTo>
                  <a:pt x="378637" y="190411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61"/>
                </a:lnTo>
                <a:lnTo>
                  <a:pt x="547065" y="209080"/>
                </a:lnTo>
                <a:lnTo>
                  <a:pt x="538886" y="216941"/>
                </a:lnTo>
                <a:lnTo>
                  <a:pt x="506222" y="247319"/>
                </a:lnTo>
                <a:lnTo>
                  <a:pt x="336461" y="407250"/>
                </a:lnTo>
                <a:lnTo>
                  <a:pt x="310108" y="432549"/>
                </a:lnTo>
                <a:lnTo>
                  <a:pt x="286359" y="456222"/>
                </a:lnTo>
                <a:lnTo>
                  <a:pt x="281635" y="459803"/>
                </a:lnTo>
                <a:lnTo>
                  <a:pt x="268185" y="458787"/>
                </a:lnTo>
                <a:lnTo>
                  <a:pt x="263410" y="453961"/>
                </a:lnTo>
                <a:lnTo>
                  <a:pt x="126733" y="339788"/>
                </a:lnTo>
                <a:lnTo>
                  <a:pt x="116865" y="331597"/>
                </a:lnTo>
                <a:lnTo>
                  <a:pt x="111137" y="331228"/>
                </a:lnTo>
                <a:lnTo>
                  <a:pt x="106807" y="334289"/>
                </a:lnTo>
                <a:lnTo>
                  <a:pt x="104381" y="335965"/>
                </a:lnTo>
                <a:lnTo>
                  <a:pt x="101612" y="338162"/>
                </a:lnTo>
                <a:lnTo>
                  <a:pt x="99301" y="339953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203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92" y="488403"/>
                </a:lnTo>
                <a:lnTo>
                  <a:pt x="308737" y="481825"/>
                </a:lnTo>
                <a:lnTo>
                  <a:pt x="309410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68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95C1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3191197" y="6040242"/>
            <a:ext cx="2159635" cy="132905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1590" marR="88900">
              <a:lnSpc>
                <a:spcPts val="2420"/>
              </a:lnSpc>
              <a:spcBef>
                <a:spcPts val="585"/>
              </a:spcBef>
            </a:pPr>
            <a:r>
              <a:rPr sz="2400" spc="-10" dirty="0">
                <a:latin typeface="Trebuchet MS"/>
                <a:cs typeface="Trebuchet MS"/>
              </a:rPr>
              <a:t>Agentes </a:t>
            </a:r>
            <a:r>
              <a:rPr sz="2400" spc="-45" dirty="0">
                <a:latin typeface="Trebuchet MS"/>
                <a:cs typeface="Trebuchet MS"/>
              </a:rPr>
              <a:t>Desengrasantes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50"/>
              </a:spcBef>
            </a:pPr>
            <a:r>
              <a:rPr sz="2400" spc="-20" dirty="0">
                <a:latin typeface="Trebuchet MS"/>
                <a:cs typeface="Trebuchet MS"/>
              </a:rPr>
              <a:t>Multi-</a:t>
            </a:r>
            <a:r>
              <a:rPr sz="2400" spc="-90" dirty="0">
                <a:latin typeface="Trebuchet MS"/>
                <a:cs typeface="Trebuchet MS"/>
              </a:rPr>
              <a:t>superficies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7007826" y="6974243"/>
            <a:ext cx="1109345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70" dirty="0">
                <a:latin typeface="Trebuchet MS"/>
                <a:cs typeface="Trebuchet MS"/>
              </a:rPr>
              <a:t>Perfuma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2555258" y="6161563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75297" y="200761"/>
                </a:lnTo>
                <a:lnTo>
                  <a:pt x="575170" y="192036"/>
                </a:lnTo>
                <a:lnTo>
                  <a:pt x="575157" y="190474"/>
                </a:lnTo>
                <a:lnTo>
                  <a:pt x="481431" y="86118"/>
                </a:lnTo>
                <a:lnTo>
                  <a:pt x="453288" y="56781"/>
                </a:lnTo>
                <a:lnTo>
                  <a:pt x="452475" y="55930"/>
                </a:lnTo>
                <a:lnTo>
                  <a:pt x="452145" y="55397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2889" y="44323"/>
                </a:lnTo>
                <a:lnTo>
                  <a:pt x="376186" y="45808"/>
                </a:lnTo>
                <a:lnTo>
                  <a:pt x="133591" y="59055"/>
                </a:lnTo>
                <a:lnTo>
                  <a:pt x="121399" y="59639"/>
                </a:lnTo>
                <a:lnTo>
                  <a:pt x="109321" y="60540"/>
                </a:lnTo>
                <a:lnTo>
                  <a:pt x="68922" y="85369"/>
                </a:lnTo>
                <a:lnTo>
                  <a:pt x="68922" y="96685"/>
                </a:lnTo>
                <a:lnTo>
                  <a:pt x="14173" y="147231"/>
                </a:lnTo>
                <a:lnTo>
                  <a:pt x="13398" y="147955"/>
                </a:lnTo>
                <a:lnTo>
                  <a:pt x="14173" y="147231"/>
                </a:lnTo>
                <a:lnTo>
                  <a:pt x="14376" y="147027"/>
                </a:lnTo>
                <a:lnTo>
                  <a:pt x="68922" y="96685"/>
                </a:lnTo>
                <a:lnTo>
                  <a:pt x="68922" y="85369"/>
                </a:lnTo>
                <a:lnTo>
                  <a:pt x="44221" y="110045"/>
                </a:lnTo>
                <a:lnTo>
                  <a:pt x="5334" y="149644"/>
                </a:lnTo>
                <a:lnTo>
                  <a:pt x="0" y="154724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60" y="166065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33" y="95415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804"/>
                </a:lnTo>
                <a:lnTo>
                  <a:pt x="317855" y="176174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29"/>
                </a:lnTo>
                <a:lnTo>
                  <a:pt x="248234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77"/>
                </a:lnTo>
                <a:lnTo>
                  <a:pt x="279057" y="376974"/>
                </a:lnTo>
                <a:lnTo>
                  <a:pt x="315010" y="348564"/>
                </a:lnTo>
                <a:lnTo>
                  <a:pt x="339775" y="284645"/>
                </a:lnTo>
                <a:lnTo>
                  <a:pt x="348881" y="260832"/>
                </a:lnTo>
                <a:lnTo>
                  <a:pt x="378637" y="190411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61"/>
                </a:lnTo>
                <a:lnTo>
                  <a:pt x="547065" y="209080"/>
                </a:lnTo>
                <a:lnTo>
                  <a:pt x="538886" y="216941"/>
                </a:lnTo>
                <a:lnTo>
                  <a:pt x="506222" y="247319"/>
                </a:lnTo>
                <a:lnTo>
                  <a:pt x="336461" y="407250"/>
                </a:lnTo>
                <a:lnTo>
                  <a:pt x="310108" y="432549"/>
                </a:lnTo>
                <a:lnTo>
                  <a:pt x="286359" y="456222"/>
                </a:lnTo>
                <a:lnTo>
                  <a:pt x="281635" y="459803"/>
                </a:lnTo>
                <a:lnTo>
                  <a:pt x="268185" y="458787"/>
                </a:lnTo>
                <a:lnTo>
                  <a:pt x="263410" y="453961"/>
                </a:lnTo>
                <a:lnTo>
                  <a:pt x="126720" y="339775"/>
                </a:lnTo>
                <a:lnTo>
                  <a:pt x="116865" y="331597"/>
                </a:lnTo>
                <a:lnTo>
                  <a:pt x="112674" y="331330"/>
                </a:lnTo>
                <a:lnTo>
                  <a:pt x="112674" y="357746"/>
                </a:lnTo>
                <a:lnTo>
                  <a:pt x="112636" y="358203"/>
                </a:lnTo>
                <a:lnTo>
                  <a:pt x="112547" y="359067"/>
                </a:lnTo>
                <a:lnTo>
                  <a:pt x="112674" y="357746"/>
                </a:lnTo>
                <a:lnTo>
                  <a:pt x="112674" y="331330"/>
                </a:lnTo>
                <a:lnTo>
                  <a:pt x="111137" y="331228"/>
                </a:lnTo>
                <a:lnTo>
                  <a:pt x="106807" y="334289"/>
                </a:lnTo>
                <a:lnTo>
                  <a:pt x="104381" y="335965"/>
                </a:lnTo>
                <a:lnTo>
                  <a:pt x="101612" y="338162"/>
                </a:lnTo>
                <a:lnTo>
                  <a:pt x="99301" y="339953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203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92" y="488403"/>
                </a:lnTo>
                <a:lnTo>
                  <a:pt x="308737" y="481825"/>
                </a:lnTo>
                <a:lnTo>
                  <a:pt x="309410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68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95C1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6978571" y="6190711"/>
            <a:ext cx="2508250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125" dirty="0">
                <a:latin typeface="Trebuchet MS"/>
                <a:cs typeface="Trebuchet MS"/>
              </a:rPr>
              <a:t>Brilla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las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superficies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832099" cy="1130854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325393" y="9011750"/>
            <a:ext cx="4773930" cy="1929764"/>
            <a:chOff x="14325393" y="9011750"/>
            <a:chExt cx="4773930" cy="1929764"/>
          </a:xfrm>
        </p:grpSpPr>
        <p:sp>
          <p:nvSpPr>
            <p:cNvPr id="4" name="object 4"/>
            <p:cNvSpPr/>
            <p:nvPr/>
          </p:nvSpPr>
          <p:spPr>
            <a:xfrm>
              <a:off x="17000208" y="9011750"/>
              <a:ext cx="2098675" cy="1929764"/>
            </a:xfrm>
            <a:custGeom>
              <a:avLst/>
              <a:gdLst/>
              <a:ahLst/>
              <a:cxnLst/>
              <a:rect l="l" t="t" r="r" b="b"/>
              <a:pathLst>
                <a:path w="2098675" h="1929765">
                  <a:moveTo>
                    <a:pt x="36323" y="1271062"/>
                  </a:moveTo>
                  <a:lnTo>
                    <a:pt x="32135" y="1271764"/>
                  </a:lnTo>
                  <a:lnTo>
                    <a:pt x="27904" y="1272225"/>
                  </a:lnTo>
                  <a:lnTo>
                    <a:pt x="0" y="1273031"/>
                  </a:lnTo>
                  <a:lnTo>
                    <a:pt x="139456" y="1393142"/>
                  </a:lnTo>
                  <a:lnTo>
                    <a:pt x="383258" y="1606930"/>
                  </a:lnTo>
                  <a:lnTo>
                    <a:pt x="704564" y="1893850"/>
                  </a:lnTo>
                  <a:lnTo>
                    <a:pt x="708732" y="1897818"/>
                  </a:lnTo>
                  <a:lnTo>
                    <a:pt x="711611" y="1900645"/>
                  </a:lnTo>
                  <a:lnTo>
                    <a:pt x="713632" y="1902425"/>
                  </a:lnTo>
                  <a:lnTo>
                    <a:pt x="715695" y="1904153"/>
                  </a:lnTo>
                  <a:lnTo>
                    <a:pt x="760663" y="1926991"/>
                  </a:lnTo>
                  <a:lnTo>
                    <a:pt x="809950" y="1929252"/>
                  </a:lnTo>
                  <a:lnTo>
                    <a:pt x="854456" y="1914864"/>
                  </a:lnTo>
                  <a:lnTo>
                    <a:pt x="885082" y="1887756"/>
                  </a:lnTo>
                  <a:lnTo>
                    <a:pt x="891397" y="1880779"/>
                  </a:lnTo>
                  <a:lnTo>
                    <a:pt x="902606" y="1869063"/>
                  </a:lnTo>
                  <a:lnTo>
                    <a:pt x="908747" y="1862782"/>
                  </a:lnTo>
                  <a:lnTo>
                    <a:pt x="794902" y="1862782"/>
                  </a:lnTo>
                  <a:lnTo>
                    <a:pt x="746227" y="1858974"/>
                  </a:lnTo>
                  <a:lnTo>
                    <a:pt x="701413" y="1835223"/>
                  </a:lnTo>
                  <a:lnTo>
                    <a:pt x="36323" y="1271062"/>
                  </a:lnTo>
                  <a:close/>
                </a:path>
                <a:path w="2098675" h="1929765">
                  <a:moveTo>
                    <a:pt x="1423431" y="0"/>
                  </a:moveTo>
                  <a:lnTo>
                    <a:pt x="1412857" y="839"/>
                  </a:lnTo>
                  <a:lnTo>
                    <a:pt x="1393724" y="2085"/>
                  </a:lnTo>
                  <a:lnTo>
                    <a:pt x="1403287" y="2085"/>
                  </a:lnTo>
                  <a:lnTo>
                    <a:pt x="1452745" y="12251"/>
                  </a:lnTo>
                  <a:lnTo>
                    <a:pt x="1496425" y="44503"/>
                  </a:lnTo>
                  <a:lnTo>
                    <a:pt x="1970038" y="518304"/>
                  </a:lnTo>
                  <a:lnTo>
                    <a:pt x="1988733" y="536462"/>
                  </a:lnTo>
                  <a:lnTo>
                    <a:pt x="1998619" y="545660"/>
                  </a:lnTo>
                  <a:lnTo>
                    <a:pt x="2020692" y="573014"/>
                  </a:lnTo>
                  <a:lnTo>
                    <a:pt x="2035267" y="614263"/>
                  </a:lnTo>
                  <a:lnTo>
                    <a:pt x="2030304" y="663549"/>
                  </a:lnTo>
                  <a:lnTo>
                    <a:pt x="1993761" y="715016"/>
                  </a:lnTo>
                  <a:lnTo>
                    <a:pt x="1972708" y="735256"/>
                  </a:lnTo>
                  <a:lnTo>
                    <a:pt x="1730030" y="971413"/>
                  </a:lnTo>
                  <a:lnTo>
                    <a:pt x="902645" y="1788179"/>
                  </a:lnTo>
                  <a:lnTo>
                    <a:pt x="886592" y="1804634"/>
                  </a:lnTo>
                  <a:lnTo>
                    <a:pt x="875235" y="1816529"/>
                  </a:lnTo>
                  <a:lnTo>
                    <a:pt x="868884" y="1823559"/>
                  </a:lnTo>
                  <a:lnTo>
                    <a:pt x="838700" y="1849895"/>
                  </a:lnTo>
                  <a:lnTo>
                    <a:pt x="794902" y="1862782"/>
                  </a:lnTo>
                  <a:lnTo>
                    <a:pt x="908747" y="1862782"/>
                  </a:lnTo>
                  <a:lnTo>
                    <a:pt x="918414" y="1852896"/>
                  </a:lnTo>
                  <a:lnTo>
                    <a:pt x="1791521" y="994075"/>
                  </a:lnTo>
                  <a:lnTo>
                    <a:pt x="2033241" y="759732"/>
                  </a:lnTo>
                  <a:lnTo>
                    <a:pt x="2054377" y="739487"/>
                  </a:lnTo>
                  <a:lnTo>
                    <a:pt x="2087796" y="696851"/>
                  </a:lnTo>
                  <a:lnTo>
                    <a:pt x="2098604" y="654886"/>
                  </a:lnTo>
                  <a:lnTo>
                    <a:pt x="2093209" y="616696"/>
                  </a:lnTo>
                  <a:lnTo>
                    <a:pt x="2078019" y="585389"/>
                  </a:lnTo>
                  <a:lnTo>
                    <a:pt x="2059445" y="564068"/>
                  </a:lnTo>
                  <a:lnTo>
                    <a:pt x="2049168" y="554543"/>
                  </a:lnTo>
                  <a:lnTo>
                    <a:pt x="2029734" y="535737"/>
                  </a:lnTo>
                  <a:lnTo>
                    <a:pt x="1537481" y="45016"/>
                  </a:lnTo>
                  <a:lnTo>
                    <a:pt x="1532194" y="38189"/>
                  </a:lnTo>
                  <a:lnTo>
                    <a:pt x="1526288" y="32398"/>
                  </a:lnTo>
                  <a:lnTo>
                    <a:pt x="1520027" y="27488"/>
                  </a:lnTo>
                  <a:lnTo>
                    <a:pt x="1484764" y="8313"/>
                  </a:lnTo>
                  <a:lnTo>
                    <a:pt x="1450069" y="839"/>
                  </a:lnTo>
                  <a:lnTo>
                    <a:pt x="1450577" y="839"/>
                  </a:lnTo>
                  <a:lnTo>
                    <a:pt x="1423431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325393" y="9020336"/>
              <a:ext cx="4710430" cy="1854200"/>
            </a:xfrm>
            <a:custGeom>
              <a:avLst/>
              <a:gdLst/>
              <a:ahLst/>
              <a:cxnLst/>
              <a:rect l="l" t="t" r="r" b="b"/>
              <a:pathLst>
                <a:path w="4710430" h="1854200">
                  <a:moveTo>
                    <a:pt x="4186157" y="1181100"/>
                  </a:moveTo>
                  <a:lnTo>
                    <a:pt x="2481421" y="1181100"/>
                  </a:lnTo>
                  <a:lnTo>
                    <a:pt x="2487341" y="1193800"/>
                  </a:lnTo>
                  <a:lnTo>
                    <a:pt x="2494276" y="1206500"/>
                  </a:lnTo>
                  <a:lnTo>
                    <a:pt x="2502217" y="1219200"/>
                  </a:lnTo>
                  <a:lnTo>
                    <a:pt x="2511159" y="1231900"/>
                  </a:lnTo>
                  <a:lnTo>
                    <a:pt x="2524686" y="1231900"/>
                  </a:lnTo>
                  <a:lnTo>
                    <a:pt x="2539923" y="1244600"/>
                  </a:lnTo>
                  <a:lnTo>
                    <a:pt x="2556813" y="1257300"/>
                  </a:lnTo>
                  <a:lnTo>
                    <a:pt x="2575293" y="1257300"/>
                  </a:lnTo>
                  <a:lnTo>
                    <a:pt x="2584502" y="1270000"/>
                  </a:lnTo>
                  <a:lnTo>
                    <a:pt x="2711142" y="1270000"/>
                  </a:lnTo>
                  <a:lnTo>
                    <a:pt x="3050263" y="1549400"/>
                  </a:lnTo>
                  <a:lnTo>
                    <a:pt x="3136398" y="1625600"/>
                  </a:lnTo>
                  <a:lnTo>
                    <a:pt x="3176427" y="1663700"/>
                  </a:lnTo>
                  <a:lnTo>
                    <a:pt x="3214092" y="1689100"/>
                  </a:lnTo>
                  <a:lnTo>
                    <a:pt x="3249139" y="1727200"/>
                  </a:lnTo>
                  <a:lnTo>
                    <a:pt x="3281315" y="1752600"/>
                  </a:lnTo>
                  <a:lnTo>
                    <a:pt x="3310366" y="1778000"/>
                  </a:lnTo>
                  <a:lnTo>
                    <a:pt x="3336039" y="1803400"/>
                  </a:lnTo>
                  <a:lnTo>
                    <a:pt x="3358078" y="1816100"/>
                  </a:lnTo>
                  <a:lnTo>
                    <a:pt x="3376232" y="1828800"/>
                  </a:lnTo>
                  <a:lnTo>
                    <a:pt x="3421047" y="1854200"/>
                  </a:lnTo>
                  <a:lnTo>
                    <a:pt x="3469721" y="1854200"/>
                  </a:lnTo>
                  <a:lnTo>
                    <a:pt x="3513519" y="1841500"/>
                  </a:lnTo>
                  <a:lnTo>
                    <a:pt x="3543703" y="1816100"/>
                  </a:lnTo>
                  <a:lnTo>
                    <a:pt x="3550054" y="1816100"/>
                  </a:lnTo>
                  <a:lnTo>
                    <a:pt x="3561411" y="1803400"/>
                  </a:lnTo>
                  <a:lnTo>
                    <a:pt x="3577464" y="1790700"/>
                  </a:lnTo>
                  <a:lnTo>
                    <a:pt x="3597901" y="1765300"/>
                  </a:lnTo>
                  <a:lnTo>
                    <a:pt x="3622410" y="1739900"/>
                  </a:lnTo>
                  <a:lnTo>
                    <a:pt x="3650680" y="1714500"/>
                  </a:lnTo>
                  <a:lnTo>
                    <a:pt x="3682400" y="1676400"/>
                  </a:lnTo>
                  <a:lnTo>
                    <a:pt x="3717257" y="1651000"/>
                  </a:lnTo>
                  <a:lnTo>
                    <a:pt x="3754941" y="1612900"/>
                  </a:lnTo>
                  <a:lnTo>
                    <a:pt x="3795140" y="1574800"/>
                  </a:lnTo>
                  <a:lnTo>
                    <a:pt x="3837542" y="1524000"/>
                  </a:lnTo>
                  <a:lnTo>
                    <a:pt x="3881836" y="1485900"/>
                  </a:lnTo>
                  <a:lnTo>
                    <a:pt x="3927710" y="1435100"/>
                  </a:lnTo>
                  <a:lnTo>
                    <a:pt x="3974854" y="1397000"/>
                  </a:lnTo>
                  <a:lnTo>
                    <a:pt x="4022954" y="1346200"/>
                  </a:lnTo>
                  <a:lnTo>
                    <a:pt x="4169886" y="1193800"/>
                  </a:lnTo>
                  <a:lnTo>
                    <a:pt x="4186157" y="1181100"/>
                  </a:lnTo>
                  <a:close/>
                </a:path>
                <a:path w="4710430" h="1854200">
                  <a:moveTo>
                    <a:pt x="1500917" y="1498600"/>
                  </a:moveTo>
                  <a:lnTo>
                    <a:pt x="1277538" y="1498600"/>
                  </a:lnTo>
                  <a:lnTo>
                    <a:pt x="1294462" y="1511300"/>
                  </a:lnTo>
                  <a:lnTo>
                    <a:pt x="1312975" y="1524000"/>
                  </a:lnTo>
                  <a:lnTo>
                    <a:pt x="1463794" y="1524000"/>
                  </a:lnTo>
                  <a:lnTo>
                    <a:pt x="1482585" y="1511300"/>
                  </a:lnTo>
                  <a:lnTo>
                    <a:pt x="1500917" y="1498600"/>
                  </a:lnTo>
                  <a:close/>
                </a:path>
                <a:path w="4710430" h="1854200">
                  <a:moveTo>
                    <a:pt x="1530002" y="1270000"/>
                  </a:moveTo>
                  <a:lnTo>
                    <a:pt x="1202329" y="1270000"/>
                  </a:lnTo>
                  <a:lnTo>
                    <a:pt x="1201868" y="1295400"/>
                  </a:lnTo>
                  <a:lnTo>
                    <a:pt x="1201579" y="1320800"/>
                  </a:lnTo>
                  <a:lnTo>
                    <a:pt x="1201607" y="1358900"/>
                  </a:lnTo>
                  <a:lnTo>
                    <a:pt x="1202693" y="1371600"/>
                  </a:lnTo>
                  <a:lnTo>
                    <a:pt x="1204675" y="1397000"/>
                  </a:lnTo>
                  <a:lnTo>
                    <a:pt x="1207544" y="1409700"/>
                  </a:lnTo>
                  <a:lnTo>
                    <a:pt x="1211292" y="1422400"/>
                  </a:lnTo>
                  <a:lnTo>
                    <a:pt x="1217746" y="1435100"/>
                  </a:lnTo>
                  <a:lnTo>
                    <a:pt x="1226155" y="1460500"/>
                  </a:lnTo>
                  <a:lnTo>
                    <a:pt x="1236485" y="1473200"/>
                  </a:lnTo>
                  <a:lnTo>
                    <a:pt x="1248705" y="1485900"/>
                  </a:lnTo>
                  <a:lnTo>
                    <a:pt x="1262265" y="1498600"/>
                  </a:lnTo>
                  <a:lnTo>
                    <a:pt x="1501116" y="1498600"/>
                  </a:lnTo>
                  <a:lnTo>
                    <a:pt x="1521748" y="1460500"/>
                  </a:lnTo>
                  <a:lnTo>
                    <a:pt x="1525119" y="1409700"/>
                  </a:lnTo>
                  <a:lnTo>
                    <a:pt x="1526229" y="1397000"/>
                  </a:lnTo>
                  <a:lnTo>
                    <a:pt x="1527164" y="1371600"/>
                  </a:lnTo>
                  <a:lnTo>
                    <a:pt x="1527922" y="1358900"/>
                  </a:lnTo>
                  <a:lnTo>
                    <a:pt x="1528545" y="1333500"/>
                  </a:lnTo>
                  <a:lnTo>
                    <a:pt x="1530002" y="1270000"/>
                  </a:lnTo>
                  <a:close/>
                </a:path>
                <a:path w="4710430" h="1854200">
                  <a:moveTo>
                    <a:pt x="134082" y="863600"/>
                  </a:moveTo>
                  <a:lnTo>
                    <a:pt x="86121" y="863600"/>
                  </a:lnTo>
                  <a:lnTo>
                    <a:pt x="58866" y="876300"/>
                  </a:lnTo>
                  <a:lnTo>
                    <a:pt x="10449" y="952500"/>
                  </a:lnTo>
                  <a:lnTo>
                    <a:pt x="2382" y="1003300"/>
                  </a:lnTo>
                  <a:lnTo>
                    <a:pt x="504" y="1041400"/>
                  </a:lnTo>
                  <a:lnTo>
                    <a:pt x="0" y="1079500"/>
                  </a:lnTo>
                  <a:lnTo>
                    <a:pt x="2511" y="1104900"/>
                  </a:lnTo>
                  <a:lnTo>
                    <a:pt x="9849" y="1117600"/>
                  </a:lnTo>
                  <a:lnTo>
                    <a:pt x="21979" y="1143000"/>
                  </a:lnTo>
                  <a:lnTo>
                    <a:pt x="54506" y="1181100"/>
                  </a:lnTo>
                  <a:lnTo>
                    <a:pt x="92760" y="1206500"/>
                  </a:lnTo>
                  <a:lnTo>
                    <a:pt x="138080" y="1231900"/>
                  </a:lnTo>
                  <a:lnTo>
                    <a:pt x="162683" y="1244600"/>
                  </a:lnTo>
                  <a:lnTo>
                    <a:pt x="188963" y="1244600"/>
                  </a:lnTo>
                  <a:lnTo>
                    <a:pt x="216831" y="1257300"/>
                  </a:lnTo>
                  <a:lnTo>
                    <a:pt x="246015" y="1257300"/>
                  </a:lnTo>
                  <a:lnTo>
                    <a:pt x="276402" y="1270000"/>
                  </a:lnTo>
                  <a:lnTo>
                    <a:pt x="418280" y="1270000"/>
                  </a:lnTo>
                  <a:lnTo>
                    <a:pt x="485042" y="1244600"/>
                  </a:lnTo>
                  <a:lnTo>
                    <a:pt x="544531" y="1219200"/>
                  </a:lnTo>
                  <a:lnTo>
                    <a:pt x="570385" y="1193800"/>
                  </a:lnTo>
                  <a:lnTo>
                    <a:pt x="593521" y="1181100"/>
                  </a:lnTo>
                  <a:lnTo>
                    <a:pt x="601791" y="1168400"/>
                  </a:lnTo>
                  <a:lnTo>
                    <a:pt x="609655" y="1155700"/>
                  </a:lnTo>
                  <a:lnTo>
                    <a:pt x="617117" y="1155700"/>
                  </a:lnTo>
                  <a:lnTo>
                    <a:pt x="624179" y="1143000"/>
                  </a:lnTo>
                  <a:lnTo>
                    <a:pt x="1871286" y="1143000"/>
                  </a:lnTo>
                  <a:lnTo>
                    <a:pt x="1879105" y="1130300"/>
                  </a:lnTo>
                  <a:lnTo>
                    <a:pt x="1886062" y="1130300"/>
                  </a:lnTo>
                  <a:lnTo>
                    <a:pt x="1892727" y="1117600"/>
                  </a:lnTo>
                  <a:lnTo>
                    <a:pt x="1899110" y="1104900"/>
                  </a:lnTo>
                  <a:lnTo>
                    <a:pt x="1905219" y="1092200"/>
                  </a:lnTo>
                  <a:lnTo>
                    <a:pt x="4278741" y="1092200"/>
                  </a:lnTo>
                  <a:lnTo>
                    <a:pt x="4314219" y="1054100"/>
                  </a:lnTo>
                  <a:lnTo>
                    <a:pt x="4360299" y="1016000"/>
                  </a:lnTo>
                  <a:lnTo>
                    <a:pt x="4382572" y="990600"/>
                  </a:lnTo>
                  <a:lnTo>
                    <a:pt x="926505" y="990600"/>
                  </a:lnTo>
                  <a:lnTo>
                    <a:pt x="923793" y="977900"/>
                  </a:lnTo>
                  <a:lnTo>
                    <a:pt x="923217" y="965200"/>
                  </a:lnTo>
                  <a:lnTo>
                    <a:pt x="923647" y="952500"/>
                  </a:lnTo>
                  <a:lnTo>
                    <a:pt x="925769" y="876300"/>
                  </a:lnTo>
                  <a:lnTo>
                    <a:pt x="147901" y="876300"/>
                  </a:lnTo>
                  <a:lnTo>
                    <a:pt x="134082" y="863600"/>
                  </a:lnTo>
                  <a:close/>
                </a:path>
                <a:path w="4710430" h="1854200">
                  <a:moveTo>
                    <a:pt x="932149" y="1257300"/>
                  </a:moveTo>
                  <a:lnTo>
                    <a:pt x="775576" y="1257300"/>
                  </a:lnTo>
                  <a:lnTo>
                    <a:pt x="801137" y="1270000"/>
                  </a:lnTo>
                  <a:lnTo>
                    <a:pt x="916564" y="1270000"/>
                  </a:lnTo>
                  <a:lnTo>
                    <a:pt x="932149" y="1257300"/>
                  </a:lnTo>
                  <a:close/>
                </a:path>
                <a:path w="4710430" h="1854200">
                  <a:moveTo>
                    <a:pt x="1530696" y="1257300"/>
                  </a:moveTo>
                  <a:lnTo>
                    <a:pt x="1084050" y="1257300"/>
                  </a:lnTo>
                  <a:lnTo>
                    <a:pt x="1099282" y="1270000"/>
                  </a:lnTo>
                  <a:lnTo>
                    <a:pt x="1530257" y="1270000"/>
                  </a:lnTo>
                  <a:lnTo>
                    <a:pt x="1530696" y="1257300"/>
                  </a:lnTo>
                  <a:close/>
                </a:path>
                <a:path w="4710430" h="1854200">
                  <a:moveTo>
                    <a:pt x="1801716" y="1219200"/>
                  </a:moveTo>
                  <a:lnTo>
                    <a:pt x="1018607" y="1219200"/>
                  </a:lnTo>
                  <a:lnTo>
                    <a:pt x="1021016" y="1231900"/>
                  </a:lnTo>
                  <a:lnTo>
                    <a:pt x="1023508" y="1231900"/>
                  </a:lnTo>
                  <a:lnTo>
                    <a:pt x="1036525" y="1244600"/>
                  </a:lnTo>
                  <a:lnTo>
                    <a:pt x="1050991" y="1244600"/>
                  </a:lnTo>
                  <a:lnTo>
                    <a:pt x="1066851" y="1257300"/>
                  </a:lnTo>
                  <a:lnTo>
                    <a:pt x="1551299" y="1257300"/>
                  </a:lnTo>
                  <a:lnTo>
                    <a:pt x="1573158" y="1270000"/>
                  </a:lnTo>
                  <a:lnTo>
                    <a:pt x="1669810" y="1270000"/>
                  </a:lnTo>
                  <a:lnTo>
                    <a:pt x="1705094" y="1257300"/>
                  </a:lnTo>
                  <a:lnTo>
                    <a:pt x="1739004" y="1244600"/>
                  </a:lnTo>
                  <a:lnTo>
                    <a:pt x="1771422" y="1231900"/>
                  </a:lnTo>
                  <a:lnTo>
                    <a:pt x="1801716" y="1219200"/>
                  </a:lnTo>
                  <a:close/>
                </a:path>
                <a:path w="4710430" h="1854200">
                  <a:moveTo>
                    <a:pt x="4278741" y="1092200"/>
                  </a:moveTo>
                  <a:lnTo>
                    <a:pt x="1908256" y="1092200"/>
                  </a:lnTo>
                  <a:lnTo>
                    <a:pt x="1909910" y="1104900"/>
                  </a:lnTo>
                  <a:lnTo>
                    <a:pt x="1949485" y="1155700"/>
                  </a:lnTo>
                  <a:lnTo>
                    <a:pt x="1998640" y="1206500"/>
                  </a:lnTo>
                  <a:lnTo>
                    <a:pt x="2025874" y="1219200"/>
                  </a:lnTo>
                  <a:lnTo>
                    <a:pt x="2054734" y="1244600"/>
                  </a:lnTo>
                  <a:lnTo>
                    <a:pt x="2085120" y="1244600"/>
                  </a:lnTo>
                  <a:lnTo>
                    <a:pt x="2116930" y="1257300"/>
                  </a:lnTo>
                  <a:lnTo>
                    <a:pt x="2142787" y="1270000"/>
                  </a:lnTo>
                  <a:lnTo>
                    <a:pt x="2281895" y="1270000"/>
                  </a:lnTo>
                  <a:lnTo>
                    <a:pt x="2304839" y="1257300"/>
                  </a:lnTo>
                  <a:lnTo>
                    <a:pt x="2352090" y="1257300"/>
                  </a:lnTo>
                  <a:lnTo>
                    <a:pt x="2375219" y="1244600"/>
                  </a:lnTo>
                  <a:lnTo>
                    <a:pt x="2397254" y="1231900"/>
                  </a:lnTo>
                  <a:lnTo>
                    <a:pt x="2418114" y="1231900"/>
                  </a:lnTo>
                  <a:lnTo>
                    <a:pt x="2435906" y="1219200"/>
                  </a:lnTo>
                  <a:lnTo>
                    <a:pt x="2452403" y="1206500"/>
                  </a:lnTo>
                  <a:lnTo>
                    <a:pt x="2467582" y="1193800"/>
                  </a:lnTo>
                  <a:lnTo>
                    <a:pt x="2481421" y="1181100"/>
                  </a:lnTo>
                  <a:lnTo>
                    <a:pt x="4186157" y="1181100"/>
                  </a:lnTo>
                  <a:lnTo>
                    <a:pt x="4218701" y="1155700"/>
                  </a:lnTo>
                  <a:lnTo>
                    <a:pt x="4266916" y="1104900"/>
                  </a:lnTo>
                  <a:lnTo>
                    <a:pt x="4278741" y="1092200"/>
                  </a:lnTo>
                  <a:close/>
                </a:path>
                <a:path w="4710430" h="1854200">
                  <a:moveTo>
                    <a:pt x="1871286" y="1143000"/>
                  </a:moveTo>
                  <a:lnTo>
                    <a:pt x="624179" y="1143000"/>
                  </a:lnTo>
                  <a:lnTo>
                    <a:pt x="633834" y="1155700"/>
                  </a:lnTo>
                  <a:lnTo>
                    <a:pt x="644710" y="1181100"/>
                  </a:lnTo>
                  <a:lnTo>
                    <a:pt x="688281" y="1219200"/>
                  </a:lnTo>
                  <a:lnTo>
                    <a:pt x="729991" y="1244600"/>
                  </a:lnTo>
                  <a:lnTo>
                    <a:pt x="753327" y="1257300"/>
                  </a:lnTo>
                  <a:lnTo>
                    <a:pt x="948578" y="1257300"/>
                  </a:lnTo>
                  <a:lnTo>
                    <a:pt x="964780" y="1244600"/>
                  </a:lnTo>
                  <a:lnTo>
                    <a:pt x="980698" y="1244600"/>
                  </a:lnTo>
                  <a:lnTo>
                    <a:pt x="996273" y="1231900"/>
                  </a:lnTo>
                  <a:lnTo>
                    <a:pt x="1009969" y="1231900"/>
                  </a:lnTo>
                  <a:lnTo>
                    <a:pt x="1016304" y="1219200"/>
                  </a:lnTo>
                  <a:lnTo>
                    <a:pt x="1801716" y="1219200"/>
                  </a:lnTo>
                  <a:lnTo>
                    <a:pt x="1829822" y="1193800"/>
                  </a:lnTo>
                  <a:lnTo>
                    <a:pt x="1855649" y="1168400"/>
                  </a:lnTo>
                  <a:lnTo>
                    <a:pt x="1871286" y="1143000"/>
                  </a:lnTo>
                  <a:close/>
                </a:path>
                <a:path w="4710430" h="1854200">
                  <a:moveTo>
                    <a:pt x="1216098" y="469900"/>
                  </a:moveTo>
                  <a:lnTo>
                    <a:pt x="1041659" y="469900"/>
                  </a:lnTo>
                  <a:lnTo>
                    <a:pt x="1025696" y="482600"/>
                  </a:lnTo>
                  <a:lnTo>
                    <a:pt x="998946" y="520700"/>
                  </a:lnTo>
                  <a:lnTo>
                    <a:pt x="991520" y="571500"/>
                  </a:lnTo>
                  <a:lnTo>
                    <a:pt x="989874" y="622300"/>
                  </a:lnTo>
                  <a:lnTo>
                    <a:pt x="989003" y="673100"/>
                  </a:lnTo>
                  <a:lnTo>
                    <a:pt x="988492" y="698500"/>
                  </a:lnTo>
                  <a:lnTo>
                    <a:pt x="987767" y="736600"/>
                  </a:lnTo>
                  <a:lnTo>
                    <a:pt x="985921" y="774700"/>
                  </a:lnTo>
                  <a:lnTo>
                    <a:pt x="981914" y="825500"/>
                  </a:lnTo>
                  <a:lnTo>
                    <a:pt x="976049" y="876300"/>
                  </a:lnTo>
                  <a:lnTo>
                    <a:pt x="967926" y="914400"/>
                  </a:lnTo>
                  <a:lnTo>
                    <a:pt x="962965" y="939800"/>
                  </a:lnTo>
                  <a:lnTo>
                    <a:pt x="958462" y="952500"/>
                  </a:lnTo>
                  <a:lnTo>
                    <a:pt x="953385" y="965200"/>
                  </a:lnTo>
                  <a:lnTo>
                    <a:pt x="947753" y="977900"/>
                  </a:lnTo>
                  <a:lnTo>
                    <a:pt x="941583" y="990600"/>
                  </a:lnTo>
                  <a:lnTo>
                    <a:pt x="4382572" y="990600"/>
                  </a:lnTo>
                  <a:lnTo>
                    <a:pt x="4404845" y="965200"/>
                  </a:lnTo>
                  <a:lnTo>
                    <a:pt x="4447544" y="927100"/>
                  </a:lnTo>
                  <a:lnTo>
                    <a:pt x="4488086" y="889000"/>
                  </a:lnTo>
                  <a:lnTo>
                    <a:pt x="4526158" y="850900"/>
                  </a:lnTo>
                  <a:lnTo>
                    <a:pt x="4561450" y="812800"/>
                  </a:lnTo>
                  <a:lnTo>
                    <a:pt x="4593649" y="787400"/>
                  </a:lnTo>
                  <a:lnTo>
                    <a:pt x="4622445" y="762000"/>
                  </a:lnTo>
                  <a:lnTo>
                    <a:pt x="4647526" y="736600"/>
                  </a:lnTo>
                  <a:lnTo>
                    <a:pt x="4668580" y="711200"/>
                  </a:lnTo>
                  <a:lnTo>
                    <a:pt x="4705123" y="660400"/>
                  </a:lnTo>
                  <a:lnTo>
                    <a:pt x="1936768" y="660400"/>
                  </a:lnTo>
                  <a:lnTo>
                    <a:pt x="1925777" y="622300"/>
                  </a:lnTo>
                  <a:lnTo>
                    <a:pt x="1912812" y="596900"/>
                  </a:lnTo>
                  <a:lnTo>
                    <a:pt x="1897870" y="571500"/>
                  </a:lnTo>
                  <a:lnTo>
                    <a:pt x="1880947" y="546100"/>
                  </a:lnTo>
                  <a:lnTo>
                    <a:pt x="1848859" y="520700"/>
                  </a:lnTo>
                  <a:lnTo>
                    <a:pt x="1506236" y="520700"/>
                  </a:lnTo>
                  <a:lnTo>
                    <a:pt x="1503273" y="508000"/>
                  </a:lnTo>
                  <a:lnTo>
                    <a:pt x="1496886" y="508000"/>
                  </a:lnTo>
                  <a:lnTo>
                    <a:pt x="1471942" y="495300"/>
                  </a:lnTo>
                  <a:lnTo>
                    <a:pt x="1249783" y="495300"/>
                  </a:lnTo>
                  <a:lnTo>
                    <a:pt x="1239289" y="482600"/>
                  </a:lnTo>
                  <a:lnTo>
                    <a:pt x="1228058" y="482600"/>
                  </a:lnTo>
                  <a:lnTo>
                    <a:pt x="1216098" y="469900"/>
                  </a:lnTo>
                  <a:close/>
                </a:path>
                <a:path w="4710430" h="1854200">
                  <a:moveTo>
                    <a:pt x="476387" y="279400"/>
                  </a:moveTo>
                  <a:lnTo>
                    <a:pt x="345862" y="279400"/>
                  </a:lnTo>
                  <a:lnTo>
                    <a:pt x="313209" y="292100"/>
                  </a:lnTo>
                  <a:lnTo>
                    <a:pt x="280630" y="292100"/>
                  </a:lnTo>
                  <a:lnTo>
                    <a:pt x="214505" y="317500"/>
                  </a:lnTo>
                  <a:lnTo>
                    <a:pt x="155440" y="355600"/>
                  </a:lnTo>
                  <a:lnTo>
                    <a:pt x="103871" y="406400"/>
                  </a:lnTo>
                  <a:lnTo>
                    <a:pt x="62919" y="457200"/>
                  </a:lnTo>
                  <a:lnTo>
                    <a:pt x="46959" y="495300"/>
                  </a:lnTo>
                  <a:lnTo>
                    <a:pt x="35570" y="533400"/>
                  </a:lnTo>
                  <a:lnTo>
                    <a:pt x="28786" y="584200"/>
                  </a:lnTo>
                  <a:lnTo>
                    <a:pt x="26637" y="622300"/>
                  </a:lnTo>
                  <a:lnTo>
                    <a:pt x="28662" y="660400"/>
                  </a:lnTo>
                  <a:lnTo>
                    <a:pt x="34389" y="698500"/>
                  </a:lnTo>
                  <a:lnTo>
                    <a:pt x="43795" y="736600"/>
                  </a:lnTo>
                  <a:lnTo>
                    <a:pt x="72326" y="787400"/>
                  </a:lnTo>
                  <a:lnTo>
                    <a:pt x="109431" y="838200"/>
                  </a:lnTo>
                  <a:lnTo>
                    <a:pt x="130938" y="863600"/>
                  </a:lnTo>
                  <a:lnTo>
                    <a:pt x="145992" y="863600"/>
                  </a:lnTo>
                  <a:lnTo>
                    <a:pt x="153705" y="876300"/>
                  </a:lnTo>
                  <a:lnTo>
                    <a:pt x="925769" y="876300"/>
                  </a:lnTo>
                  <a:lnTo>
                    <a:pt x="926127" y="863600"/>
                  </a:lnTo>
                  <a:lnTo>
                    <a:pt x="930488" y="723900"/>
                  </a:lnTo>
                  <a:lnTo>
                    <a:pt x="932236" y="673100"/>
                  </a:lnTo>
                  <a:lnTo>
                    <a:pt x="933076" y="635000"/>
                  </a:lnTo>
                  <a:lnTo>
                    <a:pt x="933144" y="622300"/>
                  </a:lnTo>
                  <a:lnTo>
                    <a:pt x="932038" y="609600"/>
                  </a:lnTo>
                  <a:lnTo>
                    <a:pt x="929967" y="596900"/>
                  </a:lnTo>
                  <a:lnTo>
                    <a:pt x="926940" y="571500"/>
                  </a:lnTo>
                  <a:lnTo>
                    <a:pt x="907540" y="533400"/>
                  </a:lnTo>
                  <a:lnTo>
                    <a:pt x="870577" y="495300"/>
                  </a:lnTo>
                  <a:lnTo>
                    <a:pt x="855142" y="482600"/>
                  </a:lnTo>
                  <a:lnTo>
                    <a:pt x="838084" y="482600"/>
                  </a:lnTo>
                  <a:lnTo>
                    <a:pt x="819451" y="469900"/>
                  </a:lnTo>
                  <a:lnTo>
                    <a:pt x="690931" y="469900"/>
                  </a:lnTo>
                  <a:lnTo>
                    <a:pt x="680986" y="431800"/>
                  </a:lnTo>
                  <a:lnTo>
                    <a:pt x="665737" y="393700"/>
                  </a:lnTo>
                  <a:lnTo>
                    <a:pt x="645295" y="368300"/>
                  </a:lnTo>
                  <a:lnTo>
                    <a:pt x="619771" y="342900"/>
                  </a:lnTo>
                  <a:lnTo>
                    <a:pt x="579860" y="317500"/>
                  </a:lnTo>
                  <a:lnTo>
                    <a:pt x="532006" y="292100"/>
                  </a:lnTo>
                  <a:lnTo>
                    <a:pt x="476387" y="279400"/>
                  </a:lnTo>
                  <a:close/>
                </a:path>
                <a:path w="4710430" h="1854200">
                  <a:moveTo>
                    <a:pt x="4104011" y="0"/>
                  </a:moveTo>
                  <a:lnTo>
                    <a:pt x="4052651" y="0"/>
                  </a:lnTo>
                  <a:lnTo>
                    <a:pt x="2721990" y="88900"/>
                  </a:lnTo>
                  <a:lnTo>
                    <a:pt x="2687639" y="88900"/>
                  </a:lnTo>
                  <a:lnTo>
                    <a:pt x="2661274" y="101600"/>
                  </a:lnTo>
                  <a:lnTo>
                    <a:pt x="2644373" y="114300"/>
                  </a:lnTo>
                  <a:lnTo>
                    <a:pt x="2638411" y="127000"/>
                  </a:lnTo>
                  <a:lnTo>
                    <a:pt x="2271847" y="469900"/>
                  </a:lnTo>
                  <a:lnTo>
                    <a:pt x="2189043" y="469900"/>
                  </a:lnTo>
                  <a:lnTo>
                    <a:pt x="2151837" y="482600"/>
                  </a:lnTo>
                  <a:lnTo>
                    <a:pt x="2086119" y="508000"/>
                  </a:lnTo>
                  <a:lnTo>
                    <a:pt x="2030038" y="546100"/>
                  </a:lnTo>
                  <a:lnTo>
                    <a:pt x="2005656" y="571500"/>
                  </a:lnTo>
                  <a:lnTo>
                    <a:pt x="1985630" y="584200"/>
                  </a:lnTo>
                  <a:lnTo>
                    <a:pt x="1967450" y="609600"/>
                  </a:lnTo>
                  <a:lnTo>
                    <a:pt x="1951151" y="635000"/>
                  </a:lnTo>
                  <a:lnTo>
                    <a:pt x="1936768" y="660400"/>
                  </a:lnTo>
                  <a:lnTo>
                    <a:pt x="4705123" y="660400"/>
                  </a:lnTo>
                  <a:lnTo>
                    <a:pt x="4710086" y="609600"/>
                  </a:lnTo>
                  <a:lnTo>
                    <a:pt x="4695511" y="571500"/>
                  </a:lnTo>
                  <a:lnTo>
                    <a:pt x="4673438" y="546100"/>
                  </a:lnTo>
                  <a:lnTo>
                    <a:pt x="4663552" y="533400"/>
                  </a:lnTo>
                  <a:lnTo>
                    <a:pt x="4644856" y="520700"/>
                  </a:lnTo>
                  <a:lnTo>
                    <a:pt x="4618553" y="495300"/>
                  </a:lnTo>
                  <a:lnTo>
                    <a:pt x="4585846" y="457200"/>
                  </a:lnTo>
                  <a:lnTo>
                    <a:pt x="4547938" y="419100"/>
                  </a:lnTo>
                  <a:lnTo>
                    <a:pt x="4506032" y="381000"/>
                  </a:lnTo>
                  <a:lnTo>
                    <a:pt x="4461332" y="330200"/>
                  </a:lnTo>
                  <a:lnTo>
                    <a:pt x="4415041" y="292100"/>
                  </a:lnTo>
                  <a:lnTo>
                    <a:pt x="4368361" y="241300"/>
                  </a:lnTo>
                  <a:lnTo>
                    <a:pt x="4278648" y="152400"/>
                  </a:lnTo>
                  <a:lnTo>
                    <a:pt x="4171244" y="38100"/>
                  </a:lnTo>
                  <a:lnTo>
                    <a:pt x="4150755" y="25400"/>
                  </a:lnTo>
                  <a:lnTo>
                    <a:pt x="4104011" y="0"/>
                  </a:lnTo>
                  <a:close/>
                </a:path>
                <a:path w="4710430" h="1854200">
                  <a:moveTo>
                    <a:pt x="1725167" y="469900"/>
                  </a:moveTo>
                  <a:lnTo>
                    <a:pt x="1621657" y="469900"/>
                  </a:lnTo>
                  <a:lnTo>
                    <a:pt x="1585894" y="482600"/>
                  </a:lnTo>
                  <a:lnTo>
                    <a:pt x="1553091" y="495300"/>
                  </a:lnTo>
                  <a:lnTo>
                    <a:pt x="1523367" y="508000"/>
                  </a:lnTo>
                  <a:lnTo>
                    <a:pt x="1511765" y="508000"/>
                  </a:lnTo>
                  <a:lnTo>
                    <a:pt x="1506236" y="520700"/>
                  </a:lnTo>
                  <a:lnTo>
                    <a:pt x="1848859" y="520700"/>
                  </a:lnTo>
                  <a:lnTo>
                    <a:pt x="1812138" y="495300"/>
                  </a:lnTo>
                  <a:lnTo>
                    <a:pt x="1770877" y="482600"/>
                  </a:lnTo>
                  <a:lnTo>
                    <a:pt x="1725167" y="469900"/>
                  </a:lnTo>
                  <a:close/>
                </a:path>
                <a:path w="4710430" h="1854200">
                  <a:moveTo>
                    <a:pt x="1409125" y="469900"/>
                  </a:moveTo>
                  <a:lnTo>
                    <a:pt x="1285100" y="469900"/>
                  </a:lnTo>
                  <a:lnTo>
                    <a:pt x="1267159" y="482600"/>
                  </a:lnTo>
                  <a:lnTo>
                    <a:pt x="1249783" y="495300"/>
                  </a:lnTo>
                  <a:lnTo>
                    <a:pt x="1471942" y="495300"/>
                  </a:lnTo>
                  <a:lnTo>
                    <a:pt x="1442653" y="482600"/>
                  </a:lnTo>
                  <a:lnTo>
                    <a:pt x="1409125" y="4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675847" y="9046691"/>
              <a:ext cx="2308225" cy="1785620"/>
            </a:xfrm>
            <a:custGeom>
              <a:avLst/>
              <a:gdLst/>
              <a:ahLst/>
              <a:cxnLst/>
              <a:rect l="l" t="t" r="r" b="b"/>
              <a:pathLst>
                <a:path w="2308225" h="1785620">
                  <a:moveTo>
                    <a:pt x="415704" y="1205827"/>
                  </a:moveTo>
                  <a:lnTo>
                    <a:pt x="389925" y="1226172"/>
                  </a:lnTo>
                  <a:lnTo>
                    <a:pt x="1019923" y="1752364"/>
                  </a:lnTo>
                  <a:lnTo>
                    <a:pt x="1025675" y="1757391"/>
                  </a:lnTo>
                  <a:lnTo>
                    <a:pt x="1067442" y="1781498"/>
                  </a:lnTo>
                  <a:lnTo>
                    <a:pt x="1114276" y="1785047"/>
                  </a:lnTo>
                  <a:lnTo>
                    <a:pt x="1156988" y="1772007"/>
                  </a:lnTo>
                  <a:lnTo>
                    <a:pt x="1186393" y="1746344"/>
                  </a:lnTo>
                  <a:lnTo>
                    <a:pt x="1192784" y="1739301"/>
                  </a:lnTo>
                  <a:lnTo>
                    <a:pt x="1204302" y="1727290"/>
                  </a:lnTo>
                  <a:lnTo>
                    <a:pt x="1210569" y="1720891"/>
                  </a:lnTo>
                  <a:lnTo>
                    <a:pt x="1089096" y="1720891"/>
                  </a:lnTo>
                  <a:lnTo>
                    <a:pt x="1040236" y="1713010"/>
                  </a:lnTo>
                  <a:lnTo>
                    <a:pt x="998189" y="1688440"/>
                  </a:lnTo>
                  <a:lnTo>
                    <a:pt x="989163" y="1680821"/>
                  </a:lnTo>
                  <a:lnTo>
                    <a:pt x="415704" y="1205827"/>
                  </a:lnTo>
                  <a:close/>
                </a:path>
                <a:path w="2308225" h="1785620">
                  <a:moveTo>
                    <a:pt x="1792416" y="41914"/>
                  </a:moveTo>
                  <a:lnTo>
                    <a:pt x="1673657" y="41914"/>
                  </a:lnTo>
                  <a:lnTo>
                    <a:pt x="1699363" y="44070"/>
                  </a:lnTo>
                  <a:lnTo>
                    <a:pt x="1718505" y="56968"/>
                  </a:lnTo>
                  <a:lnTo>
                    <a:pt x="1741433" y="84081"/>
                  </a:lnTo>
                  <a:lnTo>
                    <a:pt x="2177746" y="505175"/>
                  </a:lnTo>
                  <a:lnTo>
                    <a:pt x="2197369" y="523597"/>
                  </a:lnTo>
                  <a:lnTo>
                    <a:pt x="2207608" y="532811"/>
                  </a:lnTo>
                  <a:lnTo>
                    <a:pt x="2228075" y="557314"/>
                  </a:lnTo>
                  <a:lnTo>
                    <a:pt x="2241499" y="594307"/>
                  </a:lnTo>
                  <a:lnTo>
                    <a:pt x="2236722" y="638148"/>
                  </a:lnTo>
                  <a:lnTo>
                    <a:pt x="2236677" y="638559"/>
                  </a:lnTo>
                  <a:lnTo>
                    <a:pt x="2202404" y="684837"/>
                  </a:lnTo>
                  <a:lnTo>
                    <a:pt x="2183045" y="702795"/>
                  </a:lnTo>
                  <a:lnTo>
                    <a:pt x="2104560" y="776840"/>
                  </a:lnTo>
                  <a:lnTo>
                    <a:pt x="1837502" y="1033064"/>
                  </a:lnTo>
                  <a:lnTo>
                    <a:pt x="1212875" y="1641757"/>
                  </a:lnTo>
                  <a:lnTo>
                    <a:pt x="1179050" y="1675689"/>
                  </a:lnTo>
                  <a:lnTo>
                    <a:pt x="1164163" y="1691278"/>
                  </a:lnTo>
                  <a:lnTo>
                    <a:pt x="1133996" y="1713256"/>
                  </a:lnTo>
                  <a:lnTo>
                    <a:pt x="1089096" y="1720891"/>
                  </a:lnTo>
                  <a:lnTo>
                    <a:pt x="1210569" y="1720891"/>
                  </a:lnTo>
                  <a:lnTo>
                    <a:pt x="1220617" y="1710634"/>
                  </a:lnTo>
                  <a:lnTo>
                    <a:pt x="2045586" y="898964"/>
                  </a:lnTo>
                  <a:lnTo>
                    <a:pt x="2246422" y="704212"/>
                  </a:lnTo>
                  <a:lnTo>
                    <a:pt x="2267396" y="684104"/>
                  </a:lnTo>
                  <a:lnTo>
                    <a:pt x="2301235" y="638148"/>
                  </a:lnTo>
                  <a:lnTo>
                    <a:pt x="2307979" y="594307"/>
                  </a:lnTo>
                  <a:lnTo>
                    <a:pt x="2308080" y="593653"/>
                  </a:lnTo>
                  <a:lnTo>
                    <a:pt x="2297268" y="555168"/>
                  </a:lnTo>
                  <a:lnTo>
                    <a:pt x="2278140" y="527240"/>
                  </a:lnTo>
                  <a:lnTo>
                    <a:pt x="2276119" y="525125"/>
                  </a:lnTo>
                  <a:lnTo>
                    <a:pt x="2274182" y="523282"/>
                  </a:lnTo>
                  <a:lnTo>
                    <a:pt x="2272307" y="521690"/>
                  </a:lnTo>
                  <a:lnTo>
                    <a:pt x="2261741" y="511811"/>
                  </a:lnTo>
                  <a:lnTo>
                    <a:pt x="2241488" y="492061"/>
                  </a:lnTo>
                  <a:lnTo>
                    <a:pt x="1792416" y="41914"/>
                  </a:lnTo>
                  <a:close/>
                </a:path>
                <a:path w="2308225" h="1785620">
                  <a:moveTo>
                    <a:pt x="1702496" y="0"/>
                  </a:moveTo>
                  <a:lnTo>
                    <a:pt x="1684702" y="0"/>
                  </a:lnTo>
                  <a:lnTo>
                    <a:pt x="1679268" y="397"/>
                  </a:lnTo>
                  <a:lnTo>
                    <a:pt x="1677404" y="649"/>
                  </a:lnTo>
                  <a:lnTo>
                    <a:pt x="400427" y="83180"/>
                  </a:lnTo>
                  <a:lnTo>
                    <a:pt x="342133" y="100618"/>
                  </a:lnTo>
                  <a:lnTo>
                    <a:pt x="0" y="434761"/>
                  </a:lnTo>
                  <a:lnTo>
                    <a:pt x="7319" y="435756"/>
                  </a:lnTo>
                  <a:lnTo>
                    <a:pt x="14449" y="436939"/>
                  </a:lnTo>
                  <a:lnTo>
                    <a:pt x="21371" y="438321"/>
                  </a:lnTo>
                  <a:lnTo>
                    <a:pt x="312199" y="158937"/>
                  </a:lnTo>
                  <a:lnTo>
                    <a:pt x="330847" y="142944"/>
                  </a:lnTo>
                  <a:lnTo>
                    <a:pt x="345193" y="134417"/>
                  </a:lnTo>
                  <a:lnTo>
                    <a:pt x="362555" y="130480"/>
                  </a:lnTo>
                  <a:lnTo>
                    <a:pt x="390249" y="128257"/>
                  </a:lnTo>
                  <a:lnTo>
                    <a:pt x="1631039" y="47024"/>
                  </a:lnTo>
                  <a:lnTo>
                    <a:pt x="1673657" y="41914"/>
                  </a:lnTo>
                  <a:lnTo>
                    <a:pt x="1792416" y="41914"/>
                  </a:lnTo>
                  <a:lnTo>
                    <a:pt x="1791139" y="40627"/>
                  </a:lnTo>
                  <a:lnTo>
                    <a:pt x="1770320" y="20888"/>
                  </a:lnTo>
                  <a:lnTo>
                    <a:pt x="1746745" y="8679"/>
                  </a:lnTo>
                  <a:lnTo>
                    <a:pt x="1723064" y="2270"/>
                  </a:lnTo>
                  <a:lnTo>
                    <a:pt x="1702496" y="0"/>
                  </a:lnTo>
                  <a:close/>
                </a:path>
              </a:pathLst>
            </a:custGeom>
            <a:solidFill>
              <a:srgbClr val="EE0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554123" y="9539509"/>
              <a:ext cx="1543685" cy="648335"/>
            </a:xfrm>
            <a:custGeom>
              <a:avLst/>
              <a:gdLst/>
              <a:ahLst/>
              <a:cxnLst/>
              <a:rect l="l" t="t" r="r" b="b"/>
              <a:pathLst>
                <a:path w="1543684" h="648334">
                  <a:moveTo>
                    <a:pt x="25" y="0"/>
                  </a:moveTo>
                  <a:close/>
                </a:path>
                <a:path w="1543684" h="648334">
                  <a:moveTo>
                    <a:pt x="1305636" y="5588"/>
                  </a:moveTo>
                  <a:close/>
                </a:path>
                <a:path w="1543684" h="648334">
                  <a:moveTo>
                    <a:pt x="1543608" y="647827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678470" y="9424896"/>
              <a:ext cx="276860" cy="68580"/>
            </a:xfrm>
            <a:custGeom>
              <a:avLst/>
              <a:gdLst/>
              <a:ahLst/>
              <a:cxnLst/>
              <a:rect l="l" t="t" r="r" b="b"/>
              <a:pathLst>
                <a:path w="276859" h="68579">
                  <a:moveTo>
                    <a:pt x="181419" y="0"/>
                  </a:moveTo>
                  <a:lnTo>
                    <a:pt x="169218" y="77"/>
                  </a:lnTo>
                  <a:lnTo>
                    <a:pt x="156913" y="753"/>
                  </a:lnTo>
                  <a:lnTo>
                    <a:pt x="144623" y="1945"/>
                  </a:lnTo>
                  <a:lnTo>
                    <a:pt x="0" y="19044"/>
                  </a:lnTo>
                  <a:lnTo>
                    <a:pt x="14418" y="55650"/>
                  </a:lnTo>
                  <a:lnTo>
                    <a:pt x="159021" y="38593"/>
                  </a:lnTo>
                  <a:lnTo>
                    <a:pt x="171316" y="37377"/>
                  </a:lnTo>
                  <a:lnTo>
                    <a:pt x="183623" y="36687"/>
                  </a:lnTo>
                  <a:lnTo>
                    <a:pt x="195831" y="36602"/>
                  </a:lnTo>
                  <a:lnTo>
                    <a:pt x="207826" y="37200"/>
                  </a:lnTo>
                  <a:lnTo>
                    <a:pt x="228232" y="40236"/>
                  </a:lnTo>
                  <a:lnTo>
                    <a:pt x="246870" y="46193"/>
                  </a:lnTo>
                  <a:lnTo>
                    <a:pt x="263104" y="55478"/>
                  </a:lnTo>
                  <a:lnTo>
                    <a:pt x="276295" y="68498"/>
                  </a:lnTo>
                  <a:lnTo>
                    <a:pt x="275237" y="60351"/>
                  </a:lnTo>
                  <a:lnTo>
                    <a:pt x="255719" y="24593"/>
                  </a:lnTo>
                  <a:lnTo>
                    <a:pt x="214558" y="3746"/>
                  </a:lnTo>
                  <a:lnTo>
                    <a:pt x="193397" y="604"/>
                  </a:lnTo>
                  <a:lnTo>
                    <a:pt x="181419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666432" y="9443936"/>
              <a:ext cx="26670" cy="224154"/>
            </a:xfrm>
            <a:custGeom>
              <a:avLst/>
              <a:gdLst/>
              <a:ahLst/>
              <a:cxnLst/>
              <a:rect l="l" t="t" r="r" b="b"/>
              <a:pathLst>
                <a:path w="26669" h="224154">
                  <a:moveTo>
                    <a:pt x="12041" y="0"/>
                  </a:moveTo>
                  <a:lnTo>
                    <a:pt x="0" y="224118"/>
                  </a:lnTo>
                  <a:lnTo>
                    <a:pt x="16460" y="222223"/>
                  </a:lnTo>
                  <a:lnTo>
                    <a:pt x="26459" y="36606"/>
                  </a:lnTo>
                  <a:lnTo>
                    <a:pt x="12041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656468" y="9365913"/>
              <a:ext cx="570865" cy="541020"/>
            </a:xfrm>
            <a:custGeom>
              <a:avLst/>
              <a:gdLst/>
              <a:ahLst/>
              <a:cxnLst/>
              <a:rect l="l" t="t" r="r" b="b"/>
              <a:pathLst>
                <a:path w="570865" h="541020">
                  <a:moveTo>
                    <a:pt x="312191" y="540499"/>
                  </a:moveTo>
                  <a:lnTo>
                    <a:pt x="297840" y="503440"/>
                  </a:lnTo>
                  <a:lnTo>
                    <a:pt x="268122" y="478726"/>
                  </a:lnTo>
                  <a:lnTo>
                    <a:pt x="227825" y="467194"/>
                  </a:lnTo>
                  <a:lnTo>
                    <a:pt x="207073" y="465683"/>
                  </a:lnTo>
                  <a:lnTo>
                    <a:pt x="194589" y="465721"/>
                  </a:lnTo>
                  <a:lnTo>
                    <a:pt x="182003" y="466369"/>
                  </a:lnTo>
                  <a:lnTo>
                    <a:pt x="169430" y="467563"/>
                  </a:lnTo>
                  <a:lnTo>
                    <a:pt x="0" y="486968"/>
                  </a:lnTo>
                  <a:lnTo>
                    <a:pt x="14389" y="523570"/>
                  </a:lnTo>
                  <a:lnTo>
                    <a:pt x="183845" y="504177"/>
                  </a:lnTo>
                  <a:lnTo>
                    <a:pt x="196405" y="502970"/>
                  </a:lnTo>
                  <a:lnTo>
                    <a:pt x="208978" y="502323"/>
                  </a:lnTo>
                  <a:lnTo>
                    <a:pt x="221462" y="502285"/>
                  </a:lnTo>
                  <a:lnTo>
                    <a:pt x="233756" y="502920"/>
                  </a:lnTo>
                  <a:lnTo>
                    <a:pt x="257263" y="506514"/>
                  </a:lnTo>
                  <a:lnTo>
                    <a:pt x="278714" y="513638"/>
                  </a:lnTo>
                  <a:lnTo>
                    <a:pt x="297281" y="524802"/>
                  </a:lnTo>
                  <a:lnTo>
                    <a:pt x="312191" y="540499"/>
                  </a:lnTo>
                  <a:close/>
                </a:path>
                <a:path w="570865" h="541020">
                  <a:moveTo>
                    <a:pt x="570407" y="139954"/>
                  </a:moveTo>
                  <a:lnTo>
                    <a:pt x="565797" y="84632"/>
                  </a:lnTo>
                  <a:lnTo>
                    <a:pt x="554355" y="41122"/>
                  </a:lnTo>
                  <a:lnTo>
                    <a:pt x="538670" y="0"/>
                  </a:lnTo>
                  <a:lnTo>
                    <a:pt x="538873" y="952"/>
                  </a:lnTo>
                  <a:lnTo>
                    <a:pt x="539216" y="1905"/>
                  </a:lnTo>
                  <a:lnTo>
                    <a:pt x="540829" y="6134"/>
                  </a:lnTo>
                  <a:lnTo>
                    <a:pt x="542175" y="10642"/>
                  </a:lnTo>
                  <a:lnTo>
                    <a:pt x="544626" y="18656"/>
                  </a:lnTo>
                  <a:lnTo>
                    <a:pt x="545795" y="22123"/>
                  </a:lnTo>
                  <a:lnTo>
                    <a:pt x="547814" y="30035"/>
                  </a:lnTo>
                  <a:lnTo>
                    <a:pt x="548665" y="34645"/>
                  </a:lnTo>
                  <a:lnTo>
                    <a:pt x="550329" y="43091"/>
                  </a:lnTo>
                  <a:lnTo>
                    <a:pt x="551180" y="46901"/>
                  </a:lnTo>
                  <a:lnTo>
                    <a:pt x="551751" y="50800"/>
                  </a:lnTo>
                  <a:lnTo>
                    <a:pt x="552462" y="55270"/>
                  </a:lnTo>
                  <a:lnTo>
                    <a:pt x="553872" y="69075"/>
                  </a:lnTo>
                  <a:lnTo>
                    <a:pt x="554342" y="73406"/>
                  </a:lnTo>
                  <a:lnTo>
                    <a:pt x="554901" y="81876"/>
                  </a:lnTo>
                  <a:lnTo>
                    <a:pt x="555218" y="90360"/>
                  </a:lnTo>
                  <a:lnTo>
                    <a:pt x="555294" y="93052"/>
                  </a:lnTo>
                  <a:lnTo>
                    <a:pt x="555536" y="95732"/>
                  </a:lnTo>
                  <a:lnTo>
                    <a:pt x="554863" y="139954"/>
                  </a:lnTo>
                  <a:lnTo>
                    <a:pt x="552881" y="163220"/>
                  </a:lnTo>
                  <a:lnTo>
                    <a:pt x="552818" y="163766"/>
                  </a:lnTo>
                  <a:lnTo>
                    <a:pt x="540118" y="216230"/>
                  </a:lnTo>
                  <a:lnTo>
                    <a:pt x="516636" y="261251"/>
                  </a:lnTo>
                  <a:lnTo>
                    <a:pt x="483831" y="299415"/>
                  </a:lnTo>
                  <a:lnTo>
                    <a:pt x="443230" y="331190"/>
                  </a:lnTo>
                  <a:lnTo>
                    <a:pt x="429348" y="339801"/>
                  </a:lnTo>
                  <a:lnTo>
                    <a:pt x="440601" y="343255"/>
                  </a:lnTo>
                  <a:lnTo>
                    <a:pt x="451789" y="347091"/>
                  </a:lnTo>
                  <a:lnTo>
                    <a:pt x="462889" y="351345"/>
                  </a:lnTo>
                  <a:lnTo>
                    <a:pt x="473849" y="356057"/>
                  </a:lnTo>
                  <a:lnTo>
                    <a:pt x="489369" y="343585"/>
                  </a:lnTo>
                  <a:lnTo>
                    <a:pt x="517461" y="315493"/>
                  </a:lnTo>
                  <a:lnTo>
                    <a:pt x="544271" y="275767"/>
                  </a:lnTo>
                  <a:lnTo>
                    <a:pt x="563346" y="223240"/>
                  </a:lnTo>
                  <a:lnTo>
                    <a:pt x="569887" y="167932"/>
                  </a:lnTo>
                  <a:lnTo>
                    <a:pt x="570407" y="140169"/>
                  </a:lnTo>
                  <a:lnTo>
                    <a:pt x="570407" y="13995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41349" y="9852878"/>
              <a:ext cx="29845" cy="260350"/>
            </a:xfrm>
            <a:custGeom>
              <a:avLst/>
              <a:gdLst/>
              <a:ahLst/>
              <a:cxnLst/>
              <a:rect l="l" t="t" r="r" b="b"/>
              <a:pathLst>
                <a:path w="29844" h="260350">
                  <a:moveTo>
                    <a:pt x="15119" y="0"/>
                  </a:moveTo>
                  <a:lnTo>
                    <a:pt x="0" y="260159"/>
                  </a:lnTo>
                  <a:lnTo>
                    <a:pt x="16575" y="258986"/>
                  </a:lnTo>
                  <a:lnTo>
                    <a:pt x="29506" y="36595"/>
                  </a:lnTo>
                  <a:lnTo>
                    <a:pt x="15119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896340" y="9429476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69" h="634">
                  <a:moveTo>
                    <a:pt x="0" y="0"/>
                  </a:moveTo>
                  <a:lnTo>
                    <a:pt x="513" y="125"/>
                  </a:lnTo>
                  <a:lnTo>
                    <a:pt x="764" y="178"/>
                  </a:lnTo>
                  <a:lnTo>
                    <a:pt x="251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3248" y="9426864"/>
              <a:ext cx="13850" cy="278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907299" y="9432979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1664" y="628"/>
                  </a:lnTo>
                  <a:lnTo>
                    <a:pt x="2492" y="963"/>
                  </a:lnTo>
                  <a:lnTo>
                    <a:pt x="827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7298" y="9432979"/>
              <a:ext cx="2492" cy="9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7951705" y="9367805"/>
              <a:ext cx="258445" cy="135890"/>
            </a:xfrm>
            <a:custGeom>
              <a:avLst/>
              <a:gdLst/>
              <a:ahLst/>
              <a:cxnLst/>
              <a:rect l="l" t="t" r="r" b="b"/>
              <a:pathLst>
                <a:path w="258444" h="135890">
                  <a:moveTo>
                    <a:pt x="9956" y="135610"/>
                  </a:moveTo>
                  <a:lnTo>
                    <a:pt x="0" y="110337"/>
                  </a:lnTo>
                  <a:lnTo>
                    <a:pt x="2006" y="117462"/>
                  </a:lnTo>
                  <a:lnTo>
                    <a:pt x="3060" y="125590"/>
                  </a:lnTo>
                  <a:lnTo>
                    <a:pt x="6705" y="130390"/>
                  </a:lnTo>
                  <a:lnTo>
                    <a:pt x="9956" y="135610"/>
                  </a:lnTo>
                  <a:close/>
                </a:path>
                <a:path w="258444" h="135890">
                  <a:moveTo>
                    <a:pt x="246837" y="8458"/>
                  </a:moveTo>
                  <a:lnTo>
                    <a:pt x="245643" y="4356"/>
                  </a:lnTo>
                  <a:lnTo>
                    <a:pt x="243979" y="0"/>
                  </a:lnTo>
                  <a:lnTo>
                    <a:pt x="245579" y="4241"/>
                  </a:lnTo>
                  <a:lnTo>
                    <a:pt x="246837" y="8458"/>
                  </a:lnTo>
                  <a:close/>
                </a:path>
                <a:path w="258444" h="135890">
                  <a:moveTo>
                    <a:pt x="257225" y="53517"/>
                  </a:moveTo>
                  <a:lnTo>
                    <a:pt x="257213" y="53390"/>
                  </a:lnTo>
                  <a:lnTo>
                    <a:pt x="256514" y="48907"/>
                  </a:lnTo>
                  <a:lnTo>
                    <a:pt x="257225" y="53517"/>
                  </a:lnTo>
                  <a:close/>
                </a:path>
                <a:path w="258444" h="135890">
                  <a:moveTo>
                    <a:pt x="258178" y="62839"/>
                  </a:moveTo>
                  <a:lnTo>
                    <a:pt x="257225" y="53517"/>
                  </a:lnTo>
                  <a:lnTo>
                    <a:pt x="257683" y="58178"/>
                  </a:lnTo>
                  <a:lnTo>
                    <a:pt x="258178" y="62839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85744" y="9529775"/>
              <a:ext cx="123523" cy="21253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085827" y="9698541"/>
              <a:ext cx="11664" cy="71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7962767" y="9885114"/>
              <a:ext cx="12700" cy="31750"/>
            </a:xfrm>
            <a:custGeom>
              <a:avLst/>
              <a:gdLst/>
              <a:ahLst/>
              <a:cxnLst/>
              <a:rect l="l" t="t" r="r" b="b"/>
              <a:pathLst>
                <a:path w="12700" h="31750">
                  <a:moveTo>
                    <a:pt x="2425" y="5702"/>
                  </a:moveTo>
                  <a:lnTo>
                    <a:pt x="355" y="469"/>
                  </a:lnTo>
                  <a:lnTo>
                    <a:pt x="0" y="0"/>
                  </a:lnTo>
                  <a:lnTo>
                    <a:pt x="2425" y="5702"/>
                  </a:lnTo>
                  <a:close/>
                </a:path>
                <a:path w="12700" h="31750">
                  <a:moveTo>
                    <a:pt x="12573" y="31534"/>
                  </a:moveTo>
                  <a:lnTo>
                    <a:pt x="2552" y="6019"/>
                  </a:lnTo>
                  <a:lnTo>
                    <a:pt x="4610" y="13220"/>
                  </a:lnTo>
                  <a:lnTo>
                    <a:pt x="5892" y="21297"/>
                  </a:lnTo>
                  <a:lnTo>
                    <a:pt x="9398" y="26238"/>
                  </a:lnTo>
                  <a:lnTo>
                    <a:pt x="12573" y="3153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55369" y="9237079"/>
              <a:ext cx="1403148" cy="113382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4390396" y="9355842"/>
              <a:ext cx="2438400" cy="1121410"/>
            </a:xfrm>
            <a:custGeom>
              <a:avLst/>
              <a:gdLst/>
              <a:ahLst/>
              <a:cxnLst/>
              <a:rect l="l" t="t" r="r" b="b"/>
              <a:pathLst>
                <a:path w="2438400" h="1121409">
                  <a:moveTo>
                    <a:pt x="565759" y="174256"/>
                  </a:moveTo>
                  <a:lnTo>
                    <a:pt x="552018" y="103619"/>
                  </a:lnTo>
                  <a:lnTo>
                    <a:pt x="511429" y="47866"/>
                  </a:lnTo>
                  <a:lnTo>
                    <a:pt x="443090" y="11747"/>
                  </a:lnTo>
                  <a:lnTo>
                    <a:pt x="398208" y="2819"/>
                  </a:lnTo>
                  <a:lnTo>
                    <a:pt x="346189" y="0"/>
                  </a:lnTo>
                  <a:lnTo>
                    <a:pt x="317754" y="1028"/>
                  </a:lnTo>
                  <a:lnTo>
                    <a:pt x="260692" y="8636"/>
                  </a:lnTo>
                  <a:lnTo>
                    <a:pt x="204139" y="23901"/>
                  </a:lnTo>
                  <a:lnTo>
                    <a:pt x="152768" y="48361"/>
                  </a:lnTo>
                  <a:lnTo>
                    <a:pt x="107645" y="82296"/>
                  </a:lnTo>
                  <a:lnTo>
                    <a:pt x="70535" y="125920"/>
                  </a:lnTo>
                  <a:lnTo>
                    <a:pt x="42532" y="179539"/>
                  </a:lnTo>
                  <a:lnTo>
                    <a:pt x="28295" y="244665"/>
                  </a:lnTo>
                  <a:lnTo>
                    <a:pt x="26631" y="281647"/>
                  </a:lnTo>
                  <a:lnTo>
                    <a:pt x="28155" y="314401"/>
                  </a:lnTo>
                  <a:lnTo>
                    <a:pt x="39611" y="370560"/>
                  </a:lnTo>
                  <a:lnTo>
                    <a:pt x="61595" y="414807"/>
                  </a:lnTo>
                  <a:lnTo>
                    <a:pt x="90131" y="450494"/>
                  </a:lnTo>
                  <a:lnTo>
                    <a:pt x="124155" y="478421"/>
                  </a:lnTo>
                  <a:lnTo>
                    <a:pt x="161213" y="500176"/>
                  </a:lnTo>
                  <a:lnTo>
                    <a:pt x="219087" y="524344"/>
                  </a:lnTo>
                  <a:lnTo>
                    <a:pt x="254800" y="539292"/>
                  </a:lnTo>
                  <a:lnTo>
                    <a:pt x="299707" y="562965"/>
                  </a:lnTo>
                  <a:lnTo>
                    <a:pt x="328650" y="592251"/>
                  </a:lnTo>
                  <a:lnTo>
                    <a:pt x="334378" y="618845"/>
                  </a:lnTo>
                  <a:lnTo>
                    <a:pt x="333933" y="626846"/>
                  </a:lnTo>
                  <a:lnTo>
                    <a:pt x="312661" y="662419"/>
                  </a:lnTo>
                  <a:lnTo>
                    <a:pt x="270383" y="677786"/>
                  </a:lnTo>
                  <a:lnTo>
                    <a:pt x="245884" y="679538"/>
                  </a:lnTo>
                  <a:lnTo>
                    <a:pt x="225793" y="678738"/>
                  </a:lnTo>
                  <a:lnTo>
                    <a:pt x="173062" y="665619"/>
                  </a:lnTo>
                  <a:lnTo>
                    <a:pt x="130263" y="642493"/>
                  </a:lnTo>
                  <a:lnTo>
                    <a:pt x="75793" y="602119"/>
                  </a:lnTo>
                  <a:lnTo>
                    <a:pt x="66700" y="595934"/>
                  </a:lnTo>
                  <a:lnTo>
                    <a:pt x="20891" y="596696"/>
                  </a:lnTo>
                  <a:lnTo>
                    <a:pt x="4622" y="642391"/>
                  </a:lnTo>
                  <a:lnTo>
                    <a:pt x="406" y="698601"/>
                  </a:lnTo>
                  <a:lnTo>
                    <a:pt x="0" y="734923"/>
                  </a:lnTo>
                  <a:lnTo>
                    <a:pt x="1358" y="744639"/>
                  </a:lnTo>
                  <a:lnTo>
                    <a:pt x="33134" y="788111"/>
                  </a:lnTo>
                  <a:lnTo>
                    <a:pt x="80175" y="819213"/>
                  </a:lnTo>
                  <a:lnTo>
                    <a:pt x="120764" y="836942"/>
                  </a:lnTo>
                  <a:lnTo>
                    <a:pt x="167855" y="851395"/>
                  </a:lnTo>
                  <a:lnTo>
                    <a:pt x="220395" y="860958"/>
                  </a:lnTo>
                  <a:lnTo>
                    <a:pt x="277355" y="864006"/>
                  </a:lnTo>
                  <a:lnTo>
                    <a:pt x="310591" y="862685"/>
                  </a:lnTo>
                  <a:lnTo>
                    <a:pt x="370598" y="852982"/>
                  </a:lnTo>
                  <a:lnTo>
                    <a:pt x="421957" y="834123"/>
                  </a:lnTo>
                  <a:lnTo>
                    <a:pt x="464451" y="807618"/>
                  </a:lnTo>
                  <a:lnTo>
                    <a:pt x="498119" y="773950"/>
                  </a:lnTo>
                  <a:lnTo>
                    <a:pt x="523392" y="734225"/>
                  </a:lnTo>
                  <a:lnTo>
                    <a:pt x="540334" y="688936"/>
                  </a:lnTo>
                  <a:lnTo>
                    <a:pt x="548728" y="640105"/>
                  </a:lnTo>
                  <a:lnTo>
                    <a:pt x="549706" y="614476"/>
                  </a:lnTo>
                  <a:lnTo>
                    <a:pt x="548068" y="582790"/>
                  </a:lnTo>
                  <a:lnTo>
                    <a:pt x="535724" y="528116"/>
                  </a:lnTo>
                  <a:lnTo>
                    <a:pt x="512038" y="484466"/>
                  </a:lnTo>
                  <a:lnTo>
                    <a:pt x="481431" y="448500"/>
                  </a:lnTo>
                  <a:lnTo>
                    <a:pt x="445020" y="419468"/>
                  </a:lnTo>
                  <a:lnTo>
                    <a:pt x="405003" y="396240"/>
                  </a:lnTo>
                  <a:lnTo>
                    <a:pt x="362546" y="378002"/>
                  </a:lnTo>
                  <a:lnTo>
                    <a:pt x="342138" y="369316"/>
                  </a:lnTo>
                  <a:lnTo>
                    <a:pt x="303771" y="352158"/>
                  </a:lnTo>
                  <a:lnTo>
                    <a:pt x="255625" y="324954"/>
                  </a:lnTo>
                  <a:lnTo>
                    <a:pt x="224409" y="292125"/>
                  </a:lnTo>
                  <a:lnTo>
                    <a:pt x="218236" y="263156"/>
                  </a:lnTo>
                  <a:lnTo>
                    <a:pt x="220014" y="245668"/>
                  </a:lnTo>
                  <a:lnTo>
                    <a:pt x="247573" y="203288"/>
                  </a:lnTo>
                  <a:lnTo>
                    <a:pt x="296519" y="181470"/>
                  </a:lnTo>
                  <a:lnTo>
                    <a:pt x="314934" y="179959"/>
                  </a:lnTo>
                  <a:lnTo>
                    <a:pt x="327799" y="180682"/>
                  </a:lnTo>
                  <a:lnTo>
                    <a:pt x="364769" y="198729"/>
                  </a:lnTo>
                  <a:lnTo>
                    <a:pt x="386016" y="240334"/>
                  </a:lnTo>
                  <a:lnTo>
                    <a:pt x="390956" y="283349"/>
                  </a:lnTo>
                  <a:lnTo>
                    <a:pt x="391121" y="298386"/>
                  </a:lnTo>
                  <a:lnTo>
                    <a:pt x="393103" y="304088"/>
                  </a:lnTo>
                  <a:lnTo>
                    <a:pt x="424307" y="310883"/>
                  </a:lnTo>
                  <a:lnTo>
                    <a:pt x="456603" y="308571"/>
                  </a:lnTo>
                  <a:lnTo>
                    <a:pt x="509181" y="290918"/>
                  </a:lnTo>
                  <a:lnTo>
                    <a:pt x="545426" y="256095"/>
                  </a:lnTo>
                  <a:lnTo>
                    <a:pt x="563575" y="205447"/>
                  </a:lnTo>
                  <a:lnTo>
                    <a:pt x="565759" y="174256"/>
                  </a:lnTo>
                  <a:close/>
                </a:path>
                <a:path w="2438400" h="1121409">
                  <a:moveTo>
                    <a:pt x="1185037" y="305968"/>
                  </a:moveTo>
                  <a:lnTo>
                    <a:pt x="1180630" y="259537"/>
                  </a:lnTo>
                  <a:lnTo>
                    <a:pt x="1164209" y="220230"/>
                  </a:lnTo>
                  <a:lnTo>
                    <a:pt x="1131265" y="196329"/>
                  </a:lnTo>
                  <a:lnTo>
                    <a:pt x="1093495" y="187731"/>
                  </a:lnTo>
                  <a:lnTo>
                    <a:pt x="1077658" y="186880"/>
                  </a:lnTo>
                  <a:lnTo>
                    <a:pt x="1060170" y="187071"/>
                  </a:lnTo>
                  <a:lnTo>
                    <a:pt x="1008926" y="189014"/>
                  </a:lnTo>
                  <a:lnTo>
                    <a:pt x="991476" y="234315"/>
                  </a:lnTo>
                  <a:lnTo>
                    <a:pt x="989291" y="311632"/>
                  </a:lnTo>
                  <a:lnTo>
                    <a:pt x="987958" y="389610"/>
                  </a:lnTo>
                  <a:lnTo>
                    <a:pt x="987120" y="416242"/>
                  </a:lnTo>
                  <a:lnTo>
                    <a:pt x="983957" y="469341"/>
                  </a:lnTo>
                  <a:lnTo>
                    <a:pt x="978712" y="521944"/>
                  </a:lnTo>
                  <a:lnTo>
                    <a:pt x="970965" y="571525"/>
                  </a:lnTo>
                  <a:lnTo>
                    <a:pt x="960361" y="615581"/>
                  </a:lnTo>
                  <a:lnTo>
                    <a:pt x="946099" y="653135"/>
                  </a:lnTo>
                  <a:lnTo>
                    <a:pt x="916266" y="694702"/>
                  </a:lnTo>
                  <a:lnTo>
                    <a:pt x="874585" y="710603"/>
                  </a:lnTo>
                  <a:lnTo>
                    <a:pt x="857199" y="709828"/>
                  </a:lnTo>
                  <a:lnTo>
                    <a:pt x="816356" y="689724"/>
                  </a:lnTo>
                  <a:lnTo>
                    <a:pt x="795261" y="645591"/>
                  </a:lnTo>
                  <a:lnTo>
                    <a:pt x="793229" y="626084"/>
                  </a:lnTo>
                  <a:lnTo>
                    <a:pt x="793661" y="603973"/>
                  </a:lnTo>
                  <a:lnTo>
                    <a:pt x="802805" y="306527"/>
                  </a:lnTo>
                  <a:lnTo>
                    <a:pt x="803186" y="282968"/>
                  </a:lnTo>
                  <a:lnTo>
                    <a:pt x="796277" y="241198"/>
                  </a:lnTo>
                  <a:lnTo>
                    <a:pt x="768502" y="204724"/>
                  </a:lnTo>
                  <a:lnTo>
                    <a:pt x="725398" y="189268"/>
                  </a:lnTo>
                  <a:lnTo>
                    <a:pt x="695109" y="186867"/>
                  </a:lnTo>
                  <a:lnTo>
                    <a:pt x="677595" y="187096"/>
                  </a:lnTo>
                  <a:lnTo>
                    <a:pt x="628700" y="188950"/>
                  </a:lnTo>
                  <a:lnTo>
                    <a:pt x="608037" y="226441"/>
                  </a:lnTo>
                  <a:lnTo>
                    <a:pt x="604875" y="291172"/>
                  </a:lnTo>
                  <a:lnTo>
                    <a:pt x="602716" y="350964"/>
                  </a:lnTo>
                  <a:lnTo>
                    <a:pt x="600760" y="439585"/>
                  </a:lnTo>
                  <a:lnTo>
                    <a:pt x="598398" y="515378"/>
                  </a:lnTo>
                  <a:lnTo>
                    <a:pt x="595541" y="621347"/>
                  </a:lnTo>
                  <a:lnTo>
                    <a:pt x="595083" y="669442"/>
                  </a:lnTo>
                  <a:lnTo>
                    <a:pt x="595414" y="689698"/>
                  </a:lnTo>
                  <a:lnTo>
                    <a:pt x="604088" y="740676"/>
                  </a:lnTo>
                  <a:lnTo>
                    <a:pt x="627329" y="788377"/>
                  </a:lnTo>
                  <a:lnTo>
                    <a:pt x="663054" y="826046"/>
                  </a:lnTo>
                  <a:lnTo>
                    <a:pt x="711009" y="852093"/>
                  </a:lnTo>
                  <a:lnTo>
                    <a:pt x="754697" y="861733"/>
                  </a:lnTo>
                  <a:lnTo>
                    <a:pt x="802830" y="863815"/>
                  </a:lnTo>
                  <a:lnTo>
                    <a:pt x="814717" y="863028"/>
                  </a:lnTo>
                  <a:lnTo>
                    <a:pt x="863320" y="853071"/>
                  </a:lnTo>
                  <a:lnTo>
                    <a:pt x="898906" y="837057"/>
                  </a:lnTo>
                  <a:lnTo>
                    <a:pt x="941222" y="806297"/>
                  </a:lnTo>
                  <a:lnTo>
                    <a:pt x="970800" y="771588"/>
                  </a:lnTo>
                  <a:lnTo>
                    <a:pt x="972045" y="780935"/>
                  </a:lnTo>
                  <a:lnTo>
                    <a:pt x="987907" y="824217"/>
                  </a:lnTo>
                  <a:lnTo>
                    <a:pt x="1017422" y="849160"/>
                  </a:lnTo>
                  <a:lnTo>
                    <a:pt x="1065022" y="863028"/>
                  </a:lnTo>
                  <a:lnTo>
                    <a:pt x="1080490" y="863993"/>
                  </a:lnTo>
                  <a:lnTo>
                    <a:pt x="1097457" y="863854"/>
                  </a:lnTo>
                  <a:lnTo>
                    <a:pt x="1154607" y="861695"/>
                  </a:lnTo>
                  <a:lnTo>
                    <a:pt x="1176299" y="565899"/>
                  </a:lnTo>
                  <a:lnTo>
                    <a:pt x="1182509" y="410997"/>
                  </a:lnTo>
                  <a:lnTo>
                    <a:pt x="1185037" y="318249"/>
                  </a:lnTo>
                  <a:lnTo>
                    <a:pt x="1185037" y="305968"/>
                  </a:lnTo>
                  <a:close/>
                </a:path>
                <a:path w="2438400" h="1121409">
                  <a:moveTo>
                    <a:pt x="1831441" y="513041"/>
                  </a:moveTo>
                  <a:lnTo>
                    <a:pt x="1831378" y="501954"/>
                  </a:lnTo>
                  <a:lnTo>
                    <a:pt x="1831289" y="487426"/>
                  </a:lnTo>
                  <a:lnTo>
                    <a:pt x="1831174" y="468515"/>
                  </a:lnTo>
                  <a:lnTo>
                    <a:pt x="1826945" y="412813"/>
                  </a:lnTo>
                  <a:lnTo>
                    <a:pt x="1818436" y="363105"/>
                  </a:lnTo>
                  <a:lnTo>
                    <a:pt x="1815566" y="353364"/>
                  </a:lnTo>
                  <a:lnTo>
                    <a:pt x="1815477" y="353060"/>
                  </a:lnTo>
                  <a:lnTo>
                    <a:pt x="1795703" y="298145"/>
                  </a:lnTo>
                  <a:lnTo>
                    <a:pt x="1767332" y="252933"/>
                  </a:lnTo>
                  <a:lnTo>
                    <a:pt x="1734743" y="224332"/>
                  </a:lnTo>
                  <a:lnTo>
                    <a:pt x="1695589" y="204470"/>
                  </a:lnTo>
                  <a:lnTo>
                    <a:pt x="1649869" y="193344"/>
                  </a:lnTo>
                  <a:lnTo>
                    <a:pt x="1619262" y="191960"/>
                  </a:lnTo>
                  <a:lnTo>
                    <a:pt x="1619262" y="501954"/>
                  </a:lnTo>
                  <a:lnTo>
                    <a:pt x="1618894" y="549490"/>
                  </a:lnTo>
                  <a:lnTo>
                    <a:pt x="1613966" y="593686"/>
                  </a:lnTo>
                  <a:lnTo>
                    <a:pt x="1590509" y="657898"/>
                  </a:lnTo>
                  <a:lnTo>
                    <a:pt x="1553400" y="696201"/>
                  </a:lnTo>
                  <a:lnTo>
                    <a:pt x="1507147" y="710184"/>
                  </a:lnTo>
                  <a:lnTo>
                    <a:pt x="1493558" y="709790"/>
                  </a:lnTo>
                  <a:lnTo>
                    <a:pt x="1450975" y="690486"/>
                  </a:lnTo>
                  <a:lnTo>
                    <a:pt x="1424279" y="649427"/>
                  </a:lnTo>
                  <a:lnTo>
                    <a:pt x="1412951" y="609117"/>
                  </a:lnTo>
                  <a:lnTo>
                    <a:pt x="1407477" y="564654"/>
                  </a:lnTo>
                  <a:lnTo>
                    <a:pt x="1406677" y="549490"/>
                  </a:lnTo>
                  <a:lnTo>
                    <a:pt x="1406906" y="513041"/>
                  </a:lnTo>
                  <a:lnTo>
                    <a:pt x="1406931" y="507238"/>
                  </a:lnTo>
                  <a:lnTo>
                    <a:pt x="1418602" y="436397"/>
                  </a:lnTo>
                  <a:lnTo>
                    <a:pt x="1445387" y="384670"/>
                  </a:lnTo>
                  <a:lnTo>
                    <a:pt x="1488808" y="357289"/>
                  </a:lnTo>
                  <a:lnTo>
                    <a:pt x="1516849" y="353060"/>
                  </a:lnTo>
                  <a:lnTo>
                    <a:pt x="1530985" y="353364"/>
                  </a:lnTo>
                  <a:lnTo>
                    <a:pt x="1574977" y="370852"/>
                  </a:lnTo>
                  <a:lnTo>
                    <a:pt x="1601876" y="407924"/>
                  </a:lnTo>
                  <a:lnTo>
                    <a:pt x="1613103" y="445249"/>
                  </a:lnTo>
                  <a:lnTo>
                    <a:pt x="1618488" y="487426"/>
                  </a:lnTo>
                  <a:lnTo>
                    <a:pt x="1619262" y="501954"/>
                  </a:lnTo>
                  <a:lnTo>
                    <a:pt x="1619262" y="191960"/>
                  </a:lnTo>
                  <a:lnTo>
                    <a:pt x="1567002" y="193535"/>
                  </a:lnTo>
                  <a:lnTo>
                    <a:pt x="1513840" y="207213"/>
                  </a:lnTo>
                  <a:lnTo>
                    <a:pt x="1471320" y="232625"/>
                  </a:lnTo>
                  <a:lnTo>
                    <a:pt x="1437525" y="272567"/>
                  </a:lnTo>
                  <a:lnTo>
                    <a:pt x="1423835" y="298145"/>
                  </a:lnTo>
                  <a:lnTo>
                    <a:pt x="1420964" y="277202"/>
                  </a:lnTo>
                  <a:lnTo>
                    <a:pt x="1403451" y="231101"/>
                  </a:lnTo>
                  <a:lnTo>
                    <a:pt x="1372768" y="203339"/>
                  </a:lnTo>
                  <a:lnTo>
                    <a:pt x="1325892" y="191833"/>
                  </a:lnTo>
                  <a:lnTo>
                    <a:pt x="1296085" y="191249"/>
                  </a:lnTo>
                  <a:lnTo>
                    <a:pt x="1237627" y="193344"/>
                  </a:lnTo>
                  <a:lnTo>
                    <a:pt x="1239393" y="193344"/>
                  </a:lnTo>
                  <a:lnTo>
                    <a:pt x="1233462" y="194678"/>
                  </a:lnTo>
                  <a:lnTo>
                    <a:pt x="1225981" y="244703"/>
                  </a:lnTo>
                  <a:lnTo>
                    <a:pt x="1226070" y="300520"/>
                  </a:lnTo>
                  <a:lnTo>
                    <a:pt x="1225511" y="331089"/>
                  </a:lnTo>
                  <a:lnTo>
                    <a:pt x="1223175" y="395655"/>
                  </a:lnTo>
                  <a:lnTo>
                    <a:pt x="1220279" y="468515"/>
                  </a:lnTo>
                  <a:lnTo>
                    <a:pt x="1211910" y="667016"/>
                  </a:lnTo>
                  <a:lnTo>
                    <a:pt x="1210411" y="703605"/>
                  </a:lnTo>
                  <a:lnTo>
                    <a:pt x="1208697" y="746912"/>
                  </a:lnTo>
                  <a:lnTo>
                    <a:pt x="1205979" y="818591"/>
                  </a:lnTo>
                  <a:lnTo>
                    <a:pt x="1203756" y="880579"/>
                  </a:lnTo>
                  <a:lnTo>
                    <a:pt x="1202169" y="935685"/>
                  </a:lnTo>
                  <a:lnTo>
                    <a:pt x="1202118" y="937717"/>
                  </a:lnTo>
                  <a:lnTo>
                    <a:pt x="1201674" y="970699"/>
                  </a:lnTo>
                  <a:lnTo>
                    <a:pt x="1201559" y="1013688"/>
                  </a:lnTo>
                  <a:lnTo>
                    <a:pt x="1202359" y="1026756"/>
                  </a:lnTo>
                  <a:lnTo>
                    <a:pt x="1212113" y="1070711"/>
                  </a:lnTo>
                  <a:lnTo>
                    <a:pt x="1236357" y="1101229"/>
                  </a:lnTo>
                  <a:lnTo>
                    <a:pt x="1278661" y="1118108"/>
                  </a:lnTo>
                  <a:lnTo>
                    <a:pt x="1308658" y="1120851"/>
                  </a:lnTo>
                  <a:lnTo>
                    <a:pt x="1326159" y="1120698"/>
                  </a:lnTo>
                  <a:lnTo>
                    <a:pt x="1378966" y="1118806"/>
                  </a:lnTo>
                  <a:lnTo>
                    <a:pt x="1394269" y="1087653"/>
                  </a:lnTo>
                  <a:lnTo>
                    <a:pt x="1395120" y="1070711"/>
                  </a:lnTo>
                  <a:lnTo>
                    <a:pt x="1397241" y="1026896"/>
                  </a:lnTo>
                  <a:lnTo>
                    <a:pt x="1399768" y="937717"/>
                  </a:lnTo>
                  <a:lnTo>
                    <a:pt x="1399819" y="935685"/>
                  </a:lnTo>
                  <a:lnTo>
                    <a:pt x="1400390" y="919403"/>
                  </a:lnTo>
                  <a:lnTo>
                    <a:pt x="1400898" y="911021"/>
                  </a:lnTo>
                  <a:lnTo>
                    <a:pt x="1401292" y="903528"/>
                  </a:lnTo>
                  <a:lnTo>
                    <a:pt x="1401572" y="896912"/>
                  </a:lnTo>
                  <a:lnTo>
                    <a:pt x="1401737" y="891184"/>
                  </a:lnTo>
                  <a:lnTo>
                    <a:pt x="1401889" y="884135"/>
                  </a:lnTo>
                  <a:lnTo>
                    <a:pt x="1402194" y="876096"/>
                  </a:lnTo>
                  <a:lnTo>
                    <a:pt x="1402816" y="864158"/>
                  </a:lnTo>
                  <a:lnTo>
                    <a:pt x="1403540" y="851814"/>
                  </a:lnTo>
                  <a:lnTo>
                    <a:pt x="1404188" y="841844"/>
                  </a:lnTo>
                  <a:lnTo>
                    <a:pt x="1404924" y="831215"/>
                  </a:lnTo>
                  <a:lnTo>
                    <a:pt x="1405712" y="819150"/>
                  </a:lnTo>
                  <a:lnTo>
                    <a:pt x="1406613" y="803871"/>
                  </a:lnTo>
                  <a:lnTo>
                    <a:pt x="1407541" y="786447"/>
                  </a:lnTo>
                  <a:lnTo>
                    <a:pt x="1408531" y="766533"/>
                  </a:lnTo>
                  <a:lnTo>
                    <a:pt x="1420368" y="789368"/>
                  </a:lnTo>
                  <a:lnTo>
                    <a:pt x="1449527" y="826465"/>
                  </a:lnTo>
                  <a:lnTo>
                    <a:pt x="1486687" y="851814"/>
                  </a:lnTo>
                  <a:lnTo>
                    <a:pt x="1536242" y="863536"/>
                  </a:lnTo>
                  <a:lnTo>
                    <a:pt x="1565935" y="864158"/>
                  </a:lnTo>
                  <a:lnTo>
                    <a:pt x="1594916" y="861504"/>
                  </a:lnTo>
                  <a:lnTo>
                    <a:pt x="1649437" y="846632"/>
                  </a:lnTo>
                  <a:lnTo>
                    <a:pt x="1699069" y="819150"/>
                  </a:lnTo>
                  <a:lnTo>
                    <a:pt x="1742059" y="779754"/>
                  </a:lnTo>
                  <a:lnTo>
                    <a:pt x="1777898" y="728726"/>
                  </a:lnTo>
                  <a:lnTo>
                    <a:pt x="1805292" y="667016"/>
                  </a:lnTo>
                  <a:lnTo>
                    <a:pt x="1823720" y="594880"/>
                  </a:lnTo>
                  <a:lnTo>
                    <a:pt x="1828952" y="555155"/>
                  </a:lnTo>
                  <a:lnTo>
                    <a:pt x="1831441" y="513041"/>
                  </a:lnTo>
                  <a:close/>
                </a:path>
                <a:path w="2438400" h="1121409">
                  <a:moveTo>
                    <a:pt x="2437904" y="357022"/>
                  </a:moveTo>
                  <a:lnTo>
                    <a:pt x="2437155" y="347091"/>
                  </a:lnTo>
                  <a:lnTo>
                    <a:pt x="2437053" y="345744"/>
                  </a:lnTo>
                  <a:lnTo>
                    <a:pt x="2436558" y="339013"/>
                  </a:lnTo>
                  <a:lnTo>
                    <a:pt x="2423769" y="288836"/>
                  </a:lnTo>
                  <a:lnTo>
                    <a:pt x="2396579" y="246126"/>
                  </a:lnTo>
                  <a:lnTo>
                    <a:pt x="2353145" y="213220"/>
                  </a:lnTo>
                  <a:lnTo>
                    <a:pt x="2314156" y="197815"/>
                  </a:lnTo>
                  <a:lnTo>
                    <a:pt x="2266492" y="188760"/>
                  </a:lnTo>
                  <a:lnTo>
                    <a:pt x="2240826" y="187121"/>
                  </a:lnTo>
                  <a:lnTo>
                    <a:pt x="2237079" y="187121"/>
                  </a:lnTo>
                  <a:lnTo>
                    <a:pt x="2237079" y="405206"/>
                  </a:lnTo>
                  <a:lnTo>
                    <a:pt x="2234933" y="425932"/>
                  </a:lnTo>
                  <a:lnTo>
                    <a:pt x="2213292" y="460400"/>
                  </a:lnTo>
                  <a:lnTo>
                    <a:pt x="2169668" y="485394"/>
                  </a:lnTo>
                  <a:lnTo>
                    <a:pt x="2110663" y="499821"/>
                  </a:lnTo>
                  <a:lnTo>
                    <a:pt x="2075827" y="502983"/>
                  </a:lnTo>
                  <a:lnTo>
                    <a:pt x="2077351" y="490359"/>
                  </a:lnTo>
                  <a:lnTo>
                    <a:pt x="2084120" y="450608"/>
                  </a:lnTo>
                  <a:lnTo>
                    <a:pt x="2095919" y="412038"/>
                  </a:lnTo>
                  <a:lnTo>
                    <a:pt x="2122322" y="370192"/>
                  </a:lnTo>
                  <a:lnTo>
                    <a:pt x="2162213" y="347091"/>
                  </a:lnTo>
                  <a:lnTo>
                    <a:pt x="2174710" y="345744"/>
                  </a:lnTo>
                  <a:lnTo>
                    <a:pt x="2189111" y="346443"/>
                  </a:lnTo>
                  <a:lnTo>
                    <a:pt x="2227656" y="372681"/>
                  </a:lnTo>
                  <a:lnTo>
                    <a:pt x="2237079" y="405206"/>
                  </a:lnTo>
                  <a:lnTo>
                    <a:pt x="2237079" y="187121"/>
                  </a:lnTo>
                  <a:lnTo>
                    <a:pt x="2209622" y="187121"/>
                  </a:lnTo>
                  <a:lnTo>
                    <a:pt x="2172551" y="189699"/>
                  </a:lnTo>
                  <a:lnTo>
                    <a:pt x="2106688" y="202577"/>
                  </a:lnTo>
                  <a:lnTo>
                    <a:pt x="2051519" y="225221"/>
                  </a:lnTo>
                  <a:lnTo>
                    <a:pt x="2005152" y="254609"/>
                  </a:lnTo>
                  <a:lnTo>
                    <a:pt x="1967166" y="289953"/>
                  </a:lnTo>
                  <a:lnTo>
                    <a:pt x="1936838" y="329742"/>
                  </a:lnTo>
                  <a:lnTo>
                    <a:pt x="1913775" y="373214"/>
                  </a:lnTo>
                  <a:lnTo>
                    <a:pt x="1896300" y="417322"/>
                  </a:lnTo>
                  <a:lnTo>
                    <a:pt x="1884057" y="461340"/>
                  </a:lnTo>
                  <a:lnTo>
                    <a:pt x="1876336" y="504228"/>
                  </a:lnTo>
                  <a:lnTo>
                    <a:pt x="1872716" y="545198"/>
                  </a:lnTo>
                  <a:lnTo>
                    <a:pt x="1871865" y="563714"/>
                  </a:lnTo>
                  <a:lnTo>
                    <a:pt x="1871878" y="597700"/>
                  </a:lnTo>
                  <a:lnTo>
                    <a:pt x="1874583" y="633196"/>
                  </a:lnTo>
                  <a:lnTo>
                    <a:pt x="1874697" y="634733"/>
                  </a:lnTo>
                  <a:lnTo>
                    <a:pt x="1889950" y="701103"/>
                  </a:lnTo>
                  <a:lnTo>
                    <a:pt x="1917065" y="753821"/>
                  </a:lnTo>
                  <a:lnTo>
                    <a:pt x="1951901" y="795274"/>
                  </a:lnTo>
                  <a:lnTo>
                    <a:pt x="1993531" y="825995"/>
                  </a:lnTo>
                  <a:lnTo>
                    <a:pt x="2040407" y="846899"/>
                  </a:lnTo>
                  <a:lnTo>
                    <a:pt x="2091664" y="858570"/>
                  </a:lnTo>
                  <a:lnTo>
                    <a:pt x="2143620" y="863333"/>
                  </a:lnTo>
                  <a:lnTo>
                    <a:pt x="2168614" y="863333"/>
                  </a:lnTo>
                  <a:lnTo>
                    <a:pt x="2209177" y="860171"/>
                  </a:lnTo>
                  <a:lnTo>
                    <a:pt x="2249792" y="853465"/>
                  </a:lnTo>
                  <a:lnTo>
                    <a:pt x="2288959" y="842975"/>
                  </a:lnTo>
                  <a:lnTo>
                    <a:pt x="2339937" y="819658"/>
                  </a:lnTo>
                  <a:lnTo>
                    <a:pt x="2377783" y="786409"/>
                  </a:lnTo>
                  <a:lnTo>
                    <a:pt x="2396299" y="743178"/>
                  </a:lnTo>
                  <a:lnTo>
                    <a:pt x="2397074" y="726567"/>
                  </a:lnTo>
                  <a:lnTo>
                    <a:pt x="2395893" y="712838"/>
                  </a:lnTo>
                  <a:lnTo>
                    <a:pt x="2394597" y="705904"/>
                  </a:lnTo>
                  <a:lnTo>
                    <a:pt x="2393315" y="698957"/>
                  </a:lnTo>
                  <a:lnTo>
                    <a:pt x="2370505" y="661416"/>
                  </a:lnTo>
                  <a:lnTo>
                    <a:pt x="2332558" y="640905"/>
                  </a:lnTo>
                  <a:lnTo>
                    <a:pt x="2308212" y="636879"/>
                  </a:lnTo>
                  <a:lnTo>
                    <a:pt x="2295601" y="637311"/>
                  </a:lnTo>
                  <a:lnTo>
                    <a:pt x="2288794" y="640905"/>
                  </a:lnTo>
                  <a:lnTo>
                    <a:pt x="2283917" y="647750"/>
                  </a:lnTo>
                  <a:lnTo>
                    <a:pt x="2280056" y="653072"/>
                  </a:lnTo>
                  <a:lnTo>
                    <a:pt x="2254466" y="683069"/>
                  </a:lnTo>
                  <a:lnTo>
                    <a:pt x="2219020" y="702475"/>
                  </a:lnTo>
                  <a:lnTo>
                    <a:pt x="2191766" y="705904"/>
                  </a:lnTo>
                  <a:lnTo>
                    <a:pt x="2176957" y="705739"/>
                  </a:lnTo>
                  <a:lnTo>
                    <a:pt x="2139365" y="697014"/>
                  </a:lnTo>
                  <a:lnTo>
                    <a:pt x="2104161" y="670966"/>
                  </a:lnTo>
                  <a:lnTo>
                    <a:pt x="2083358" y="633196"/>
                  </a:lnTo>
                  <a:lnTo>
                    <a:pt x="2075459" y="597700"/>
                  </a:lnTo>
                  <a:lnTo>
                    <a:pt x="2085898" y="597242"/>
                  </a:lnTo>
                  <a:lnTo>
                    <a:pt x="2098344" y="596493"/>
                  </a:lnTo>
                  <a:lnTo>
                    <a:pt x="2146998" y="592264"/>
                  </a:lnTo>
                  <a:lnTo>
                    <a:pt x="2184971" y="586257"/>
                  </a:lnTo>
                  <a:lnTo>
                    <a:pt x="2225776" y="577138"/>
                  </a:lnTo>
                  <a:lnTo>
                    <a:pt x="2267394" y="564794"/>
                  </a:lnTo>
                  <a:lnTo>
                    <a:pt x="2308923" y="548894"/>
                  </a:lnTo>
                  <a:lnTo>
                    <a:pt x="2346985" y="527786"/>
                  </a:lnTo>
                  <a:lnTo>
                    <a:pt x="2378532" y="502983"/>
                  </a:lnTo>
                  <a:lnTo>
                    <a:pt x="2407983" y="468541"/>
                  </a:lnTo>
                  <a:lnTo>
                    <a:pt x="2428024" y="429717"/>
                  </a:lnTo>
                  <a:lnTo>
                    <a:pt x="2437409" y="383235"/>
                  </a:lnTo>
                  <a:lnTo>
                    <a:pt x="2437790" y="363131"/>
                  </a:lnTo>
                  <a:lnTo>
                    <a:pt x="2437904" y="357022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1419841" y="5818695"/>
            <a:ext cx="487680" cy="382270"/>
          </a:xfrm>
          <a:custGeom>
            <a:avLst/>
            <a:gdLst/>
            <a:ahLst/>
            <a:cxnLst/>
            <a:rect l="l" t="t" r="r" b="b"/>
            <a:pathLst>
              <a:path w="487680" h="382270">
                <a:moveTo>
                  <a:pt x="298106" y="104"/>
                </a:moveTo>
                <a:lnTo>
                  <a:pt x="84301" y="0"/>
                </a:lnTo>
                <a:lnTo>
                  <a:pt x="24844" y="24665"/>
                </a:lnTo>
                <a:lnTo>
                  <a:pt x="115" y="84081"/>
                </a:lnTo>
                <a:lnTo>
                  <a:pt x="0" y="297771"/>
                </a:lnTo>
                <a:lnTo>
                  <a:pt x="6619" y="330457"/>
                </a:lnTo>
                <a:lnTo>
                  <a:pt x="24677" y="357212"/>
                </a:lnTo>
                <a:lnTo>
                  <a:pt x="51424" y="375289"/>
                </a:lnTo>
                <a:lnTo>
                  <a:pt x="84112" y="381936"/>
                </a:lnTo>
                <a:lnTo>
                  <a:pt x="297917" y="382040"/>
                </a:lnTo>
                <a:lnTo>
                  <a:pt x="330625" y="375424"/>
                </a:lnTo>
                <a:lnTo>
                  <a:pt x="357397" y="357375"/>
                </a:lnTo>
                <a:lnTo>
                  <a:pt x="375484" y="330638"/>
                </a:lnTo>
                <a:lnTo>
                  <a:pt x="382134" y="297959"/>
                </a:lnTo>
                <a:lnTo>
                  <a:pt x="382239" y="79421"/>
                </a:lnTo>
                <a:lnTo>
                  <a:pt x="381820" y="74667"/>
                </a:lnTo>
                <a:lnTo>
                  <a:pt x="381056" y="70029"/>
                </a:lnTo>
                <a:lnTo>
                  <a:pt x="410997" y="48253"/>
                </a:lnTo>
                <a:lnTo>
                  <a:pt x="439122" y="32911"/>
                </a:lnTo>
                <a:lnTo>
                  <a:pt x="464719" y="24976"/>
                </a:lnTo>
                <a:lnTo>
                  <a:pt x="487074" y="25423"/>
                </a:lnTo>
                <a:lnTo>
                  <a:pt x="449778" y="19270"/>
                </a:lnTo>
                <a:lnTo>
                  <a:pt x="411650" y="29010"/>
                </a:lnTo>
                <a:lnTo>
                  <a:pt x="373595" y="51445"/>
                </a:lnTo>
                <a:lnTo>
                  <a:pt x="336517" y="83376"/>
                </a:lnTo>
                <a:lnTo>
                  <a:pt x="301323" y="121604"/>
                </a:lnTo>
                <a:lnTo>
                  <a:pt x="268917" y="162932"/>
                </a:lnTo>
                <a:lnTo>
                  <a:pt x="240206" y="204159"/>
                </a:lnTo>
                <a:lnTo>
                  <a:pt x="216095" y="242089"/>
                </a:lnTo>
                <a:lnTo>
                  <a:pt x="185292" y="295258"/>
                </a:lnTo>
                <a:lnTo>
                  <a:pt x="78960" y="136760"/>
                </a:lnTo>
                <a:lnTo>
                  <a:pt x="178277" y="195041"/>
                </a:lnTo>
                <a:lnTo>
                  <a:pt x="214707" y="151215"/>
                </a:lnTo>
                <a:lnTo>
                  <a:pt x="251649" y="112097"/>
                </a:lnTo>
                <a:lnTo>
                  <a:pt x="288442" y="78012"/>
                </a:lnTo>
                <a:lnTo>
                  <a:pt x="324426" y="49288"/>
                </a:lnTo>
                <a:lnTo>
                  <a:pt x="358941" y="26250"/>
                </a:lnTo>
                <a:lnTo>
                  <a:pt x="346311" y="15390"/>
                </a:lnTo>
                <a:lnTo>
                  <a:pt x="331712" y="7158"/>
                </a:lnTo>
                <a:lnTo>
                  <a:pt x="315518" y="1935"/>
                </a:lnTo>
                <a:lnTo>
                  <a:pt x="298106" y="104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3362606" y="5858568"/>
            <a:ext cx="600075" cy="287020"/>
            <a:chOff x="3362606" y="5858568"/>
            <a:chExt cx="600075" cy="287020"/>
          </a:xfrm>
        </p:grpSpPr>
        <p:sp>
          <p:nvSpPr>
            <p:cNvPr id="24" name="object 24"/>
            <p:cNvSpPr/>
            <p:nvPr/>
          </p:nvSpPr>
          <p:spPr>
            <a:xfrm>
              <a:off x="3362606" y="5858568"/>
              <a:ext cx="175895" cy="282575"/>
            </a:xfrm>
            <a:custGeom>
              <a:avLst/>
              <a:gdLst/>
              <a:ahLst/>
              <a:cxnLst/>
              <a:rect l="l" t="t" r="r" b="b"/>
              <a:pathLst>
                <a:path w="175895" h="282575">
                  <a:moveTo>
                    <a:pt x="49045" y="0"/>
                  </a:moveTo>
                  <a:lnTo>
                    <a:pt x="0" y="0"/>
                  </a:lnTo>
                  <a:lnTo>
                    <a:pt x="0" y="282577"/>
                  </a:lnTo>
                  <a:lnTo>
                    <a:pt x="49045" y="282577"/>
                  </a:lnTo>
                  <a:lnTo>
                    <a:pt x="49045" y="161345"/>
                  </a:lnTo>
                  <a:lnTo>
                    <a:pt x="49516" y="156089"/>
                  </a:lnTo>
                  <a:lnTo>
                    <a:pt x="75860" y="126643"/>
                  </a:lnTo>
                  <a:lnTo>
                    <a:pt x="89128" y="124404"/>
                  </a:lnTo>
                  <a:lnTo>
                    <a:pt x="106378" y="128182"/>
                  </a:lnTo>
                  <a:lnTo>
                    <a:pt x="117907" y="138600"/>
                  </a:lnTo>
                  <a:lnTo>
                    <a:pt x="124355" y="154283"/>
                  </a:lnTo>
                  <a:lnTo>
                    <a:pt x="126362" y="173858"/>
                  </a:lnTo>
                  <a:lnTo>
                    <a:pt x="126362" y="282577"/>
                  </a:lnTo>
                  <a:lnTo>
                    <a:pt x="175387" y="282577"/>
                  </a:lnTo>
                  <a:lnTo>
                    <a:pt x="175387" y="168487"/>
                  </a:lnTo>
                  <a:lnTo>
                    <a:pt x="169439" y="129114"/>
                  </a:lnTo>
                  <a:lnTo>
                    <a:pt x="153882" y="103138"/>
                  </a:lnTo>
                  <a:lnTo>
                    <a:pt x="132149" y="88823"/>
                  </a:lnTo>
                  <a:lnTo>
                    <a:pt x="107672" y="84437"/>
                  </a:lnTo>
                  <a:lnTo>
                    <a:pt x="98657" y="85025"/>
                  </a:lnTo>
                  <a:lnTo>
                    <a:pt x="60517" y="102814"/>
                  </a:lnTo>
                  <a:lnTo>
                    <a:pt x="49830" y="115242"/>
                  </a:lnTo>
                  <a:lnTo>
                    <a:pt x="49045" y="115242"/>
                  </a:lnTo>
                  <a:lnTo>
                    <a:pt x="490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79402" y="5947385"/>
              <a:ext cx="175837" cy="19813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84409" y="5943010"/>
              <a:ext cx="178224" cy="202307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63164" y="5943008"/>
            <a:ext cx="166916" cy="202506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2003497" y="5821917"/>
            <a:ext cx="2363470" cy="439420"/>
            <a:chOff x="2003497" y="5821917"/>
            <a:chExt cx="2363470" cy="439420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03497" y="5821919"/>
              <a:ext cx="1284280" cy="43905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362606" y="5858568"/>
              <a:ext cx="175895" cy="282575"/>
            </a:xfrm>
            <a:custGeom>
              <a:avLst/>
              <a:gdLst/>
              <a:ahLst/>
              <a:cxnLst/>
              <a:rect l="l" t="t" r="r" b="b"/>
              <a:pathLst>
                <a:path w="175895" h="282575">
                  <a:moveTo>
                    <a:pt x="0" y="0"/>
                  </a:moveTo>
                  <a:lnTo>
                    <a:pt x="49045" y="0"/>
                  </a:lnTo>
                  <a:lnTo>
                    <a:pt x="49045" y="115242"/>
                  </a:lnTo>
                  <a:lnTo>
                    <a:pt x="49830" y="115242"/>
                  </a:lnTo>
                  <a:lnTo>
                    <a:pt x="81739" y="89437"/>
                  </a:lnTo>
                  <a:lnTo>
                    <a:pt x="107672" y="84437"/>
                  </a:lnTo>
                  <a:lnTo>
                    <a:pt x="132149" y="88823"/>
                  </a:lnTo>
                  <a:lnTo>
                    <a:pt x="153882" y="103138"/>
                  </a:lnTo>
                  <a:lnTo>
                    <a:pt x="169439" y="129114"/>
                  </a:lnTo>
                  <a:lnTo>
                    <a:pt x="175387" y="168487"/>
                  </a:lnTo>
                  <a:lnTo>
                    <a:pt x="175387" y="282577"/>
                  </a:lnTo>
                  <a:lnTo>
                    <a:pt x="126362" y="282577"/>
                  </a:lnTo>
                  <a:lnTo>
                    <a:pt x="126362" y="173858"/>
                  </a:lnTo>
                  <a:lnTo>
                    <a:pt x="124355" y="154283"/>
                  </a:lnTo>
                  <a:lnTo>
                    <a:pt x="117907" y="138600"/>
                  </a:lnTo>
                  <a:lnTo>
                    <a:pt x="106378" y="128182"/>
                  </a:lnTo>
                  <a:lnTo>
                    <a:pt x="89128" y="124404"/>
                  </a:lnTo>
                  <a:lnTo>
                    <a:pt x="75860" y="126643"/>
                  </a:lnTo>
                  <a:lnTo>
                    <a:pt x="49516" y="156089"/>
                  </a:lnTo>
                  <a:lnTo>
                    <a:pt x="49045" y="161345"/>
                  </a:lnTo>
                  <a:lnTo>
                    <a:pt x="49045" y="166665"/>
                  </a:lnTo>
                  <a:lnTo>
                    <a:pt x="49045" y="282577"/>
                  </a:lnTo>
                  <a:lnTo>
                    <a:pt x="0" y="282577"/>
                  </a:lnTo>
                  <a:lnTo>
                    <a:pt x="0" y="0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79403" y="5947385"/>
              <a:ext cx="175895" cy="198755"/>
            </a:xfrm>
            <a:custGeom>
              <a:avLst/>
              <a:gdLst/>
              <a:ahLst/>
              <a:cxnLst/>
              <a:rect l="l" t="t" r="r" b="b"/>
              <a:pathLst>
                <a:path w="175895" h="198754">
                  <a:moveTo>
                    <a:pt x="174246" y="135713"/>
                  </a:moveTo>
                  <a:lnTo>
                    <a:pt x="174369" y="152276"/>
                  </a:lnTo>
                  <a:lnTo>
                    <a:pt x="174708" y="167458"/>
                  </a:lnTo>
                  <a:lnTo>
                    <a:pt x="175213" y="181277"/>
                  </a:lnTo>
                  <a:lnTo>
                    <a:pt x="175837" y="193753"/>
                  </a:lnTo>
                  <a:lnTo>
                    <a:pt x="133022" y="193753"/>
                  </a:lnTo>
                  <a:lnTo>
                    <a:pt x="130655" y="164476"/>
                  </a:lnTo>
                  <a:lnTo>
                    <a:pt x="129524" y="164476"/>
                  </a:lnTo>
                  <a:lnTo>
                    <a:pt x="121257" y="175464"/>
                  </a:lnTo>
                  <a:lnTo>
                    <a:pt x="108448" y="186396"/>
                  </a:lnTo>
                  <a:lnTo>
                    <a:pt x="90661" y="194781"/>
                  </a:lnTo>
                  <a:lnTo>
                    <a:pt x="67463" y="198130"/>
                  </a:lnTo>
                  <a:lnTo>
                    <a:pt x="42022" y="193827"/>
                  </a:lnTo>
                  <a:lnTo>
                    <a:pt x="20487" y="179614"/>
                  </a:lnTo>
                  <a:lnTo>
                    <a:pt x="5574" y="153531"/>
                  </a:lnTo>
                  <a:lnTo>
                    <a:pt x="0" y="113619"/>
                  </a:lnTo>
                  <a:lnTo>
                    <a:pt x="0" y="0"/>
                  </a:lnTo>
                  <a:lnTo>
                    <a:pt x="49024" y="0"/>
                  </a:lnTo>
                  <a:lnTo>
                    <a:pt x="49024" y="105431"/>
                  </a:lnTo>
                  <a:lnTo>
                    <a:pt x="51020" y="127261"/>
                  </a:lnTo>
                  <a:lnTo>
                    <a:pt x="57358" y="143903"/>
                  </a:lnTo>
                  <a:lnTo>
                    <a:pt x="68562" y="154511"/>
                  </a:lnTo>
                  <a:lnTo>
                    <a:pt x="85159" y="158236"/>
                  </a:lnTo>
                  <a:lnTo>
                    <a:pt x="98566" y="155903"/>
                  </a:lnTo>
                  <a:lnTo>
                    <a:pt x="125210" y="122572"/>
                  </a:lnTo>
                  <a:lnTo>
                    <a:pt x="125210" y="116907"/>
                  </a:lnTo>
                  <a:lnTo>
                    <a:pt x="125210" y="0"/>
                  </a:lnTo>
                  <a:lnTo>
                    <a:pt x="174246" y="0"/>
                  </a:lnTo>
                  <a:lnTo>
                    <a:pt x="174246" y="135713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94566" y="5939806"/>
              <a:ext cx="158592" cy="12050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784409" y="5943010"/>
              <a:ext cx="178435" cy="202565"/>
            </a:xfrm>
            <a:custGeom>
              <a:avLst/>
              <a:gdLst/>
              <a:ahLst/>
              <a:cxnLst/>
              <a:rect l="l" t="t" r="r" b="b"/>
              <a:pathLst>
                <a:path w="178435" h="202564">
                  <a:moveTo>
                    <a:pt x="46888" y="114813"/>
                  </a:moveTo>
                  <a:lnTo>
                    <a:pt x="52380" y="137509"/>
                  </a:lnTo>
                  <a:lnTo>
                    <a:pt x="65539" y="153208"/>
                  </a:lnTo>
                  <a:lnTo>
                    <a:pt x="84333" y="162325"/>
                  </a:lnTo>
                  <a:lnTo>
                    <a:pt x="106729" y="165272"/>
                  </a:lnTo>
                  <a:lnTo>
                    <a:pt x="122509" y="164634"/>
                  </a:lnTo>
                  <a:lnTo>
                    <a:pt x="136366" y="162823"/>
                  </a:lnTo>
                  <a:lnTo>
                    <a:pt x="148776" y="159993"/>
                  </a:lnTo>
                  <a:lnTo>
                    <a:pt x="160215" y="156298"/>
                  </a:lnTo>
                  <a:lnTo>
                    <a:pt x="167450" y="190015"/>
                  </a:lnTo>
                  <a:lnTo>
                    <a:pt x="153829" y="194904"/>
                  </a:lnTo>
                  <a:lnTo>
                    <a:pt x="137923" y="198800"/>
                  </a:lnTo>
                  <a:lnTo>
                    <a:pt x="119852" y="201376"/>
                  </a:lnTo>
                  <a:lnTo>
                    <a:pt x="99735" y="202307"/>
                  </a:lnTo>
                  <a:lnTo>
                    <a:pt x="57611" y="195308"/>
                  </a:lnTo>
                  <a:lnTo>
                    <a:pt x="26276" y="175456"/>
                  </a:lnTo>
                  <a:lnTo>
                    <a:pt x="6737" y="144470"/>
                  </a:lnTo>
                  <a:lnTo>
                    <a:pt x="0" y="104070"/>
                  </a:lnTo>
                  <a:lnTo>
                    <a:pt x="6040" y="65249"/>
                  </a:lnTo>
                  <a:lnTo>
                    <a:pt x="24004" y="31982"/>
                  </a:lnTo>
                  <a:lnTo>
                    <a:pt x="53653" y="8741"/>
                  </a:lnTo>
                  <a:lnTo>
                    <a:pt x="94751" y="0"/>
                  </a:lnTo>
                  <a:lnTo>
                    <a:pt x="134364" y="8753"/>
                  </a:lnTo>
                  <a:lnTo>
                    <a:pt x="160106" y="31196"/>
                  </a:lnTo>
                  <a:lnTo>
                    <a:pt x="174039" y="61600"/>
                  </a:lnTo>
                  <a:lnTo>
                    <a:pt x="178224" y="94237"/>
                  </a:lnTo>
                  <a:lnTo>
                    <a:pt x="178224" y="103347"/>
                  </a:lnTo>
                  <a:lnTo>
                    <a:pt x="177439" y="110635"/>
                  </a:lnTo>
                  <a:lnTo>
                    <a:pt x="176507" y="114813"/>
                  </a:lnTo>
                  <a:lnTo>
                    <a:pt x="46888" y="114813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92234" y="5858565"/>
              <a:ext cx="141605" cy="282575"/>
            </a:xfrm>
            <a:custGeom>
              <a:avLst/>
              <a:gdLst/>
              <a:ahLst/>
              <a:cxnLst/>
              <a:rect l="l" t="t" r="r" b="b"/>
              <a:pathLst>
                <a:path w="141604" h="282575">
                  <a:moveTo>
                    <a:pt x="0" y="0"/>
                  </a:moveTo>
                  <a:lnTo>
                    <a:pt x="49045" y="0"/>
                  </a:lnTo>
                  <a:lnTo>
                    <a:pt x="49045" y="282577"/>
                  </a:lnTo>
                  <a:lnTo>
                    <a:pt x="0" y="282577"/>
                  </a:lnTo>
                  <a:lnTo>
                    <a:pt x="0" y="0"/>
                  </a:lnTo>
                  <a:close/>
                </a:path>
                <a:path w="141604" h="282575">
                  <a:moveTo>
                    <a:pt x="92332" y="0"/>
                  </a:moveTo>
                  <a:lnTo>
                    <a:pt x="141367" y="0"/>
                  </a:lnTo>
                  <a:lnTo>
                    <a:pt x="141367" y="282577"/>
                  </a:lnTo>
                  <a:lnTo>
                    <a:pt x="92332" y="282577"/>
                  </a:lnTo>
                  <a:lnTo>
                    <a:pt x="92332" y="0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75122" y="6009603"/>
              <a:ext cx="140927" cy="13753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163164" y="5943008"/>
              <a:ext cx="167005" cy="202565"/>
            </a:xfrm>
            <a:custGeom>
              <a:avLst/>
              <a:gdLst/>
              <a:ahLst/>
              <a:cxnLst/>
              <a:rect l="l" t="t" r="r" b="b"/>
              <a:pathLst>
                <a:path w="167004" h="202564">
                  <a:moveTo>
                    <a:pt x="122718" y="198140"/>
                  </a:moveTo>
                  <a:lnTo>
                    <a:pt x="119368" y="176549"/>
                  </a:lnTo>
                  <a:lnTo>
                    <a:pt x="118195" y="176549"/>
                  </a:lnTo>
                  <a:lnTo>
                    <a:pt x="107839" y="187054"/>
                  </a:lnTo>
                  <a:lnTo>
                    <a:pt x="94639" y="195261"/>
                  </a:lnTo>
                  <a:lnTo>
                    <a:pt x="78940" y="200600"/>
                  </a:lnTo>
                  <a:lnTo>
                    <a:pt x="61087" y="202506"/>
                  </a:lnTo>
                  <a:lnTo>
                    <a:pt x="34959" y="197658"/>
                  </a:lnTo>
                  <a:lnTo>
                    <a:pt x="15803" y="184777"/>
                  </a:lnTo>
                  <a:lnTo>
                    <a:pt x="4017" y="166354"/>
                  </a:lnTo>
                  <a:lnTo>
                    <a:pt x="0" y="144885"/>
                  </a:lnTo>
                  <a:lnTo>
                    <a:pt x="7922" y="112757"/>
                  </a:lnTo>
                  <a:lnTo>
                    <a:pt x="30704" y="89762"/>
                  </a:lnTo>
                  <a:lnTo>
                    <a:pt x="66866" y="75990"/>
                  </a:lnTo>
                  <a:lnTo>
                    <a:pt x="114928" y="71526"/>
                  </a:lnTo>
                  <a:lnTo>
                    <a:pt x="114928" y="68322"/>
                  </a:lnTo>
                  <a:lnTo>
                    <a:pt x="113606" y="57649"/>
                  </a:lnTo>
                  <a:lnTo>
                    <a:pt x="108126" y="46601"/>
                  </a:lnTo>
                  <a:lnTo>
                    <a:pt x="96211" y="37967"/>
                  </a:lnTo>
                  <a:lnTo>
                    <a:pt x="75589" y="34532"/>
                  </a:lnTo>
                  <a:lnTo>
                    <a:pt x="61302" y="35620"/>
                  </a:lnTo>
                  <a:lnTo>
                    <a:pt x="47379" y="38637"/>
                  </a:lnTo>
                  <a:lnTo>
                    <a:pt x="34538" y="43217"/>
                  </a:lnTo>
                  <a:lnTo>
                    <a:pt x="23496" y="48993"/>
                  </a:lnTo>
                  <a:lnTo>
                    <a:pt x="13800" y="17203"/>
                  </a:lnTo>
                  <a:lnTo>
                    <a:pt x="26654" y="10760"/>
                  </a:lnTo>
                  <a:lnTo>
                    <a:pt x="42958" y="5264"/>
                  </a:lnTo>
                  <a:lnTo>
                    <a:pt x="62240" y="1436"/>
                  </a:lnTo>
                  <a:lnTo>
                    <a:pt x="84028" y="0"/>
                  </a:lnTo>
                  <a:lnTo>
                    <a:pt x="122723" y="6786"/>
                  </a:lnTo>
                  <a:lnTo>
                    <a:pt x="147270" y="24905"/>
                  </a:lnTo>
                  <a:lnTo>
                    <a:pt x="160167" y="50994"/>
                  </a:lnTo>
                  <a:lnTo>
                    <a:pt x="163911" y="81693"/>
                  </a:lnTo>
                  <a:lnTo>
                    <a:pt x="163911" y="151461"/>
                  </a:lnTo>
                  <a:lnTo>
                    <a:pt x="164081" y="164502"/>
                  </a:lnTo>
                  <a:lnTo>
                    <a:pt x="164616" y="176917"/>
                  </a:lnTo>
                  <a:lnTo>
                    <a:pt x="165550" y="188274"/>
                  </a:lnTo>
                  <a:lnTo>
                    <a:pt x="166916" y="198140"/>
                  </a:lnTo>
                  <a:lnTo>
                    <a:pt x="122718" y="198140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62606" y="5858568"/>
              <a:ext cx="175895" cy="282575"/>
            </a:xfrm>
            <a:custGeom>
              <a:avLst/>
              <a:gdLst/>
              <a:ahLst/>
              <a:cxnLst/>
              <a:rect l="l" t="t" r="r" b="b"/>
              <a:pathLst>
                <a:path w="175895" h="282575">
                  <a:moveTo>
                    <a:pt x="49045" y="0"/>
                  </a:moveTo>
                  <a:lnTo>
                    <a:pt x="0" y="0"/>
                  </a:lnTo>
                  <a:lnTo>
                    <a:pt x="0" y="282577"/>
                  </a:lnTo>
                  <a:lnTo>
                    <a:pt x="49045" y="282577"/>
                  </a:lnTo>
                  <a:lnTo>
                    <a:pt x="49045" y="161345"/>
                  </a:lnTo>
                  <a:lnTo>
                    <a:pt x="49516" y="156089"/>
                  </a:lnTo>
                  <a:lnTo>
                    <a:pt x="75860" y="126643"/>
                  </a:lnTo>
                  <a:lnTo>
                    <a:pt x="89128" y="124404"/>
                  </a:lnTo>
                  <a:lnTo>
                    <a:pt x="106378" y="128182"/>
                  </a:lnTo>
                  <a:lnTo>
                    <a:pt x="117907" y="138600"/>
                  </a:lnTo>
                  <a:lnTo>
                    <a:pt x="124355" y="154283"/>
                  </a:lnTo>
                  <a:lnTo>
                    <a:pt x="126362" y="173858"/>
                  </a:lnTo>
                  <a:lnTo>
                    <a:pt x="126362" y="282577"/>
                  </a:lnTo>
                  <a:lnTo>
                    <a:pt x="175387" y="282577"/>
                  </a:lnTo>
                  <a:lnTo>
                    <a:pt x="175387" y="168487"/>
                  </a:lnTo>
                  <a:lnTo>
                    <a:pt x="169439" y="129114"/>
                  </a:lnTo>
                  <a:lnTo>
                    <a:pt x="153882" y="103138"/>
                  </a:lnTo>
                  <a:lnTo>
                    <a:pt x="132149" y="88823"/>
                  </a:lnTo>
                  <a:lnTo>
                    <a:pt x="107672" y="84437"/>
                  </a:lnTo>
                  <a:lnTo>
                    <a:pt x="98657" y="85025"/>
                  </a:lnTo>
                  <a:lnTo>
                    <a:pt x="60517" y="102814"/>
                  </a:lnTo>
                  <a:lnTo>
                    <a:pt x="49830" y="115242"/>
                  </a:lnTo>
                  <a:lnTo>
                    <a:pt x="49045" y="115242"/>
                  </a:lnTo>
                  <a:lnTo>
                    <a:pt x="490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79403" y="5947385"/>
              <a:ext cx="175837" cy="19813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84409" y="5943010"/>
              <a:ext cx="178224" cy="20230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992232" y="5858566"/>
              <a:ext cx="141605" cy="283210"/>
            </a:xfrm>
            <a:custGeom>
              <a:avLst/>
              <a:gdLst/>
              <a:ahLst/>
              <a:cxnLst/>
              <a:rect l="l" t="t" r="r" b="b"/>
              <a:pathLst>
                <a:path w="141604" h="283210">
                  <a:moveTo>
                    <a:pt x="49047" y="0"/>
                  </a:moveTo>
                  <a:lnTo>
                    <a:pt x="0" y="0"/>
                  </a:lnTo>
                  <a:lnTo>
                    <a:pt x="0" y="282587"/>
                  </a:lnTo>
                  <a:lnTo>
                    <a:pt x="49047" y="282587"/>
                  </a:lnTo>
                  <a:lnTo>
                    <a:pt x="49047" y="0"/>
                  </a:lnTo>
                  <a:close/>
                </a:path>
                <a:path w="141604" h="283210">
                  <a:moveTo>
                    <a:pt x="141363" y="0"/>
                  </a:moveTo>
                  <a:lnTo>
                    <a:pt x="92329" y="0"/>
                  </a:lnTo>
                  <a:lnTo>
                    <a:pt x="92329" y="282587"/>
                  </a:lnTo>
                  <a:lnTo>
                    <a:pt x="141363" y="282587"/>
                  </a:lnTo>
                  <a:lnTo>
                    <a:pt x="1413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63164" y="5943008"/>
              <a:ext cx="166916" cy="202506"/>
            </a:xfrm>
            <a:prstGeom prst="rect">
              <a:avLst/>
            </a:prstGeom>
          </p:spPr>
        </p:pic>
      </p:grpSp>
      <p:sp>
        <p:nvSpPr>
          <p:cNvPr id="42" name="object 42"/>
          <p:cNvSpPr/>
          <p:nvPr/>
        </p:nvSpPr>
        <p:spPr>
          <a:xfrm>
            <a:off x="1042889" y="6509774"/>
            <a:ext cx="487680" cy="382270"/>
          </a:xfrm>
          <a:custGeom>
            <a:avLst/>
            <a:gdLst/>
            <a:ahLst/>
            <a:cxnLst/>
            <a:rect l="l" t="t" r="r" b="b"/>
            <a:pathLst>
              <a:path w="487680" h="382270">
                <a:moveTo>
                  <a:pt x="298106" y="104"/>
                </a:moveTo>
                <a:lnTo>
                  <a:pt x="84301" y="0"/>
                </a:lnTo>
                <a:lnTo>
                  <a:pt x="24844" y="24665"/>
                </a:lnTo>
                <a:lnTo>
                  <a:pt x="115" y="84081"/>
                </a:lnTo>
                <a:lnTo>
                  <a:pt x="0" y="297771"/>
                </a:lnTo>
                <a:lnTo>
                  <a:pt x="6619" y="330457"/>
                </a:lnTo>
                <a:lnTo>
                  <a:pt x="24677" y="357212"/>
                </a:lnTo>
                <a:lnTo>
                  <a:pt x="51424" y="375289"/>
                </a:lnTo>
                <a:lnTo>
                  <a:pt x="84112" y="381936"/>
                </a:lnTo>
                <a:lnTo>
                  <a:pt x="297917" y="382040"/>
                </a:lnTo>
                <a:lnTo>
                  <a:pt x="330625" y="375424"/>
                </a:lnTo>
                <a:lnTo>
                  <a:pt x="357397" y="357375"/>
                </a:lnTo>
                <a:lnTo>
                  <a:pt x="375484" y="330638"/>
                </a:lnTo>
                <a:lnTo>
                  <a:pt x="382134" y="297959"/>
                </a:lnTo>
                <a:lnTo>
                  <a:pt x="382239" y="79421"/>
                </a:lnTo>
                <a:lnTo>
                  <a:pt x="381820" y="74667"/>
                </a:lnTo>
                <a:lnTo>
                  <a:pt x="381056" y="70029"/>
                </a:lnTo>
                <a:lnTo>
                  <a:pt x="410997" y="48253"/>
                </a:lnTo>
                <a:lnTo>
                  <a:pt x="439122" y="32911"/>
                </a:lnTo>
                <a:lnTo>
                  <a:pt x="464719" y="24976"/>
                </a:lnTo>
                <a:lnTo>
                  <a:pt x="487074" y="25423"/>
                </a:lnTo>
                <a:lnTo>
                  <a:pt x="449778" y="19270"/>
                </a:lnTo>
                <a:lnTo>
                  <a:pt x="411650" y="29010"/>
                </a:lnTo>
                <a:lnTo>
                  <a:pt x="373595" y="51445"/>
                </a:lnTo>
                <a:lnTo>
                  <a:pt x="336517" y="83376"/>
                </a:lnTo>
                <a:lnTo>
                  <a:pt x="301323" y="121604"/>
                </a:lnTo>
                <a:lnTo>
                  <a:pt x="268917" y="162932"/>
                </a:lnTo>
                <a:lnTo>
                  <a:pt x="240206" y="204159"/>
                </a:lnTo>
                <a:lnTo>
                  <a:pt x="216095" y="242089"/>
                </a:lnTo>
                <a:lnTo>
                  <a:pt x="185292" y="295258"/>
                </a:lnTo>
                <a:lnTo>
                  <a:pt x="78960" y="136760"/>
                </a:lnTo>
                <a:lnTo>
                  <a:pt x="178277" y="195041"/>
                </a:lnTo>
                <a:lnTo>
                  <a:pt x="214707" y="151215"/>
                </a:lnTo>
                <a:lnTo>
                  <a:pt x="251649" y="112097"/>
                </a:lnTo>
                <a:lnTo>
                  <a:pt x="288442" y="78012"/>
                </a:lnTo>
                <a:lnTo>
                  <a:pt x="324426" y="49288"/>
                </a:lnTo>
                <a:lnTo>
                  <a:pt x="358941" y="26250"/>
                </a:lnTo>
                <a:lnTo>
                  <a:pt x="346311" y="15390"/>
                </a:lnTo>
                <a:lnTo>
                  <a:pt x="331712" y="7158"/>
                </a:lnTo>
                <a:lnTo>
                  <a:pt x="315518" y="1935"/>
                </a:lnTo>
                <a:lnTo>
                  <a:pt x="298106" y="104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object 43"/>
          <p:cNvGrpSpPr/>
          <p:nvPr/>
        </p:nvGrpSpPr>
        <p:grpSpPr>
          <a:xfrm>
            <a:off x="1626541" y="6508619"/>
            <a:ext cx="3778250" cy="448309"/>
            <a:chOff x="1626541" y="6508619"/>
            <a:chExt cx="3778250" cy="448309"/>
          </a:xfrm>
        </p:grpSpPr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26541" y="6512995"/>
              <a:ext cx="947220" cy="40409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01941" y="6508619"/>
              <a:ext cx="2802284" cy="448044"/>
            </a:xfrm>
            <a:prstGeom prst="rect">
              <a:avLst/>
            </a:prstGeom>
          </p:spPr>
        </p:pic>
      </p:grpSp>
      <p:sp>
        <p:nvSpPr>
          <p:cNvPr id="46" name="object 46"/>
          <p:cNvSpPr/>
          <p:nvPr/>
        </p:nvSpPr>
        <p:spPr>
          <a:xfrm>
            <a:off x="2228874" y="0"/>
            <a:ext cx="5518785" cy="2331085"/>
          </a:xfrm>
          <a:custGeom>
            <a:avLst/>
            <a:gdLst/>
            <a:ahLst/>
            <a:cxnLst/>
            <a:rect l="l" t="t" r="r" b="b"/>
            <a:pathLst>
              <a:path w="5518784" h="2331085">
                <a:moveTo>
                  <a:pt x="5518240" y="0"/>
                </a:moveTo>
                <a:lnTo>
                  <a:pt x="1408710" y="0"/>
                </a:lnTo>
                <a:lnTo>
                  <a:pt x="0" y="2331064"/>
                </a:lnTo>
                <a:lnTo>
                  <a:pt x="4109529" y="2331064"/>
                </a:lnTo>
                <a:lnTo>
                  <a:pt x="5518240" y="0"/>
                </a:lnTo>
                <a:close/>
              </a:path>
            </a:pathLst>
          </a:custGeom>
          <a:solidFill>
            <a:srgbClr val="00A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26973" y="3558698"/>
            <a:ext cx="852169" cy="846455"/>
          </a:xfrm>
          <a:custGeom>
            <a:avLst/>
            <a:gdLst/>
            <a:ahLst/>
            <a:cxnLst/>
            <a:rect l="l" t="t" r="r" b="b"/>
            <a:pathLst>
              <a:path w="852169" h="846454">
                <a:moveTo>
                  <a:pt x="662254" y="812596"/>
                </a:moveTo>
                <a:lnTo>
                  <a:pt x="593610" y="770699"/>
                </a:lnTo>
                <a:lnTo>
                  <a:pt x="546747" y="756577"/>
                </a:lnTo>
                <a:lnTo>
                  <a:pt x="499630" y="743496"/>
                </a:lnTo>
                <a:lnTo>
                  <a:pt x="452272" y="731456"/>
                </a:lnTo>
                <a:lnTo>
                  <a:pt x="404660" y="720458"/>
                </a:lnTo>
                <a:lnTo>
                  <a:pt x="356793" y="710488"/>
                </a:lnTo>
                <a:lnTo>
                  <a:pt x="308686" y="701573"/>
                </a:lnTo>
                <a:lnTo>
                  <a:pt x="260324" y="693686"/>
                </a:lnTo>
                <a:lnTo>
                  <a:pt x="211721" y="686841"/>
                </a:lnTo>
                <a:lnTo>
                  <a:pt x="162864" y="681037"/>
                </a:lnTo>
                <a:lnTo>
                  <a:pt x="101003" y="678434"/>
                </a:lnTo>
                <a:lnTo>
                  <a:pt x="70205" y="681786"/>
                </a:lnTo>
                <a:lnTo>
                  <a:pt x="39763" y="689673"/>
                </a:lnTo>
                <a:lnTo>
                  <a:pt x="12395" y="705637"/>
                </a:lnTo>
                <a:lnTo>
                  <a:pt x="0" y="727456"/>
                </a:lnTo>
                <a:lnTo>
                  <a:pt x="3086" y="752106"/>
                </a:lnTo>
                <a:lnTo>
                  <a:pt x="32499" y="784123"/>
                </a:lnTo>
                <a:lnTo>
                  <a:pt x="66382" y="802830"/>
                </a:lnTo>
                <a:lnTo>
                  <a:pt x="102323" y="815568"/>
                </a:lnTo>
                <a:lnTo>
                  <a:pt x="139674" y="824103"/>
                </a:lnTo>
                <a:lnTo>
                  <a:pt x="177812" y="830237"/>
                </a:lnTo>
                <a:lnTo>
                  <a:pt x="230073" y="836752"/>
                </a:lnTo>
                <a:lnTo>
                  <a:pt x="282422" y="841400"/>
                </a:lnTo>
                <a:lnTo>
                  <a:pt x="334835" y="844346"/>
                </a:lnTo>
                <a:lnTo>
                  <a:pt x="387324" y="845769"/>
                </a:lnTo>
                <a:lnTo>
                  <a:pt x="439877" y="845858"/>
                </a:lnTo>
                <a:lnTo>
                  <a:pt x="492480" y="844804"/>
                </a:lnTo>
                <a:lnTo>
                  <a:pt x="545134" y="842772"/>
                </a:lnTo>
                <a:lnTo>
                  <a:pt x="597827" y="839965"/>
                </a:lnTo>
                <a:lnTo>
                  <a:pt x="644486" y="833107"/>
                </a:lnTo>
                <a:lnTo>
                  <a:pt x="662254" y="812596"/>
                </a:lnTo>
                <a:close/>
              </a:path>
              <a:path w="852169" h="846454">
                <a:moveTo>
                  <a:pt x="743115" y="668362"/>
                </a:moveTo>
                <a:lnTo>
                  <a:pt x="638048" y="533793"/>
                </a:lnTo>
                <a:lnTo>
                  <a:pt x="537667" y="416013"/>
                </a:lnTo>
                <a:lnTo>
                  <a:pt x="470293" y="337896"/>
                </a:lnTo>
                <a:lnTo>
                  <a:pt x="441617" y="307047"/>
                </a:lnTo>
                <a:lnTo>
                  <a:pt x="410552" y="278803"/>
                </a:lnTo>
                <a:lnTo>
                  <a:pt x="376631" y="254000"/>
                </a:lnTo>
                <a:lnTo>
                  <a:pt x="339331" y="233464"/>
                </a:lnTo>
                <a:lnTo>
                  <a:pt x="302539" y="221996"/>
                </a:lnTo>
                <a:lnTo>
                  <a:pt x="285102" y="226237"/>
                </a:lnTo>
                <a:lnTo>
                  <a:pt x="272186" y="233489"/>
                </a:lnTo>
                <a:lnTo>
                  <a:pt x="263359" y="243763"/>
                </a:lnTo>
                <a:lnTo>
                  <a:pt x="258165" y="257073"/>
                </a:lnTo>
                <a:lnTo>
                  <a:pt x="255816" y="276225"/>
                </a:lnTo>
                <a:lnTo>
                  <a:pt x="257695" y="294665"/>
                </a:lnTo>
                <a:lnTo>
                  <a:pt x="285115" y="347103"/>
                </a:lnTo>
                <a:lnTo>
                  <a:pt x="312826" y="382778"/>
                </a:lnTo>
                <a:lnTo>
                  <a:pt x="366268" y="436473"/>
                </a:lnTo>
                <a:lnTo>
                  <a:pt x="406044" y="471703"/>
                </a:lnTo>
                <a:lnTo>
                  <a:pt x="447192" y="505231"/>
                </a:lnTo>
                <a:lnTo>
                  <a:pt x="489559" y="537260"/>
                </a:lnTo>
                <a:lnTo>
                  <a:pt x="532942" y="567982"/>
                </a:lnTo>
                <a:lnTo>
                  <a:pt x="577189" y="597611"/>
                </a:lnTo>
                <a:lnTo>
                  <a:pt x="622122" y="626325"/>
                </a:lnTo>
                <a:lnTo>
                  <a:pt x="669963" y="653237"/>
                </a:lnTo>
                <a:lnTo>
                  <a:pt x="724471" y="680161"/>
                </a:lnTo>
                <a:lnTo>
                  <a:pt x="736727" y="677278"/>
                </a:lnTo>
                <a:lnTo>
                  <a:pt x="743115" y="668362"/>
                </a:lnTo>
                <a:close/>
              </a:path>
              <a:path w="852169" h="846454">
                <a:moveTo>
                  <a:pt x="851865" y="552589"/>
                </a:moveTo>
                <a:lnTo>
                  <a:pt x="843445" y="484530"/>
                </a:lnTo>
                <a:lnTo>
                  <a:pt x="833996" y="427164"/>
                </a:lnTo>
                <a:lnTo>
                  <a:pt x="822134" y="362826"/>
                </a:lnTo>
                <a:lnTo>
                  <a:pt x="808697" y="297967"/>
                </a:lnTo>
                <a:lnTo>
                  <a:pt x="794499" y="239001"/>
                </a:lnTo>
                <a:lnTo>
                  <a:pt x="780351" y="192379"/>
                </a:lnTo>
                <a:lnTo>
                  <a:pt x="763612" y="148590"/>
                </a:lnTo>
                <a:lnTo>
                  <a:pt x="744270" y="106095"/>
                </a:lnTo>
                <a:lnTo>
                  <a:pt x="720775" y="65900"/>
                </a:lnTo>
                <a:lnTo>
                  <a:pt x="691591" y="28930"/>
                </a:lnTo>
                <a:lnTo>
                  <a:pt x="652843" y="2730"/>
                </a:lnTo>
                <a:lnTo>
                  <a:pt x="637120" y="0"/>
                </a:lnTo>
                <a:lnTo>
                  <a:pt x="623735" y="3835"/>
                </a:lnTo>
                <a:lnTo>
                  <a:pt x="613791" y="13576"/>
                </a:lnTo>
                <a:lnTo>
                  <a:pt x="608444" y="28587"/>
                </a:lnTo>
                <a:lnTo>
                  <a:pt x="606818" y="42735"/>
                </a:lnTo>
                <a:lnTo>
                  <a:pt x="606310" y="57099"/>
                </a:lnTo>
                <a:lnTo>
                  <a:pt x="606971" y="71412"/>
                </a:lnTo>
                <a:lnTo>
                  <a:pt x="621182" y="138925"/>
                </a:lnTo>
                <a:lnTo>
                  <a:pt x="637641" y="190995"/>
                </a:lnTo>
                <a:lnTo>
                  <a:pt x="657352" y="241985"/>
                </a:lnTo>
                <a:lnTo>
                  <a:pt x="679411" y="292214"/>
                </a:lnTo>
                <a:lnTo>
                  <a:pt x="700659" y="338340"/>
                </a:lnTo>
                <a:lnTo>
                  <a:pt x="722325" y="384225"/>
                </a:lnTo>
                <a:lnTo>
                  <a:pt x="744816" y="429666"/>
                </a:lnTo>
                <a:lnTo>
                  <a:pt x="768578" y="474433"/>
                </a:lnTo>
                <a:lnTo>
                  <a:pt x="794004" y="518299"/>
                </a:lnTo>
                <a:lnTo>
                  <a:pt x="822261" y="562102"/>
                </a:lnTo>
                <a:lnTo>
                  <a:pt x="831418" y="567474"/>
                </a:lnTo>
                <a:lnTo>
                  <a:pt x="839279" y="567283"/>
                </a:lnTo>
                <a:lnTo>
                  <a:pt x="846289" y="563676"/>
                </a:lnTo>
                <a:lnTo>
                  <a:pt x="850963" y="557009"/>
                </a:lnTo>
                <a:lnTo>
                  <a:pt x="851852" y="554062"/>
                </a:lnTo>
                <a:lnTo>
                  <a:pt x="851865" y="552589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8" name="object 48"/>
          <p:cNvGrpSpPr/>
          <p:nvPr/>
        </p:nvGrpSpPr>
        <p:grpSpPr>
          <a:xfrm>
            <a:off x="1235706" y="1554510"/>
            <a:ext cx="6718934" cy="3462020"/>
            <a:chOff x="1235706" y="1554510"/>
            <a:chExt cx="6718934" cy="3462020"/>
          </a:xfrm>
        </p:grpSpPr>
        <p:sp>
          <p:nvSpPr>
            <p:cNvPr id="49" name="object 49"/>
            <p:cNvSpPr/>
            <p:nvPr/>
          </p:nvSpPr>
          <p:spPr>
            <a:xfrm>
              <a:off x="1706460" y="1554511"/>
              <a:ext cx="6248400" cy="2919095"/>
            </a:xfrm>
            <a:custGeom>
              <a:avLst/>
              <a:gdLst/>
              <a:ahLst/>
              <a:cxnLst/>
              <a:rect l="l" t="t" r="r" b="b"/>
              <a:pathLst>
                <a:path w="6248400" h="2919095">
                  <a:moveTo>
                    <a:pt x="5492166" y="127914"/>
                  </a:moveTo>
                  <a:lnTo>
                    <a:pt x="5491797" y="81292"/>
                  </a:lnTo>
                  <a:lnTo>
                    <a:pt x="5484038" y="36690"/>
                  </a:lnTo>
                  <a:lnTo>
                    <a:pt x="5458282" y="685"/>
                  </a:lnTo>
                  <a:lnTo>
                    <a:pt x="5444071" y="0"/>
                  </a:lnTo>
                  <a:lnTo>
                    <a:pt x="5429034" y="6680"/>
                  </a:lnTo>
                  <a:lnTo>
                    <a:pt x="5396420" y="43243"/>
                  </a:lnTo>
                  <a:lnTo>
                    <a:pt x="5375808" y="88557"/>
                  </a:lnTo>
                  <a:lnTo>
                    <a:pt x="5361610" y="135826"/>
                  </a:lnTo>
                  <a:lnTo>
                    <a:pt x="5352059" y="184429"/>
                  </a:lnTo>
                  <a:lnTo>
                    <a:pt x="5345417" y="233756"/>
                  </a:lnTo>
                  <a:lnTo>
                    <a:pt x="5342255" y="278066"/>
                  </a:lnTo>
                  <a:lnTo>
                    <a:pt x="5341277" y="332803"/>
                  </a:lnTo>
                  <a:lnTo>
                    <a:pt x="5342039" y="393369"/>
                  </a:lnTo>
                  <a:lnTo>
                    <a:pt x="5344109" y="455193"/>
                  </a:lnTo>
                  <a:lnTo>
                    <a:pt x="5347055" y="513664"/>
                  </a:lnTo>
                  <a:lnTo>
                    <a:pt x="5350408" y="564210"/>
                  </a:lnTo>
                  <a:lnTo>
                    <a:pt x="5353748" y="602259"/>
                  </a:lnTo>
                  <a:lnTo>
                    <a:pt x="5372532" y="635266"/>
                  </a:lnTo>
                  <a:lnTo>
                    <a:pt x="5380418" y="633539"/>
                  </a:lnTo>
                  <a:lnTo>
                    <a:pt x="5406428" y="573582"/>
                  </a:lnTo>
                  <a:lnTo>
                    <a:pt x="5421719" y="522058"/>
                  </a:lnTo>
                  <a:lnTo>
                    <a:pt x="5435143" y="470014"/>
                  </a:lnTo>
                  <a:lnTo>
                    <a:pt x="5447144" y="417588"/>
                  </a:lnTo>
                  <a:lnTo>
                    <a:pt x="5458231" y="364896"/>
                  </a:lnTo>
                  <a:lnTo>
                    <a:pt x="5468836" y="312064"/>
                  </a:lnTo>
                  <a:lnTo>
                    <a:pt x="5477395" y="266268"/>
                  </a:lnTo>
                  <a:lnTo>
                    <a:pt x="5484457" y="220345"/>
                  </a:lnTo>
                  <a:lnTo>
                    <a:pt x="5489549" y="174256"/>
                  </a:lnTo>
                  <a:lnTo>
                    <a:pt x="5492166" y="127914"/>
                  </a:lnTo>
                  <a:close/>
                </a:path>
                <a:path w="6248400" h="2919095">
                  <a:moveTo>
                    <a:pt x="5682716" y="1931047"/>
                  </a:moveTo>
                  <a:lnTo>
                    <a:pt x="4988763" y="927214"/>
                  </a:lnTo>
                  <a:lnTo>
                    <a:pt x="4489081" y="715759"/>
                  </a:lnTo>
                  <a:lnTo>
                    <a:pt x="2518740" y="478116"/>
                  </a:lnTo>
                  <a:lnTo>
                    <a:pt x="971003" y="640410"/>
                  </a:lnTo>
                  <a:lnTo>
                    <a:pt x="656132" y="1133995"/>
                  </a:lnTo>
                  <a:lnTo>
                    <a:pt x="252755" y="2379751"/>
                  </a:lnTo>
                  <a:lnTo>
                    <a:pt x="47777" y="2602712"/>
                  </a:lnTo>
                  <a:lnTo>
                    <a:pt x="0" y="2918739"/>
                  </a:lnTo>
                  <a:lnTo>
                    <a:pt x="5639943" y="2409228"/>
                  </a:lnTo>
                  <a:lnTo>
                    <a:pt x="5682716" y="1931047"/>
                  </a:lnTo>
                  <a:close/>
                </a:path>
                <a:path w="6248400" h="2919095">
                  <a:moveTo>
                    <a:pt x="5889587" y="211175"/>
                  </a:moveTo>
                  <a:lnTo>
                    <a:pt x="5880506" y="172478"/>
                  </a:lnTo>
                  <a:lnTo>
                    <a:pt x="5846610" y="147256"/>
                  </a:lnTo>
                  <a:lnTo>
                    <a:pt x="5828271" y="147154"/>
                  </a:lnTo>
                  <a:lnTo>
                    <a:pt x="5813107" y="155498"/>
                  </a:lnTo>
                  <a:lnTo>
                    <a:pt x="5761774" y="198361"/>
                  </a:lnTo>
                  <a:lnTo>
                    <a:pt x="5733656" y="232283"/>
                  </a:lnTo>
                  <a:lnTo>
                    <a:pt x="5709170" y="269074"/>
                  </a:lnTo>
                  <a:lnTo>
                    <a:pt x="5687657" y="307962"/>
                  </a:lnTo>
                  <a:lnTo>
                    <a:pt x="5643867" y="394322"/>
                  </a:lnTo>
                  <a:lnTo>
                    <a:pt x="5578843" y="524230"/>
                  </a:lnTo>
                  <a:lnTo>
                    <a:pt x="5490007" y="703618"/>
                  </a:lnTo>
                  <a:lnTo>
                    <a:pt x="5491492" y="716051"/>
                  </a:lnTo>
                  <a:lnTo>
                    <a:pt x="5499900" y="723684"/>
                  </a:lnTo>
                  <a:lnTo>
                    <a:pt x="5512765" y="723658"/>
                  </a:lnTo>
                  <a:lnTo>
                    <a:pt x="5560911" y="682485"/>
                  </a:lnTo>
                  <a:lnTo>
                    <a:pt x="5602414" y="642962"/>
                  </a:lnTo>
                  <a:lnTo>
                    <a:pt x="5635879" y="607415"/>
                  </a:lnTo>
                  <a:lnTo>
                    <a:pt x="5668683" y="571309"/>
                  </a:lnTo>
                  <a:lnTo>
                    <a:pt x="5700687" y="534517"/>
                  </a:lnTo>
                  <a:lnTo>
                    <a:pt x="5731726" y="496925"/>
                  </a:lnTo>
                  <a:lnTo>
                    <a:pt x="5761672" y="458444"/>
                  </a:lnTo>
                  <a:lnTo>
                    <a:pt x="5790387" y="418960"/>
                  </a:lnTo>
                  <a:lnTo>
                    <a:pt x="5817705" y="378358"/>
                  </a:lnTo>
                  <a:lnTo>
                    <a:pt x="5843486" y="336511"/>
                  </a:lnTo>
                  <a:lnTo>
                    <a:pt x="5865025" y="294106"/>
                  </a:lnTo>
                  <a:lnTo>
                    <a:pt x="5882754" y="249732"/>
                  </a:lnTo>
                  <a:lnTo>
                    <a:pt x="5889587" y="211175"/>
                  </a:lnTo>
                  <a:close/>
                </a:path>
                <a:path w="6248400" h="2919095">
                  <a:moveTo>
                    <a:pt x="6248006" y="621030"/>
                  </a:moveTo>
                  <a:lnTo>
                    <a:pt x="6245453" y="594817"/>
                  </a:lnTo>
                  <a:lnTo>
                    <a:pt x="6228105" y="575335"/>
                  </a:lnTo>
                  <a:lnTo>
                    <a:pt x="6197181" y="565556"/>
                  </a:lnTo>
                  <a:lnTo>
                    <a:pt x="6165037" y="564883"/>
                  </a:lnTo>
                  <a:lnTo>
                    <a:pt x="6133579" y="568972"/>
                  </a:lnTo>
                  <a:lnTo>
                    <a:pt x="6072543" y="586841"/>
                  </a:lnTo>
                  <a:lnTo>
                    <a:pt x="6025197" y="604812"/>
                  </a:lnTo>
                  <a:lnTo>
                    <a:pt x="5978347" y="623798"/>
                  </a:lnTo>
                  <a:lnTo>
                    <a:pt x="5931967" y="643788"/>
                  </a:lnTo>
                  <a:lnTo>
                    <a:pt x="5886069" y="664806"/>
                  </a:lnTo>
                  <a:lnTo>
                    <a:pt x="5840654" y="686828"/>
                  </a:lnTo>
                  <a:lnTo>
                    <a:pt x="5795734" y="709853"/>
                  </a:lnTo>
                  <a:lnTo>
                    <a:pt x="5751296" y="733907"/>
                  </a:lnTo>
                  <a:lnTo>
                    <a:pt x="5707342" y="758964"/>
                  </a:lnTo>
                  <a:lnTo>
                    <a:pt x="5663882" y="785037"/>
                  </a:lnTo>
                  <a:lnTo>
                    <a:pt x="5620918" y="812114"/>
                  </a:lnTo>
                  <a:lnTo>
                    <a:pt x="5603468" y="834377"/>
                  </a:lnTo>
                  <a:lnTo>
                    <a:pt x="5605081" y="845134"/>
                  </a:lnTo>
                  <a:lnTo>
                    <a:pt x="5610517" y="854379"/>
                  </a:lnTo>
                  <a:lnTo>
                    <a:pt x="5618188" y="859726"/>
                  </a:lnTo>
                  <a:lnTo>
                    <a:pt x="5627484" y="861961"/>
                  </a:lnTo>
                  <a:lnTo>
                    <a:pt x="5637784" y="861872"/>
                  </a:lnTo>
                  <a:lnTo>
                    <a:pt x="5722798" y="848715"/>
                  </a:lnTo>
                  <a:lnTo>
                    <a:pt x="5769876" y="839228"/>
                  </a:lnTo>
                  <a:lnTo>
                    <a:pt x="5816765" y="828992"/>
                  </a:lnTo>
                  <a:lnTo>
                    <a:pt x="5863399" y="817880"/>
                  </a:lnTo>
                  <a:lnTo>
                    <a:pt x="5909754" y="805764"/>
                  </a:lnTo>
                  <a:lnTo>
                    <a:pt x="5955817" y="792492"/>
                  </a:lnTo>
                  <a:lnTo>
                    <a:pt x="6001537" y="777951"/>
                  </a:lnTo>
                  <a:lnTo>
                    <a:pt x="6046876" y="762012"/>
                  </a:lnTo>
                  <a:lnTo>
                    <a:pt x="6091809" y="744537"/>
                  </a:lnTo>
                  <a:lnTo>
                    <a:pt x="6128397" y="728853"/>
                  </a:lnTo>
                  <a:lnTo>
                    <a:pt x="6163665" y="710882"/>
                  </a:lnTo>
                  <a:lnTo>
                    <a:pt x="6196558" y="688924"/>
                  </a:lnTo>
                  <a:lnTo>
                    <a:pt x="6226048" y="661289"/>
                  </a:lnTo>
                  <a:lnTo>
                    <a:pt x="6248006" y="621030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35706" y="1584494"/>
              <a:ext cx="6618851" cy="3431593"/>
            </a:xfrm>
            <a:prstGeom prst="rect">
              <a:avLst/>
            </a:prstGeom>
          </p:spPr>
        </p:pic>
      </p:grpSp>
      <p:sp>
        <p:nvSpPr>
          <p:cNvPr id="51" name="object 51"/>
          <p:cNvSpPr/>
          <p:nvPr/>
        </p:nvSpPr>
        <p:spPr>
          <a:xfrm>
            <a:off x="3457499" y="773346"/>
            <a:ext cx="3136265" cy="518795"/>
          </a:xfrm>
          <a:custGeom>
            <a:avLst/>
            <a:gdLst/>
            <a:ahLst/>
            <a:cxnLst/>
            <a:rect l="l" t="t" r="r" b="b"/>
            <a:pathLst>
              <a:path w="3136265" h="518794">
                <a:moveTo>
                  <a:pt x="241617" y="331698"/>
                </a:moveTo>
                <a:lnTo>
                  <a:pt x="87553" y="331698"/>
                </a:lnTo>
                <a:lnTo>
                  <a:pt x="87553" y="20548"/>
                </a:lnTo>
                <a:lnTo>
                  <a:pt x="0" y="20548"/>
                </a:lnTo>
                <a:lnTo>
                  <a:pt x="0" y="331698"/>
                </a:lnTo>
                <a:lnTo>
                  <a:pt x="0" y="405358"/>
                </a:lnTo>
                <a:lnTo>
                  <a:pt x="241617" y="405358"/>
                </a:lnTo>
                <a:lnTo>
                  <a:pt x="241617" y="331698"/>
                </a:lnTo>
                <a:close/>
              </a:path>
              <a:path w="3136265" h="518794">
                <a:moveTo>
                  <a:pt x="352158" y="125869"/>
                </a:moveTo>
                <a:lnTo>
                  <a:pt x="264604" y="125869"/>
                </a:lnTo>
                <a:lnTo>
                  <a:pt x="264604" y="405206"/>
                </a:lnTo>
                <a:lnTo>
                  <a:pt x="352158" y="405206"/>
                </a:lnTo>
                <a:lnTo>
                  <a:pt x="352158" y="125869"/>
                </a:lnTo>
                <a:close/>
              </a:path>
              <a:path w="3136265" h="518794">
                <a:moveTo>
                  <a:pt x="354622" y="48323"/>
                </a:moveTo>
                <a:lnTo>
                  <a:pt x="351243" y="31051"/>
                </a:lnTo>
                <a:lnTo>
                  <a:pt x="342011" y="17272"/>
                </a:lnTo>
                <a:lnTo>
                  <a:pt x="327520" y="8140"/>
                </a:lnTo>
                <a:lnTo>
                  <a:pt x="308406" y="4838"/>
                </a:lnTo>
                <a:lnTo>
                  <a:pt x="289331" y="8140"/>
                </a:lnTo>
                <a:lnTo>
                  <a:pt x="274713" y="17272"/>
                </a:lnTo>
                <a:lnTo>
                  <a:pt x="265379" y="31051"/>
                </a:lnTo>
                <a:lnTo>
                  <a:pt x="262128" y="48323"/>
                </a:lnTo>
                <a:lnTo>
                  <a:pt x="265303" y="65303"/>
                </a:lnTo>
                <a:lnTo>
                  <a:pt x="274459" y="79070"/>
                </a:lnTo>
                <a:lnTo>
                  <a:pt x="288823" y="88315"/>
                </a:lnTo>
                <a:lnTo>
                  <a:pt x="307632" y="91706"/>
                </a:lnTo>
                <a:lnTo>
                  <a:pt x="327266" y="88315"/>
                </a:lnTo>
                <a:lnTo>
                  <a:pt x="342087" y="79070"/>
                </a:lnTo>
                <a:lnTo>
                  <a:pt x="351421" y="65303"/>
                </a:lnTo>
                <a:lnTo>
                  <a:pt x="354622" y="48323"/>
                </a:lnTo>
                <a:close/>
              </a:path>
              <a:path w="3136265" h="518794">
                <a:moveTo>
                  <a:pt x="820864" y="240804"/>
                </a:moveTo>
                <a:lnTo>
                  <a:pt x="813625" y="186639"/>
                </a:lnTo>
                <a:lnTo>
                  <a:pt x="793661" y="148894"/>
                </a:lnTo>
                <a:lnTo>
                  <a:pt x="763638" y="126784"/>
                </a:lnTo>
                <a:lnTo>
                  <a:pt x="726186" y="119583"/>
                </a:lnTo>
                <a:lnTo>
                  <a:pt x="711161" y="120472"/>
                </a:lnTo>
                <a:lnTo>
                  <a:pt x="672833" y="133413"/>
                </a:lnTo>
                <a:lnTo>
                  <a:pt x="636308" y="167474"/>
                </a:lnTo>
                <a:lnTo>
                  <a:pt x="635152" y="167474"/>
                </a:lnTo>
                <a:lnTo>
                  <a:pt x="623138" y="147612"/>
                </a:lnTo>
                <a:lnTo>
                  <a:pt x="605815" y="132524"/>
                </a:lnTo>
                <a:lnTo>
                  <a:pt x="583895" y="122948"/>
                </a:lnTo>
                <a:lnTo>
                  <a:pt x="558165" y="119583"/>
                </a:lnTo>
                <a:lnTo>
                  <a:pt x="526376" y="123990"/>
                </a:lnTo>
                <a:lnTo>
                  <a:pt x="502246" y="135001"/>
                </a:lnTo>
                <a:lnTo>
                  <a:pt x="484860" y="149326"/>
                </a:lnTo>
                <a:lnTo>
                  <a:pt x="473316" y="163677"/>
                </a:lnTo>
                <a:lnTo>
                  <a:pt x="471487" y="163677"/>
                </a:lnTo>
                <a:lnTo>
                  <a:pt x="467779" y="125869"/>
                </a:lnTo>
                <a:lnTo>
                  <a:pt x="393877" y="125869"/>
                </a:lnTo>
                <a:lnTo>
                  <a:pt x="395478" y="166827"/>
                </a:lnTo>
                <a:lnTo>
                  <a:pt x="395986" y="189992"/>
                </a:lnTo>
                <a:lnTo>
                  <a:pt x="396163" y="215099"/>
                </a:lnTo>
                <a:lnTo>
                  <a:pt x="396163" y="405206"/>
                </a:lnTo>
                <a:lnTo>
                  <a:pt x="481228" y="405206"/>
                </a:lnTo>
                <a:lnTo>
                  <a:pt x="481228" y="235432"/>
                </a:lnTo>
                <a:lnTo>
                  <a:pt x="481939" y="227520"/>
                </a:lnTo>
                <a:lnTo>
                  <a:pt x="510349" y="192430"/>
                </a:lnTo>
                <a:lnTo>
                  <a:pt x="525487" y="189547"/>
                </a:lnTo>
                <a:lnTo>
                  <a:pt x="543572" y="193827"/>
                </a:lnTo>
                <a:lnTo>
                  <a:pt x="556183" y="205879"/>
                </a:lnTo>
                <a:lnTo>
                  <a:pt x="563575" y="224548"/>
                </a:lnTo>
                <a:lnTo>
                  <a:pt x="565988" y="248615"/>
                </a:lnTo>
                <a:lnTo>
                  <a:pt x="565988" y="405206"/>
                </a:lnTo>
                <a:lnTo>
                  <a:pt x="651052" y="405206"/>
                </a:lnTo>
                <a:lnTo>
                  <a:pt x="651052" y="234886"/>
                </a:lnTo>
                <a:lnTo>
                  <a:pt x="652068" y="226085"/>
                </a:lnTo>
                <a:lnTo>
                  <a:pt x="680415" y="191947"/>
                </a:lnTo>
                <a:lnTo>
                  <a:pt x="694423" y="189547"/>
                </a:lnTo>
                <a:lnTo>
                  <a:pt x="712812" y="193852"/>
                </a:lnTo>
                <a:lnTo>
                  <a:pt x="725716" y="206349"/>
                </a:lnTo>
                <a:lnTo>
                  <a:pt x="733310" y="226428"/>
                </a:lnTo>
                <a:lnTo>
                  <a:pt x="735799" y="253492"/>
                </a:lnTo>
                <a:lnTo>
                  <a:pt x="735799" y="405206"/>
                </a:lnTo>
                <a:lnTo>
                  <a:pt x="820864" y="405206"/>
                </a:lnTo>
                <a:lnTo>
                  <a:pt x="820864" y="240804"/>
                </a:lnTo>
                <a:close/>
              </a:path>
              <a:path w="3136265" h="518794">
                <a:moveTo>
                  <a:pt x="1153795" y="261874"/>
                </a:moveTo>
                <a:lnTo>
                  <a:pt x="1144193" y="202031"/>
                </a:lnTo>
                <a:lnTo>
                  <a:pt x="1135875" y="187591"/>
                </a:lnTo>
                <a:lnTo>
                  <a:pt x="1122857" y="164973"/>
                </a:lnTo>
                <a:lnTo>
                  <a:pt x="1118450" y="157302"/>
                </a:lnTo>
                <a:lnTo>
                  <a:pt x="1081176" y="129286"/>
                </a:lnTo>
                <a:lnTo>
                  <a:pt x="1065047" y="125755"/>
                </a:lnTo>
                <a:lnTo>
                  <a:pt x="1065047" y="265938"/>
                </a:lnTo>
                <a:lnTo>
                  <a:pt x="1060932" y="298272"/>
                </a:lnTo>
                <a:lnTo>
                  <a:pt x="1049045" y="323215"/>
                </a:lnTo>
                <a:lnTo>
                  <a:pt x="1030071" y="339267"/>
                </a:lnTo>
                <a:lnTo>
                  <a:pt x="1004735" y="344944"/>
                </a:lnTo>
                <a:lnTo>
                  <a:pt x="986878" y="341782"/>
                </a:lnTo>
                <a:lnTo>
                  <a:pt x="953630" y="303758"/>
                </a:lnTo>
                <a:lnTo>
                  <a:pt x="951865" y="292163"/>
                </a:lnTo>
                <a:lnTo>
                  <a:pt x="951865" y="241731"/>
                </a:lnTo>
                <a:lnTo>
                  <a:pt x="972693" y="200037"/>
                </a:lnTo>
                <a:lnTo>
                  <a:pt x="1006119" y="187591"/>
                </a:lnTo>
                <a:lnTo>
                  <a:pt x="1031748" y="193586"/>
                </a:lnTo>
                <a:lnTo>
                  <a:pt x="1050188" y="210108"/>
                </a:lnTo>
                <a:lnTo>
                  <a:pt x="1061313" y="234950"/>
                </a:lnTo>
                <a:lnTo>
                  <a:pt x="1065047" y="265938"/>
                </a:lnTo>
                <a:lnTo>
                  <a:pt x="1065047" y="125755"/>
                </a:lnTo>
                <a:lnTo>
                  <a:pt x="1036955" y="119595"/>
                </a:lnTo>
                <a:lnTo>
                  <a:pt x="1008037" y="122542"/>
                </a:lnTo>
                <a:lnTo>
                  <a:pt x="982649" y="131229"/>
                </a:lnTo>
                <a:lnTo>
                  <a:pt x="960996" y="145440"/>
                </a:lnTo>
                <a:lnTo>
                  <a:pt x="943317" y="164973"/>
                </a:lnTo>
                <a:lnTo>
                  <a:pt x="942149" y="164973"/>
                </a:lnTo>
                <a:lnTo>
                  <a:pt x="938110" y="125869"/>
                </a:lnTo>
                <a:lnTo>
                  <a:pt x="862139" y="125869"/>
                </a:lnTo>
                <a:lnTo>
                  <a:pt x="862965" y="145440"/>
                </a:lnTo>
                <a:lnTo>
                  <a:pt x="863600" y="164973"/>
                </a:lnTo>
                <a:lnTo>
                  <a:pt x="864425" y="518210"/>
                </a:lnTo>
                <a:lnTo>
                  <a:pt x="951865" y="518210"/>
                </a:lnTo>
                <a:lnTo>
                  <a:pt x="951865" y="379628"/>
                </a:lnTo>
                <a:lnTo>
                  <a:pt x="953008" y="379628"/>
                </a:lnTo>
                <a:lnTo>
                  <a:pt x="964920" y="392379"/>
                </a:lnTo>
                <a:lnTo>
                  <a:pt x="981532" y="402475"/>
                </a:lnTo>
                <a:lnTo>
                  <a:pt x="1002093" y="409105"/>
                </a:lnTo>
                <a:lnTo>
                  <a:pt x="1025906" y="411492"/>
                </a:lnTo>
                <a:lnTo>
                  <a:pt x="1063231" y="405701"/>
                </a:lnTo>
                <a:lnTo>
                  <a:pt x="1097953" y="388150"/>
                </a:lnTo>
                <a:lnTo>
                  <a:pt x="1106258" y="379628"/>
                </a:lnTo>
                <a:lnTo>
                  <a:pt x="1126794" y="358533"/>
                </a:lnTo>
                <a:lnTo>
                  <a:pt x="1133170" y="344944"/>
                </a:lnTo>
                <a:lnTo>
                  <a:pt x="1146505" y="316547"/>
                </a:lnTo>
                <a:lnTo>
                  <a:pt x="1153795" y="261874"/>
                </a:lnTo>
                <a:close/>
              </a:path>
              <a:path w="3136265" h="518794">
                <a:moveTo>
                  <a:pt x="1269746" y="125869"/>
                </a:moveTo>
                <a:lnTo>
                  <a:pt x="1182192" y="125869"/>
                </a:lnTo>
                <a:lnTo>
                  <a:pt x="1182192" y="405206"/>
                </a:lnTo>
                <a:lnTo>
                  <a:pt x="1269746" y="405206"/>
                </a:lnTo>
                <a:lnTo>
                  <a:pt x="1269746" y="125869"/>
                </a:lnTo>
                <a:close/>
              </a:path>
              <a:path w="3136265" h="518794">
                <a:moveTo>
                  <a:pt x="1272209" y="48323"/>
                </a:moveTo>
                <a:lnTo>
                  <a:pt x="1268831" y="31051"/>
                </a:lnTo>
                <a:lnTo>
                  <a:pt x="1259598" y="17272"/>
                </a:lnTo>
                <a:lnTo>
                  <a:pt x="1245108" y="8140"/>
                </a:lnTo>
                <a:lnTo>
                  <a:pt x="1225994" y="4838"/>
                </a:lnTo>
                <a:lnTo>
                  <a:pt x="1206919" y="8140"/>
                </a:lnTo>
                <a:lnTo>
                  <a:pt x="1192301" y="17272"/>
                </a:lnTo>
                <a:lnTo>
                  <a:pt x="1182966" y="31051"/>
                </a:lnTo>
                <a:lnTo>
                  <a:pt x="1179728" y="48323"/>
                </a:lnTo>
                <a:lnTo>
                  <a:pt x="1182890" y="65303"/>
                </a:lnTo>
                <a:lnTo>
                  <a:pt x="1192047" y="79070"/>
                </a:lnTo>
                <a:lnTo>
                  <a:pt x="1206423" y="88315"/>
                </a:lnTo>
                <a:lnTo>
                  <a:pt x="1225219" y="91706"/>
                </a:lnTo>
                <a:lnTo>
                  <a:pt x="1244866" y="88315"/>
                </a:lnTo>
                <a:lnTo>
                  <a:pt x="1259674" y="79070"/>
                </a:lnTo>
                <a:lnTo>
                  <a:pt x="1269009" y="65303"/>
                </a:lnTo>
                <a:lnTo>
                  <a:pt x="1272209" y="48323"/>
                </a:lnTo>
                <a:close/>
              </a:path>
              <a:path w="3136265" h="518794">
                <a:moveTo>
                  <a:pt x="1552498" y="405206"/>
                </a:moveTo>
                <a:lnTo>
                  <a:pt x="1550581" y="392150"/>
                </a:lnTo>
                <a:lnTo>
                  <a:pt x="1550517" y="391769"/>
                </a:lnTo>
                <a:lnTo>
                  <a:pt x="1549298" y="377456"/>
                </a:lnTo>
                <a:lnTo>
                  <a:pt x="1548028" y="273113"/>
                </a:lnTo>
                <a:lnTo>
                  <a:pt x="1548028" y="240144"/>
                </a:lnTo>
                <a:lnTo>
                  <a:pt x="1541945" y="193636"/>
                </a:lnTo>
                <a:lnTo>
                  <a:pt x="1534337" y="179349"/>
                </a:lnTo>
                <a:lnTo>
                  <a:pt x="1521523" y="155270"/>
                </a:lnTo>
                <a:lnTo>
                  <a:pt x="1483550" y="129197"/>
                </a:lnTo>
                <a:lnTo>
                  <a:pt x="1463192" y="125869"/>
                </a:lnTo>
                <a:lnTo>
                  <a:pt x="1463192" y="273113"/>
                </a:lnTo>
                <a:lnTo>
                  <a:pt x="1463192" y="308584"/>
                </a:lnTo>
                <a:lnTo>
                  <a:pt x="1431620" y="348081"/>
                </a:lnTo>
                <a:lnTo>
                  <a:pt x="1416342" y="350570"/>
                </a:lnTo>
                <a:lnTo>
                  <a:pt x="1402524" y="348513"/>
                </a:lnTo>
                <a:lnTo>
                  <a:pt x="1391539" y="342290"/>
                </a:lnTo>
                <a:lnTo>
                  <a:pt x="1384261" y="331851"/>
                </a:lnTo>
                <a:lnTo>
                  <a:pt x="1381645" y="317131"/>
                </a:lnTo>
                <a:lnTo>
                  <a:pt x="1387919" y="296189"/>
                </a:lnTo>
                <a:lnTo>
                  <a:pt x="1405166" y="282549"/>
                </a:lnTo>
                <a:lnTo>
                  <a:pt x="1431048" y="275209"/>
                </a:lnTo>
                <a:lnTo>
                  <a:pt x="1463192" y="273113"/>
                </a:lnTo>
                <a:lnTo>
                  <a:pt x="1463192" y="125869"/>
                </a:lnTo>
                <a:lnTo>
                  <a:pt x="1424800" y="119583"/>
                </a:lnTo>
                <a:lnTo>
                  <a:pt x="1388795" y="121932"/>
                </a:lnTo>
                <a:lnTo>
                  <a:pt x="1358226" y="127927"/>
                </a:lnTo>
                <a:lnTo>
                  <a:pt x="1333614" y="136017"/>
                </a:lnTo>
                <a:lnTo>
                  <a:pt x="1315504" y="144614"/>
                </a:lnTo>
                <a:lnTo>
                  <a:pt x="1331595" y="200215"/>
                </a:lnTo>
                <a:lnTo>
                  <a:pt x="1347571" y="192239"/>
                </a:lnTo>
                <a:lnTo>
                  <a:pt x="1366621" y="185597"/>
                </a:lnTo>
                <a:lnTo>
                  <a:pt x="1387525" y="181038"/>
                </a:lnTo>
                <a:lnTo>
                  <a:pt x="1409090" y="179349"/>
                </a:lnTo>
                <a:lnTo>
                  <a:pt x="1435481" y="182841"/>
                </a:lnTo>
                <a:lnTo>
                  <a:pt x="1451140" y="191731"/>
                </a:lnTo>
                <a:lnTo>
                  <a:pt x="1458658" y="203428"/>
                </a:lnTo>
                <a:lnTo>
                  <a:pt x="1460588" y="215315"/>
                </a:lnTo>
                <a:lnTo>
                  <a:pt x="1460588" y="218884"/>
                </a:lnTo>
                <a:lnTo>
                  <a:pt x="1405216" y="222999"/>
                </a:lnTo>
                <a:lnTo>
                  <a:pt x="1359522" y="235585"/>
                </a:lnTo>
                <a:lnTo>
                  <a:pt x="1324991" y="256844"/>
                </a:lnTo>
                <a:lnTo>
                  <a:pt x="1303172" y="286931"/>
                </a:lnTo>
                <a:lnTo>
                  <a:pt x="1295552" y="326034"/>
                </a:lnTo>
                <a:lnTo>
                  <a:pt x="1301711" y="358203"/>
                </a:lnTo>
                <a:lnTo>
                  <a:pt x="1319542" y="385483"/>
                </a:lnTo>
                <a:lnTo>
                  <a:pt x="1348105" y="404406"/>
                </a:lnTo>
                <a:lnTo>
                  <a:pt x="1386471" y="411480"/>
                </a:lnTo>
                <a:lnTo>
                  <a:pt x="1410474" y="409295"/>
                </a:lnTo>
                <a:lnTo>
                  <a:pt x="1432217" y="402805"/>
                </a:lnTo>
                <a:lnTo>
                  <a:pt x="1451165" y="392150"/>
                </a:lnTo>
                <a:lnTo>
                  <a:pt x="1466773" y="377456"/>
                </a:lnTo>
                <a:lnTo>
                  <a:pt x="1468640" y="377456"/>
                </a:lnTo>
                <a:lnTo>
                  <a:pt x="1473796" y="405206"/>
                </a:lnTo>
                <a:lnTo>
                  <a:pt x="1552498" y="405206"/>
                </a:lnTo>
                <a:close/>
              </a:path>
              <a:path w="3136265" h="518794">
                <a:moveTo>
                  <a:pt x="1848942" y="125869"/>
                </a:moveTo>
                <a:lnTo>
                  <a:pt x="1757019" y="125869"/>
                </a:lnTo>
                <a:lnTo>
                  <a:pt x="1720938" y="255765"/>
                </a:lnTo>
                <a:lnTo>
                  <a:pt x="1716405" y="273265"/>
                </a:lnTo>
                <a:lnTo>
                  <a:pt x="1712379" y="290093"/>
                </a:lnTo>
                <a:lnTo>
                  <a:pt x="1708734" y="306743"/>
                </a:lnTo>
                <a:lnTo>
                  <a:pt x="1705381" y="323710"/>
                </a:lnTo>
                <a:lnTo>
                  <a:pt x="1703527" y="323710"/>
                </a:lnTo>
                <a:lnTo>
                  <a:pt x="1692211" y="273177"/>
                </a:lnTo>
                <a:lnTo>
                  <a:pt x="1649603" y="125869"/>
                </a:lnTo>
                <a:lnTo>
                  <a:pt x="1554784" y="125869"/>
                </a:lnTo>
                <a:lnTo>
                  <a:pt x="1657019" y="405206"/>
                </a:lnTo>
                <a:lnTo>
                  <a:pt x="1744243" y="405206"/>
                </a:lnTo>
                <a:lnTo>
                  <a:pt x="1848942" y="125869"/>
                </a:lnTo>
                <a:close/>
              </a:path>
              <a:path w="3136265" h="518794">
                <a:moveTo>
                  <a:pt x="1950631" y="125869"/>
                </a:moveTo>
                <a:lnTo>
                  <a:pt x="1863077" y="125869"/>
                </a:lnTo>
                <a:lnTo>
                  <a:pt x="1863077" y="405206"/>
                </a:lnTo>
                <a:lnTo>
                  <a:pt x="1950631" y="405206"/>
                </a:lnTo>
                <a:lnTo>
                  <a:pt x="1950631" y="125869"/>
                </a:lnTo>
                <a:close/>
              </a:path>
              <a:path w="3136265" h="518794">
                <a:moveTo>
                  <a:pt x="1953107" y="48323"/>
                </a:moveTo>
                <a:lnTo>
                  <a:pt x="1949716" y="31051"/>
                </a:lnTo>
                <a:lnTo>
                  <a:pt x="1940483" y="17272"/>
                </a:lnTo>
                <a:lnTo>
                  <a:pt x="1925993" y="8140"/>
                </a:lnTo>
                <a:lnTo>
                  <a:pt x="1906879" y="4838"/>
                </a:lnTo>
                <a:lnTo>
                  <a:pt x="1887804" y="8140"/>
                </a:lnTo>
                <a:lnTo>
                  <a:pt x="1873186" y="17272"/>
                </a:lnTo>
                <a:lnTo>
                  <a:pt x="1863852" y="31051"/>
                </a:lnTo>
                <a:lnTo>
                  <a:pt x="1860613" y="48323"/>
                </a:lnTo>
                <a:lnTo>
                  <a:pt x="1863788" y="65303"/>
                </a:lnTo>
                <a:lnTo>
                  <a:pt x="1872945" y="79070"/>
                </a:lnTo>
                <a:lnTo>
                  <a:pt x="1887308" y="88315"/>
                </a:lnTo>
                <a:lnTo>
                  <a:pt x="1906104" y="91706"/>
                </a:lnTo>
                <a:lnTo>
                  <a:pt x="1925739" y="88315"/>
                </a:lnTo>
                <a:lnTo>
                  <a:pt x="1940560" y="79070"/>
                </a:lnTo>
                <a:lnTo>
                  <a:pt x="1949894" y="65303"/>
                </a:lnTo>
                <a:lnTo>
                  <a:pt x="1953107" y="48323"/>
                </a:lnTo>
                <a:close/>
              </a:path>
              <a:path w="3136265" h="518794">
                <a:moveTo>
                  <a:pt x="2269274" y="405206"/>
                </a:moveTo>
                <a:lnTo>
                  <a:pt x="2267585" y="364299"/>
                </a:lnTo>
                <a:lnTo>
                  <a:pt x="2267153" y="342239"/>
                </a:lnTo>
                <a:lnTo>
                  <a:pt x="2267051" y="330631"/>
                </a:lnTo>
                <a:lnTo>
                  <a:pt x="2266988" y="186232"/>
                </a:lnTo>
                <a:lnTo>
                  <a:pt x="2266988" y="151155"/>
                </a:lnTo>
                <a:lnTo>
                  <a:pt x="2266988" y="0"/>
                </a:lnTo>
                <a:lnTo>
                  <a:pt x="2179548" y="0"/>
                </a:lnTo>
                <a:lnTo>
                  <a:pt x="2179548" y="151155"/>
                </a:lnTo>
                <a:lnTo>
                  <a:pt x="2179548" y="239572"/>
                </a:lnTo>
                <a:lnTo>
                  <a:pt x="2179548" y="287947"/>
                </a:lnTo>
                <a:lnTo>
                  <a:pt x="2179129" y="294652"/>
                </a:lnTo>
                <a:lnTo>
                  <a:pt x="2159724" y="330631"/>
                </a:lnTo>
                <a:lnTo>
                  <a:pt x="2127110" y="342239"/>
                </a:lnTo>
                <a:lnTo>
                  <a:pt x="2102408" y="336867"/>
                </a:lnTo>
                <a:lnTo>
                  <a:pt x="2083574" y="321525"/>
                </a:lnTo>
                <a:lnTo>
                  <a:pt x="2071573" y="297357"/>
                </a:lnTo>
                <a:lnTo>
                  <a:pt x="2067356" y="265531"/>
                </a:lnTo>
                <a:lnTo>
                  <a:pt x="2071154" y="234569"/>
                </a:lnTo>
                <a:lnTo>
                  <a:pt x="2082507" y="209384"/>
                </a:lnTo>
                <a:lnTo>
                  <a:pt x="2101380" y="192443"/>
                </a:lnTo>
                <a:lnTo>
                  <a:pt x="2127720" y="186232"/>
                </a:lnTo>
                <a:lnTo>
                  <a:pt x="2146173" y="189598"/>
                </a:lnTo>
                <a:lnTo>
                  <a:pt x="2178405" y="228688"/>
                </a:lnTo>
                <a:lnTo>
                  <a:pt x="2179548" y="239572"/>
                </a:lnTo>
                <a:lnTo>
                  <a:pt x="2179548" y="151155"/>
                </a:lnTo>
                <a:lnTo>
                  <a:pt x="2178405" y="151155"/>
                </a:lnTo>
                <a:lnTo>
                  <a:pt x="2166416" y="138087"/>
                </a:lnTo>
                <a:lnTo>
                  <a:pt x="2149729" y="128143"/>
                </a:lnTo>
                <a:lnTo>
                  <a:pt x="2128888" y="121805"/>
                </a:lnTo>
                <a:lnTo>
                  <a:pt x="2104440" y="119595"/>
                </a:lnTo>
                <a:lnTo>
                  <a:pt x="2065616" y="126022"/>
                </a:lnTo>
                <a:lnTo>
                  <a:pt x="2031111" y="144843"/>
                </a:lnTo>
                <a:lnTo>
                  <a:pt x="2003450" y="175272"/>
                </a:lnTo>
                <a:lnTo>
                  <a:pt x="1985111" y="216598"/>
                </a:lnTo>
                <a:lnTo>
                  <a:pt x="1978621" y="268046"/>
                </a:lnTo>
                <a:lnTo>
                  <a:pt x="1984743" y="316306"/>
                </a:lnTo>
                <a:lnTo>
                  <a:pt x="2001761" y="356044"/>
                </a:lnTo>
                <a:lnTo>
                  <a:pt x="2027732" y="386003"/>
                </a:lnTo>
                <a:lnTo>
                  <a:pt x="2060689" y="404901"/>
                </a:lnTo>
                <a:lnTo>
                  <a:pt x="2098649" y="411492"/>
                </a:lnTo>
                <a:lnTo>
                  <a:pt x="2125205" y="408520"/>
                </a:lnTo>
                <a:lnTo>
                  <a:pt x="2149627" y="399630"/>
                </a:lnTo>
                <a:lnTo>
                  <a:pt x="2170544" y="384886"/>
                </a:lnTo>
                <a:lnTo>
                  <a:pt x="2186673" y="364299"/>
                </a:lnTo>
                <a:lnTo>
                  <a:pt x="2187892" y="364299"/>
                </a:lnTo>
                <a:lnTo>
                  <a:pt x="2191524" y="404901"/>
                </a:lnTo>
                <a:lnTo>
                  <a:pt x="2191550" y="405206"/>
                </a:lnTo>
                <a:lnTo>
                  <a:pt x="2269274" y="405206"/>
                </a:lnTo>
                <a:close/>
              </a:path>
              <a:path w="3136265" h="518794">
                <a:moveTo>
                  <a:pt x="2483955" y="121208"/>
                </a:moveTo>
                <a:lnTo>
                  <a:pt x="2477452" y="119786"/>
                </a:lnTo>
                <a:lnTo>
                  <a:pt x="2473350" y="119583"/>
                </a:lnTo>
                <a:lnTo>
                  <a:pt x="2465286" y="119583"/>
                </a:lnTo>
                <a:lnTo>
                  <a:pt x="2443962" y="122897"/>
                </a:lnTo>
                <a:lnTo>
                  <a:pt x="2422525" y="133261"/>
                </a:lnTo>
                <a:lnTo>
                  <a:pt x="2403500" y="151269"/>
                </a:lnTo>
                <a:lnTo>
                  <a:pt x="2389378" y="177571"/>
                </a:lnTo>
                <a:lnTo>
                  <a:pt x="2387231" y="177571"/>
                </a:lnTo>
                <a:lnTo>
                  <a:pt x="2384044" y="125869"/>
                </a:lnTo>
                <a:lnTo>
                  <a:pt x="2308923" y="125869"/>
                </a:lnTo>
                <a:lnTo>
                  <a:pt x="2309939" y="144640"/>
                </a:lnTo>
                <a:lnTo>
                  <a:pt x="2310650" y="165544"/>
                </a:lnTo>
                <a:lnTo>
                  <a:pt x="2311082" y="189636"/>
                </a:lnTo>
                <a:lnTo>
                  <a:pt x="2311222" y="217944"/>
                </a:lnTo>
                <a:lnTo>
                  <a:pt x="2311222" y="405206"/>
                </a:lnTo>
                <a:lnTo>
                  <a:pt x="2398776" y="405206"/>
                </a:lnTo>
                <a:lnTo>
                  <a:pt x="2398776" y="256819"/>
                </a:lnTo>
                <a:lnTo>
                  <a:pt x="2399296" y="250050"/>
                </a:lnTo>
                <a:lnTo>
                  <a:pt x="2420518" y="212293"/>
                </a:lnTo>
                <a:lnTo>
                  <a:pt x="2460320" y="200444"/>
                </a:lnTo>
                <a:lnTo>
                  <a:pt x="2470150" y="200444"/>
                </a:lnTo>
                <a:lnTo>
                  <a:pt x="2477185" y="201460"/>
                </a:lnTo>
                <a:lnTo>
                  <a:pt x="2483955" y="202882"/>
                </a:lnTo>
                <a:lnTo>
                  <a:pt x="2483955" y="121208"/>
                </a:lnTo>
                <a:close/>
              </a:path>
              <a:path w="3136265" h="518794">
                <a:moveTo>
                  <a:pt x="2590127" y="125869"/>
                </a:moveTo>
                <a:lnTo>
                  <a:pt x="2502573" y="125869"/>
                </a:lnTo>
                <a:lnTo>
                  <a:pt x="2502573" y="405206"/>
                </a:lnTo>
                <a:lnTo>
                  <a:pt x="2590127" y="405206"/>
                </a:lnTo>
                <a:lnTo>
                  <a:pt x="2590127" y="125869"/>
                </a:lnTo>
                <a:close/>
              </a:path>
              <a:path w="3136265" h="518794">
                <a:moveTo>
                  <a:pt x="2592603" y="48323"/>
                </a:moveTo>
                <a:lnTo>
                  <a:pt x="2589225" y="31051"/>
                </a:lnTo>
                <a:lnTo>
                  <a:pt x="2579992" y="17272"/>
                </a:lnTo>
                <a:lnTo>
                  <a:pt x="2565501" y="8140"/>
                </a:lnTo>
                <a:lnTo>
                  <a:pt x="2546388" y="4838"/>
                </a:lnTo>
                <a:lnTo>
                  <a:pt x="2527312" y="8140"/>
                </a:lnTo>
                <a:lnTo>
                  <a:pt x="2512695" y="17272"/>
                </a:lnTo>
                <a:lnTo>
                  <a:pt x="2503347" y="31051"/>
                </a:lnTo>
                <a:lnTo>
                  <a:pt x="2500109" y="48323"/>
                </a:lnTo>
                <a:lnTo>
                  <a:pt x="2503284" y="65303"/>
                </a:lnTo>
                <a:lnTo>
                  <a:pt x="2512441" y="79070"/>
                </a:lnTo>
                <a:lnTo>
                  <a:pt x="2526804" y="88315"/>
                </a:lnTo>
                <a:lnTo>
                  <a:pt x="2545600" y="91706"/>
                </a:lnTo>
                <a:lnTo>
                  <a:pt x="2565247" y="88315"/>
                </a:lnTo>
                <a:lnTo>
                  <a:pt x="2580068" y="79070"/>
                </a:lnTo>
                <a:lnTo>
                  <a:pt x="2589403" y="65303"/>
                </a:lnTo>
                <a:lnTo>
                  <a:pt x="2592603" y="48323"/>
                </a:lnTo>
                <a:close/>
              </a:path>
              <a:path w="3136265" h="518794">
                <a:moveTo>
                  <a:pt x="2911525" y="262750"/>
                </a:moveTo>
                <a:lnTo>
                  <a:pt x="2904883" y="215468"/>
                </a:lnTo>
                <a:lnTo>
                  <a:pt x="2885897" y="175920"/>
                </a:lnTo>
                <a:lnTo>
                  <a:pt x="2855925" y="145719"/>
                </a:lnTo>
                <a:lnTo>
                  <a:pt x="2821419" y="128892"/>
                </a:lnTo>
                <a:lnTo>
                  <a:pt x="2821419" y="265150"/>
                </a:lnTo>
                <a:lnTo>
                  <a:pt x="2817609" y="298818"/>
                </a:lnTo>
                <a:lnTo>
                  <a:pt x="2817520" y="299580"/>
                </a:lnTo>
                <a:lnTo>
                  <a:pt x="2806369" y="326199"/>
                </a:lnTo>
                <a:lnTo>
                  <a:pt x="2788831" y="343357"/>
                </a:lnTo>
                <a:lnTo>
                  <a:pt x="2765755" y="349440"/>
                </a:lnTo>
                <a:lnTo>
                  <a:pt x="2741053" y="343052"/>
                </a:lnTo>
                <a:lnTo>
                  <a:pt x="2723019" y="325399"/>
                </a:lnTo>
                <a:lnTo>
                  <a:pt x="2711970" y="298818"/>
                </a:lnTo>
                <a:lnTo>
                  <a:pt x="2708224" y="265607"/>
                </a:lnTo>
                <a:lnTo>
                  <a:pt x="2711361" y="235013"/>
                </a:lnTo>
                <a:lnTo>
                  <a:pt x="2721394" y="208089"/>
                </a:lnTo>
                <a:lnTo>
                  <a:pt x="2739237" y="188925"/>
                </a:lnTo>
                <a:lnTo>
                  <a:pt x="2765831" y="181622"/>
                </a:lnTo>
                <a:lnTo>
                  <a:pt x="2791256" y="188925"/>
                </a:lnTo>
                <a:lnTo>
                  <a:pt x="2808478" y="207937"/>
                </a:lnTo>
                <a:lnTo>
                  <a:pt x="2818307" y="234721"/>
                </a:lnTo>
                <a:lnTo>
                  <a:pt x="2821419" y="265150"/>
                </a:lnTo>
                <a:lnTo>
                  <a:pt x="2821419" y="128892"/>
                </a:lnTo>
                <a:lnTo>
                  <a:pt x="2816263" y="126377"/>
                </a:lnTo>
                <a:lnTo>
                  <a:pt x="2768358" y="119583"/>
                </a:lnTo>
                <a:lnTo>
                  <a:pt x="2717622" y="126377"/>
                </a:lnTo>
                <a:lnTo>
                  <a:pt x="2717914" y="126377"/>
                </a:lnTo>
                <a:lnTo>
                  <a:pt x="2676436" y="145719"/>
                </a:lnTo>
                <a:lnTo>
                  <a:pt x="2644978" y="176542"/>
                </a:lnTo>
                <a:lnTo>
                  <a:pt x="2625077" y="217563"/>
                </a:lnTo>
                <a:lnTo>
                  <a:pt x="2618130" y="267563"/>
                </a:lnTo>
                <a:lnTo>
                  <a:pt x="2625369" y="317169"/>
                </a:lnTo>
                <a:lnTo>
                  <a:pt x="2645676" y="357187"/>
                </a:lnTo>
                <a:lnTo>
                  <a:pt x="2676868" y="386803"/>
                </a:lnTo>
                <a:lnTo>
                  <a:pt x="2716809" y="405180"/>
                </a:lnTo>
                <a:lnTo>
                  <a:pt x="2763329" y="411480"/>
                </a:lnTo>
                <a:lnTo>
                  <a:pt x="2807690" y="405815"/>
                </a:lnTo>
                <a:lnTo>
                  <a:pt x="2848064" y="388518"/>
                </a:lnTo>
                <a:lnTo>
                  <a:pt x="2881071" y="359194"/>
                </a:lnTo>
                <a:lnTo>
                  <a:pt x="2886278" y="349440"/>
                </a:lnTo>
                <a:lnTo>
                  <a:pt x="2903347" y="317411"/>
                </a:lnTo>
                <a:lnTo>
                  <a:pt x="2911525" y="262750"/>
                </a:lnTo>
                <a:close/>
              </a:path>
              <a:path w="3136265" h="518794">
                <a:moveTo>
                  <a:pt x="3136201" y="320649"/>
                </a:moveTo>
                <a:lnTo>
                  <a:pt x="3118066" y="269138"/>
                </a:lnTo>
                <a:lnTo>
                  <a:pt x="3060141" y="234670"/>
                </a:lnTo>
                <a:lnTo>
                  <a:pt x="3038487" y="226529"/>
                </a:lnTo>
                <a:lnTo>
                  <a:pt x="3024428" y="219125"/>
                </a:lnTo>
                <a:lnTo>
                  <a:pt x="3016821" y="211442"/>
                </a:lnTo>
                <a:lnTo>
                  <a:pt x="3014548" y="202412"/>
                </a:lnTo>
                <a:lnTo>
                  <a:pt x="3016783" y="192976"/>
                </a:lnTo>
                <a:lnTo>
                  <a:pt x="3023324" y="185889"/>
                </a:lnTo>
                <a:lnTo>
                  <a:pt x="3033852" y="181457"/>
                </a:lnTo>
                <a:lnTo>
                  <a:pt x="3048089" y="179908"/>
                </a:lnTo>
                <a:lnTo>
                  <a:pt x="3065869" y="181444"/>
                </a:lnTo>
                <a:lnTo>
                  <a:pt x="3082734" y="185318"/>
                </a:lnTo>
                <a:lnTo>
                  <a:pt x="3097504" y="190436"/>
                </a:lnTo>
                <a:lnTo>
                  <a:pt x="3109010" y="195668"/>
                </a:lnTo>
                <a:lnTo>
                  <a:pt x="3124250" y="135864"/>
                </a:lnTo>
                <a:lnTo>
                  <a:pt x="3109239" y="129692"/>
                </a:lnTo>
                <a:lnTo>
                  <a:pt x="3090532" y="124498"/>
                </a:lnTo>
                <a:lnTo>
                  <a:pt x="3068878" y="120929"/>
                </a:lnTo>
                <a:lnTo>
                  <a:pt x="3045053" y="119595"/>
                </a:lnTo>
                <a:lnTo>
                  <a:pt x="2997746" y="126568"/>
                </a:lnTo>
                <a:lnTo>
                  <a:pt x="2961716" y="145846"/>
                </a:lnTo>
                <a:lnTo>
                  <a:pt x="2938754" y="174955"/>
                </a:lnTo>
                <a:lnTo>
                  <a:pt x="2930702" y="211442"/>
                </a:lnTo>
                <a:lnTo>
                  <a:pt x="2934868" y="235635"/>
                </a:lnTo>
                <a:lnTo>
                  <a:pt x="2948724" y="258318"/>
                </a:lnTo>
                <a:lnTo>
                  <a:pt x="2973616" y="278434"/>
                </a:lnTo>
                <a:lnTo>
                  <a:pt x="3010852" y="294932"/>
                </a:lnTo>
                <a:lnTo>
                  <a:pt x="3030931" y="302501"/>
                </a:lnTo>
                <a:lnTo>
                  <a:pt x="3043593" y="309714"/>
                </a:lnTo>
                <a:lnTo>
                  <a:pt x="3050209" y="317601"/>
                </a:lnTo>
                <a:lnTo>
                  <a:pt x="3052114" y="327228"/>
                </a:lnTo>
                <a:lnTo>
                  <a:pt x="3049943" y="336842"/>
                </a:lnTo>
                <a:lnTo>
                  <a:pt x="3043174" y="344106"/>
                </a:lnTo>
                <a:lnTo>
                  <a:pt x="3031464" y="348703"/>
                </a:lnTo>
                <a:lnTo>
                  <a:pt x="3014446" y="350304"/>
                </a:lnTo>
                <a:lnTo>
                  <a:pt x="2994228" y="348424"/>
                </a:lnTo>
                <a:lnTo>
                  <a:pt x="2973387" y="343573"/>
                </a:lnTo>
                <a:lnTo>
                  <a:pt x="2954337" y="336880"/>
                </a:lnTo>
                <a:lnTo>
                  <a:pt x="2939478" y="329526"/>
                </a:lnTo>
                <a:lnTo>
                  <a:pt x="2923654" y="391541"/>
                </a:lnTo>
                <a:lnTo>
                  <a:pt x="2941764" y="399427"/>
                </a:lnTo>
                <a:lnTo>
                  <a:pt x="2963468" y="405650"/>
                </a:lnTo>
                <a:lnTo>
                  <a:pt x="2988030" y="409727"/>
                </a:lnTo>
                <a:lnTo>
                  <a:pt x="3014700" y="411200"/>
                </a:lnTo>
                <a:lnTo>
                  <a:pt x="3067685" y="404380"/>
                </a:lnTo>
                <a:lnTo>
                  <a:pt x="3105670" y="385470"/>
                </a:lnTo>
                <a:lnTo>
                  <a:pt x="3128556" y="356781"/>
                </a:lnTo>
                <a:lnTo>
                  <a:pt x="3136201" y="3206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2" name="object 52"/>
          <p:cNvGrpSpPr/>
          <p:nvPr/>
        </p:nvGrpSpPr>
        <p:grpSpPr>
          <a:xfrm>
            <a:off x="12455587" y="4249035"/>
            <a:ext cx="7093584" cy="746125"/>
            <a:chOff x="12455587" y="4249035"/>
            <a:chExt cx="7093584" cy="746125"/>
          </a:xfrm>
        </p:grpSpPr>
        <p:sp>
          <p:nvSpPr>
            <p:cNvPr id="53" name="object 53"/>
            <p:cNvSpPr/>
            <p:nvPr/>
          </p:nvSpPr>
          <p:spPr>
            <a:xfrm>
              <a:off x="12455587" y="4249035"/>
              <a:ext cx="7093584" cy="746125"/>
            </a:xfrm>
            <a:custGeom>
              <a:avLst/>
              <a:gdLst/>
              <a:ahLst/>
              <a:cxnLst/>
              <a:rect l="l" t="t" r="r" b="b"/>
              <a:pathLst>
                <a:path w="7093584" h="746125">
                  <a:moveTo>
                    <a:pt x="7009985" y="0"/>
                  </a:moveTo>
                  <a:lnTo>
                    <a:pt x="83568" y="0"/>
                  </a:lnTo>
                  <a:lnTo>
                    <a:pt x="51118" y="6593"/>
                  </a:lnTo>
                  <a:lnTo>
                    <a:pt x="24546" y="24546"/>
                  </a:lnTo>
                  <a:lnTo>
                    <a:pt x="6593" y="51118"/>
                  </a:lnTo>
                  <a:lnTo>
                    <a:pt x="0" y="83568"/>
                  </a:lnTo>
                  <a:lnTo>
                    <a:pt x="0" y="662492"/>
                  </a:lnTo>
                  <a:lnTo>
                    <a:pt x="6593" y="694938"/>
                  </a:lnTo>
                  <a:lnTo>
                    <a:pt x="24546" y="721510"/>
                  </a:lnTo>
                  <a:lnTo>
                    <a:pt x="51118" y="739466"/>
                  </a:lnTo>
                  <a:lnTo>
                    <a:pt x="83568" y="746061"/>
                  </a:lnTo>
                  <a:lnTo>
                    <a:pt x="7009985" y="746061"/>
                  </a:lnTo>
                  <a:lnTo>
                    <a:pt x="7042435" y="739466"/>
                  </a:lnTo>
                  <a:lnTo>
                    <a:pt x="7069007" y="721510"/>
                  </a:lnTo>
                  <a:lnTo>
                    <a:pt x="7086960" y="694938"/>
                  </a:lnTo>
                  <a:lnTo>
                    <a:pt x="7093553" y="662492"/>
                  </a:lnTo>
                  <a:lnTo>
                    <a:pt x="7093553" y="83568"/>
                  </a:lnTo>
                  <a:lnTo>
                    <a:pt x="7086960" y="51118"/>
                  </a:lnTo>
                  <a:lnTo>
                    <a:pt x="7069007" y="24546"/>
                  </a:lnTo>
                  <a:lnTo>
                    <a:pt x="7042435" y="6593"/>
                  </a:lnTo>
                  <a:lnTo>
                    <a:pt x="7009985" y="0"/>
                  </a:lnTo>
                  <a:close/>
                </a:path>
              </a:pathLst>
            </a:custGeom>
            <a:solidFill>
              <a:srgbClr val="00A6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3595600" y="4317301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5397873" y="4317301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7450167" y="4317301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12451388" y="5082861"/>
            <a:ext cx="7102475" cy="482600"/>
            <a:chOff x="12451388" y="5082861"/>
            <a:chExt cx="7102475" cy="482600"/>
          </a:xfrm>
        </p:grpSpPr>
        <p:sp>
          <p:nvSpPr>
            <p:cNvPr id="58" name="object 58"/>
            <p:cNvSpPr/>
            <p:nvPr/>
          </p:nvSpPr>
          <p:spPr>
            <a:xfrm>
              <a:off x="12455582" y="5087352"/>
              <a:ext cx="7093584" cy="473709"/>
            </a:xfrm>
            <a:custGeom>
              <a:avLst/>
              <a:gdLst/>
              <a:ahLst/>
              <a:cxnLst/>
              <a:rect l="l" t="t" r="r" b="b"/>
              <a:pathLst>
                <a:path w="7093584" h="473710">
                  <a:moveTo>
                    <a:pt x="7026990" y="473409"/>
                  </a:moveTo>
                  <a:lnTo>
                    <a:pt x="66573" y="473409"/>
                  </a:lnTo>
                  <a:lnTo>
                    <a:pt x="40724" y="468156"/>
                  </a:lnTo>
                  <a:lnTo>
                    <a:pt x="19555" y="453853"/>
                  </a:lnTo>
                  <a:lnTo>
                    <a:pt x="5252" y="432685"/>
                  </a:lnTo>
                  <a:lnTo>
                    <a:pt x="0" y="406835"/>
                  </a:lnTo>
                  <a:lnTo>
                    <a:pt x="0" y="66563"/>
                  </a:lnTo>
                  <a:lnTo>
                    <a:pt x="5252" y="40719"/>
                  </a:lnTo>
                  <a:lnTo>
                    <a:pt x="19555" y="19554"/>
                  </a:lnTo>
                  <a:lnTo>
                    <a:pt x="40724" y="5252"/>
                  </a:lnTo>
                  <a:lnTo>
                    <a:pt x="66573" y="0"/>
                  </a:lnTo>
                  <a:lnTo>
                    <a:pt x="7026990" y="0"/>
                  </a:lnTo>
                  <a:lnTo>
                    <a:pt x="7052840" y="5252"/>
                  </a:lnTo>
                  <a:lnTo>
                    <a:pt x="7074008" y="19554"/>
                  </a:lnTo>
                  <a:lnTo>
                    <a:pt x="7088311" y="40719"/>
                  </a:lnTo>
                  <a:lnTo>
                    <a:pt x="7093564" y="66563"/>
                  </a:lnTo>
                  <a:lnTo>
                    <a:pt x="7093564" y="406835"/>
                  </a:lnTo>
                  <a:lnTo>
                    <a:pt x="7088311" y="432685"/>
                  </a:lnTo>
                  <a:lnTo>
                    <a:pt x="7074008" y="453853"/>
                  </a:lnTo>
                  <a:lnTo>
                    <a:pt x="7052840" y="468156"/>
                  </a:lnTo>
                  <a:lnTo>
                    <a:pt x="7026990" y="473409"/>
                  </a:lnTo>
                  <a:close/>
                </a:path>
              </a:pathLst>
            </a:custGeom>
            <a:ln w="8387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3564187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34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5397873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34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7450167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87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5502692" y="4433285"/>
            <a:ext cx="3977640" cy="1055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100"/>
              </a:spcBef>
              <a:tabLst>
                <a:tab pos="2028825" algn="l"/>
              </a:tabLst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EAN13</a:t>
            </a: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	EAN</a:t>
            </a:r>
            <a:r>
              <a:rPr sz="21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14</a:t>
            </a:r>
            <a:endParaRPr sz="21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21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2002789" algn="l"/>
              </a:tabLst>
            </a:pPr>
            <a:r>
              <a:rPr sz="2150" spc="-10" dirty="0">
                <a:latin typeface="Trebuchet MS"/>
                <a:cs typeface="Trebuchet MS"/>
              </a:rPr>
              <a:t>7707291393509</a:t>
            </a:r>
            <a:r>
              <a:rPr sz="2150" dirty="0">
                <a:latin typeface="Trebuchet MS"/>
                <a:cs typeface="Trebuchet MS"/>
              </a:rPr>
              <a:t>	</a:t>
            </a:r>
            <a:r>
              <a:rPr sz="2150" spc="-25" dirty="0">
                <a:latin typeface="Trebuchet MS"/>
                <a:cs typeface="Trebuchet MS"/>
              </a:rPr>
              <a:t>17707291393506</a:t>
            </a:r>
            <a:endParaRPr sz="2150" dirty="0">
              <a:latin typeface="Trebuchet MS"/>
              <a:cs typeface="Trebuchet M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2663582" y="4433285"/>
            <a:ext cx="6496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65" dirty="0">
                <a:solidFill>
                  <a:srgbClr val="FFFFFF"/>
                </a:solidFill>
                <a:latin typeface="Trebuchet MS"/>
                <a:cs typeface="Trebuchet MS"/>
              </a:rPr>
              <a:t>Cont.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3898133" y="4320234"/>
            <a:ext cx="1143000" cy="57848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00330" marR="5080" indent="-88265">
              <a:lnSpc>
                <a:spcPct val="68800"/>
              </a:lnSpc>
              <a:spcBef>
                <a:spcPts val="905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Unidades </a:t>
            </a: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15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Trebuchet MS"/>
                <a:cs typeface="Trebuchet MS"/>
              </a:rPr>
              <a:t>caja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4538827" y="3435833"/>
            <a:ext cx="5005705" cy="634365"/>
          </a:xfrm>
          <a:custGeom>
            <a:avLst/>
            <a:gdLst/>
            <a:ahLst/>
            <a:cxnLst/>
            <a:rect l="l" t="t" r="r" b="b"/>
            <a:pathLst>
              <a:path w="5005705" h="634364">
                <a:moveTo>
                  <a:pt x="4940373" y="633907"/>
                </a:moveTo>
                <a:lnTo>
                  <a:pt x="64699" y="633907"/>
                </a:lnTo>
                <a:lnTo>
                  <a:pt x="39579" y="628801"/>
                </a:lnTo>
                <a:lnTo>
                  <a:pt x="19007" y="614898"/>
                </a:lnTo>
                <a:lnTo>
                  <a:pt x="5105" y="594323"/>
                </a:lnTo>
                <a:lnTo>
                  <a:pt x="0" y="569197"/>
                </a:lnTo>
                <a:lnTo>
                  <a:pt x="0" y="64699"/>
                </a:lnTo>
                <a:lnTo>
                  <a:pt x="5105" y="39575"/>
                </a:lnTo>
                <a:lnTo>
                  <a:pt x="19007" y="19003"/>
                </a:lnTo>
                <a:lnTo>
                  <a:pt x="39579" y="5104"/>
                </a:lnTo>
                <a:lnTo>
                  <a:pt x="64699" y="0"/>
                </a:lnTo>
                <a:lnTo>
                  <a:pt x="4940373" y="0"/>
                </a:lnTo>
                <a:lnTo>
                  <a:pt x="4965498" y="5104"/>
                </a:lnTo>
                <a:lnTo>
                  <a:pt x="4986074" y="19003"/>
                </a:lnTo>
                <a:lnTo>
                  <a:pt x="4999977" y="39575"/>
                </a:lnTo>
                <a:lnTo>
                  <a:pt x="5005083" y="64699"/>
                </a:lnTo>
                <a:lnTo>
                  <a:pt x="5005083" y="569197"/>
                </a:lnTo>
                <a:lnTo>
                  <a:pt x="4999977" y="594323"/>
                </a:lnTo>
                <a:lnTo>
                  <a:pt x="4986074" y="614898"/>
                </a:lnTo>
                <a:lnTo>
                  <a:pt x="4965498" y="628801"/>
                </a:lnTo>
                <a:lnTo>
                  <a:pt x="4940373" y="633907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16269935" y="3571478"/>
            <a:ext cx="141541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90" dirty="0">
                <a:latin typeface="Trebuchet MS"/>
                <a:cs typeface="Trebuchet MS"/>
              </a:rPr>
              <a:t>Brisa</a:t>
            </a:r>
            <a:r>
              <a:rPr sz="2150" spc="-170" dirty="0">
                <a:latin typeface="Trebuchet MS"/>
                <a:cs typeface="Trebuchet MS"/>
              </a:rPr>
              <a:t> </a:t>
            </a:r>
            <a:r>
              <a:rPr sz="2150" spc="-25" dirty="0">
                <a:latin typeface="Trebuchet MS"/>
                <a:cs typeface="Trebuchet MS"/>
              </a:rPr>
              <a:t>Marina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2466055" y="3435826"/>
            <a:ext cx="1984375" cy="629285"/>
          </a:xfrm>
          <a:custGeom>
            <a:avLst/>
            <a:gdLst/>
            <a:ahLst/>
            <a:cxnLst/>
            <a:rect l="l" t="t" r="r" b="b"/>
            <a:pathLst>
              <a:path w="1984375" h="629285">
                <a:moveTo>
                  <a:pt x="1943186" y="0"/>
                </a:moveTo>
                <a:lnTo>
                  <a:pt x="40574" y="0"/>
                </a:lnTo>
                <a:lnTo>
                  <a:pt x="24821" y="3202"/>
                </a:lnTo>
                <a:lnTo>
                  <a:pt x="11919" y="11921"/>
                </a:lnTo>
                <a:lnTo>
                  <a:pt x="3201" y="24825"/>
                </a:lnTo>
                <a:lnTo>
                  <a:pt x="0" y="40585"/>
                </a:lnTo>
                <a:lnTo>
                  <a:pt x="0" y="588453"/>
                </a:lnTo>
                <a:lnTo>
                  <a:pt x="3201" y="604212"/>
                </a:lnTo>
                <a:lnTo>
                  <a:pt x="11919" y="617117"/>
                </a:lnTo>
                <a:lnTo>
                  <a:pt x="24821" y="625836"/>
                </a:lnTo>
                <a:lnTo>
                  <a:pt x="40574" y="629038"/>
                </a:lnTo>
                <a:lnTo>
                  <a:pt x="1943186" y="629038"/>
                </a:lnTo>
                <a:lnTo>
                  <a:pt x="1958940" y="625836"/>
                </a:lnTo>
                <a:lnTo>
                  <a:pt x="1971841" y="617117"/>
                </a:lnTo>
                <a:lnTo>
                  <a:pt x="1980559" y="604212"/>
                </a:lnTo>
                <a:lnTo>
                  <a:pt x="1983761" y="588453"/>
                </a:lnTo>
                <a:lnTo>
                  <a:pt x="1983761" y="40585"/>
                </a:lnTo>
                <a:lnTo>
                  <a:pt x="1980559" y="24825"/>
                </a:lnTo>
                <a:lnTo>
                  <a:pt x="1971841" y="11921"/>
                </a:lnTo>
                <a:lnTo>
                  <a:pt x="1958940" y="3202"/>
                </a:lnTo>
                <a:lnTo>
                  <a:pt x="1943186" y="0"/>
                </a:lnTo>
                <a:close/>
              </a:path>
            </a:pathLst>
          </a:custGeom>
          <a:solidFill>
            <a:srgbClr val="00A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12844943" y="3541624"/>
            <a:ext cx="117538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Fragancia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6356469" y="6693033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75297" y="200748"/>
                </a:lnTo>
                <a:lnTo>
                  <a:pt x="575170" y="192036"/>
                </a:lnTo>
                <a:lnTo>
                  <a:pt x="575157" y="190461"/>
                </a:lnTo>
                <a:lnTo>
                  <a:pt x="481431" y="86118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29" y="44196"/>
                </a:lnTo>
                <a:lnTo>
                  <a:pt x="308965" y="49060"/>
                </a:lnTo>
                <a:lnTo>
                  <a:pt x="136601" y="58877"/>
                </a:lnTo>
                <a:lnTo>
                  <a:pt x="113169" y="60159"/>
                </a:lnTo>
                <a:lnTo>
                  <a:pt x="113639" y="60159"/>
                </a:lnTo>
                <a:lnTo>
                  <a:pt x="44221" y="110032"/>
                </a:lnTo>
                <a:lnTo>
                  <a:pt x="5334" y="149644"/>
                </a:lnTo>
                <a:lnTo>
                  <a:pt x="0" y="154711"/>
                </a:lnTo>
                <a:lnTo>
                  <a:pt x="3225" y="164388"/>
                </a:lnTo>
                <a:lnTo>
                  <a:pt x="3263" y="164515"/>
                </a:lnTo>
                <a:lnTo>
                  <a:pt x="10617" y="165354"/>
                </a:lnTo>
                <a:lnTo>
                  <a:pt x="14960" y="166052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48" y="107873"/>
                </a:lnTo>
                <a:lnTo>
                  <a:pt x="85394" y="101650"/>
                </a:lnTo>
                <a:lnTo>
                  <a:pt x="91833" y="95415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27" y="79692"/>
                </a:lnTo>
                <a:lnTo>
                  <a:pt x="368071" y="98437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29"/>
                </a:lnTo>
                <a:lnTo>
                  <a:pt x="248221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78" y="233857"/>
                </a:lnTo>
                <a:lnTo>
                  <a:pt x="238645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22" y="247319"/>
                </a:lnTo>
                <a:lnTo>
                  <a:pt x="336461" y="407250"/>
                </a:lnTo>
                <a:lnTo>
                  <a:pt x="310108" y="432562"/>
                </a:lnTo>
                <a:lnTo>
                  <a:pt x="286359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20" y="339775"/>
                </a:lnTo>
                <a:lnTo>
                  <a:pt x="116865" y="331584"/>
                </a:lnTo>
                <a:lnTo>
                  <a:pt x="111137" y="331228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12" y="338150"/>
                </a:lnTo>
                <a:lnTo>
                  <a:pt x="99301" y="339940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79" y="488403"/>
                </a:lnTo>
                <a:lnTo>
                  <a:pt x="308737" y="481825"/>
                </a:lnTo>
                <a:lnTo>
                  <a:pt x="309410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00A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6356469" y="5868384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5">
                <a:moveTo>
                  <a:pt x="575322" y="202717"/>
                </a:moveTo>
                <a:lnTo>
                  <a:pt x="575297" y="200748"/>
                </a:lnTo>
                <a:lnTo>
                  <a:pt x="575170" y="192036"/>
                </a:lnTo>
                <a:lnTo>
                  <a:pt x="575157" y="190461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193"/>
                </a:lnTo>
                <a:lnTo>
                  <a:pt x="460629" y="7505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29" y="44196"/>
                </a:lnTo>
                <a:lnTo>
                  <a:pt x="308965" y="49047"/>
                </a:lnTo>
                <a:lnTo>
                  <a:pt x="136601" y="58877"/>
                </a:lnTo>
                <a:lnTo>
                  <a:pt x="113169" y="60147"/>
                </a:lnTo>
                <a:lnTo>
                  <a:pt x="113639" y="60147"/>
                </a:lnTo>
                <a:lnTo>
                  <a:pt x="44221" y="110032"/>
                </a:lnTo>
                <a:lnTo>
                  <a:pt x="5334" y="149631"/>
                </a:lnTo>
                <a:lnTo>
                  <a:pt x="0" y="154711"/>
                </a:lnTo>
                <a:lnTo>
                  <a:pt x="3225" y="164388"/>
                </a:lnTo>
                <a:lnTo>
                  <a:pt x="3263" y="164515"/>
                </a:lnTo>
                <a:lnTo>
                  <a:pt x="10617" y="165354"/>
                </a:lnTo>
                <a:lnTo>
                  <a:pt x="14960" y="166052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48" y="107873"/>
                </a:lnTo>
                <a:lnTo>
                  <a:pt x="85394" y="101650"/>
                </a:lnTo>
                <a:lnTo>
                  <a:pt x="91833" y="95402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27" y="79692"/>
                </a:lnTo>
                <a:lnTo>
                  <a:pt x="368071" y="98437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09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21" y="222097"/>
                </a:lnTo>
                <a:lnTo>
                  <a:pt x="218186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78" y="233857"/>
                </a:lnTo>
                <a:lnTo>
                  <a:pt x="238645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22" y="247319"/>
                </a:lnTo>
                <a:lnTo>
                  <a:pt x="336461" y="407238"/>
                </a:lnTo>
                <a:lnTo>
                  <a:pt x="310108" y="432549"/>
                </a:lnTo>
                <a:lnTo>
                  <a:pt x="286359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20" y="339775"/>
                </a:lnTo>
                <a:lnTo>
                  <a:pt x="116865" y="331584"/>
                </a:lnTo>
                <a:lnTo>
                  <a:pt x="111137" y="331216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12" y="338150"/>
                </a:lnTo>
                <a:lnTo>
                  <a:pt x="99301" y="339940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56"/>
                </a:lnTo>
                <a:lnTo>
                  <a:pt x="304279" y="488403"/>
                </a:lnTo>
                <a:lnTo>
                  <a:pt x="309232" y="481076"/>
                </a:lnTo>
                <a:lnTo>
                  <a:pt x="308737" y="481825"/>
                </a:lnTo>
                <a:lnTo>
                  <a:pt x="309410" y="481076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00A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2555258" y="6670681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75297" y="200748"/>
                </a:lnTo>
                <a:lnTo>
                  <a:pt x="575170" y="192036"/>
                </a:lnTo>
                <a:lnTo>
                  <a:pt x="575157" y="190461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193"/>
                </a:lnTo>
                <a:lnTo>
                  <a:pt x="460629" y="7505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29" y="44208"/>
                </a:lnTo>
                <a:lnTo>
                  <a:pt x="308965" y="49047"/>
                </a:lnTo>
                <a:lnTo>
                  <a:pt x="136601" y="58877"/>
                </a:lnTo>
                <a:lnTo>
                  <a:pt x="113182" y="60147"/>
                </a:lnTo>
                <a:lnTo>
                  <a:pt x="113639" y="60147"/>
                </a:lnTo>
                <a:lnTo>
                  <a:pt x="44234" y="110032"/>
                </a:lnTo>
                <a:lnTo>
                  <a:pt x="5334" y="149631"/>
                </a:lnTo>
                <a:lnTo>
                  <a:pt x="0" y="154711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09" y="166052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33" y="95402"/>
                </a:lnTo>
                <a:lnTo>
                  <a:pt x="255320" y="75844"/>
                </a:lnTo>
                <a:lnTo>
                  <a:pt x="383120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09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34" y="222084"/>
                </a:lnTo>
                <a:lnTo>
                  <a:pt x="218186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09" y="247319"/>
                </a:lnTo>
                <a:lnTo>
                  <a:pt x="336461" y="407238"/>
                </a:lnTo>
                <a:lnTo>
                  <a:pt x="310108" y="432549"/>
                </a:lnTo>
                <a:lnTo>
                  <a:pt x="286372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20" y="339788"/>
                </a:lnTo>
                <a:lnTo>
                  <a:pt x="116865" y="331584"/>
                </a:lnTo>
                <a:lnTo>
                  <a:pt x="114477" y="331431"/>
                </a:lnTo>
                <a:lnTo>
                  <a:pt x="114477" y="339940"/>
                </a:lnTo>
                <a:lnTo>
                  <a:pt x="113995" y="344754"/>
                </a:lnTo>
                <a:lnTo>
                  <a:pt x="114477" y="339940"/>
                </a:lnTo>
                <a:lnTo>
                  <a:pt x="114477" y="331431"/>
                </a:lnTo>
                <a:lnTo>
                  <a:pt x="111137" y="331216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12" y="338150"/>
                </a:lnTo>
                <a:lnTo>
                  <a:pt x="99288" y="339940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56"/>
                </a:lnTo>
                <a:lnTo>
                  <a:pt x="304292" y="488403"/>
                </a:lnTo>
                <a:lnTo>
                  <a:pt x="309232" y="481076"/>
                </a:lnTo>
                <a:lnTo>
                  <a:pt x="308737" y="481825"/>
                </a:lnTo>
                <a:lnTo>
                  <a:pt x="309410" y="481076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00A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12585717" y="5135622"/>
            <a:ext cx="2660015" cy="1940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8110" algn="l"/>
              </a:tabLst>
            </a:pPr>
            <a:r>
              <a:rPr sz="2150" spc="-30" dirty="0">
                <a:latin typeface="Trebuchet MS"/>
                <a:cs typeface="Trebuchet MS"/>
              </a:rPr>
              <a:t>500</a:t>
            </a:r>
            <a:r>
              <a:rPr sz="2150" spc="-175" dirty="0">
                <a:latin typeface="Trebuchet MS"/>
                <a:cs typeface="Trebuchet MS"/>
              </a:rPr>
              <a:t> </a:t>
            </a:r>
            <a:r>
              <a:rPr sz="2150" spc="-25" dirty="0">
                <a:latin typeface="Trebuchet MS"/>
                <a:cs typeface="Trebuchet MS"/>
              </a:rPr>
              <a:t>mL</a:t>
            </a:r>
            <a:r>
              <a:rPr sz="2150" dirty="0">
                <a:latin typeface="Trebuchet MS"/>
                <a:cs typeface="Trebuchet MS"/>
              </a:rPr>
              <a:t>	</a:t>
            </a:r>
            <a:r>
              <a:rPr sz="2150" spc="-140" dirty="0">
                <a:latin typeface="Trebuchet MS"/>
                <a:cs typeface="Trebuchet MS"/>
              </a:rPr>
              <a:t>Caja</a:t>
            </a:r>
            <a:r>
              <a:rPr sz="2150" spc="-175" dirty="0">
                <a:latin typeface="Trebuchet MS"/>
                <a:cs typeface="Trebuchet MS"/>
              </a:rPr>
              <a:t> </a:t>
            </a:r>
            <a:r>
              <a:rPr sz="2150" spc="-95" dirty="0">
                <a:latin typeface="Trebuchet MS"/>
                <a:cs typeface="Trebuchet MS"/>
              </a:rPr>
              <a:t>x</a:t>
            </a:r>
            <a:r>
              <a:rPr sz="2150" spc="-170" dirty="0">
                <a:latin typeface="Trebuchet MS"/>
                <a:cs typeface="Trebuchet MS"/>
              </a:rPr>
              <a:t> </a:t>
            </a:r>
            <a:r>
              <a:rPr sz="2150" spc="-25" dirty="0">
                <a:latin typeface="Trebuchet MS"/>
                <a:cs typeface="Trebuchet MS"/>
              </a:rPr>
              <a:t>24</a:t>
            </a:r>
            <a:endParaRPr sz="21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2150" dirty="0">
              <a:latin typeface="Trebuchet MS"/>
              <a:cs typeface="Trebuchet MS"/>
            </a:endParaRPr>
          </a:p>
          <a:p>
            <a:pPr marL="626745" marR="530225">
              <a:lnSpc>
                <a:spcPts val="2420"/>
              </a:lnSpc>
              <a:spcBef>
                <a:spcPts val="5"/>
              </a:spcBef>
            </a:pP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necesita </a:t>
            </a:r>
            <a:r>
              <a:rPr sz="2400" spc="-10" dirty="0">
                <a:latin typeface="Trebuchet MS"/>
                <a:cs typeface="Trebuchet MS"/>
              </a:rPr>
              <a:t>enjuague</a:t>
            </a:r>
            <a:endParaRPr sz="2400" dirty="0">
              <a:latin typeface="Trebuchet MS"/>
              <a:cs typeface="Trebuchet MS"/>
            </a:endParaRPr>
          </a:p>
          <a:p>
            <a:pPr marL="617855">
              <a:lnSpc>
                <a:spcPct val="100000"/>
              </a:lnSpc>
              <a:spcBef>
                <a:spcPts val="2050"/>
              </a:spcBef>
            </a:pPr>
            <a:r>
              <a:rPr sz="2400" spc="-90" dirty="0">
                <a:latin typeface="Trebuchet MS"/>
                <a:cs typeface="Trebuchet MS"/>
              </a:rPr>
              <a:t>Elimina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el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polvo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7007826" y="6681058"/>
            <a:ext cx="2435860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100" dirty="0">
                <a:latin typeface="Trebuchet MS"/>
                <a:cs typeface="Trebuchet MS"/>
              </a:rPr>
              <a:t>Libre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de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Amoníaco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2555258" y="5868384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5">
                <a:moveTo>
                  <a:pt x="575322" y="202717"/>
                </a:moveTo>
                <a:lnTo>
                  <a:pt x="575297" y="200748"/>
                </a:lnTo>
                <a:lnTo>
                  <a:pt x="575170" y="192036"/>
                </a:lnTo>
                <a:lnTo>
                  <a:pt x="575157" y="190461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193"/>
                </a:lnTo>
                <a:lnTo>
                  <a:pt x="460629" y="7505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42" y="44196"/>
                </a:lnTo>
                <a:lnTo>
                  <a:pt x="308965" y="49047"/>
                </a:lnTo>
                <a:lnTo>
                  <a:pt x="136601" y="58877"/>
                </a:lnTo>
                <a:lnTo>
                  <a:pt x="113182" y="60147"/>
                </a:lnTo>
                <a:lnTo>
                  <a:pt x="113639" y="60147"/>
                </a:lnTo>
                <a:lnTo>
                  <a:pt x="44234" y="110032"/>
                </a:lnTo>
                <a:lnTo>
                  <a:pt x="5334" y="149631"/>
                </a:lnTo>
                <a:lnTo>
                  <a:pt x="0" y="154711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47" y="166052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33" y="95402"/>
                </a:lnTo>
                <a:lnTo>
                  <a:pt x="255320" y="75844"/>
                </a:lnTo>
                <a:lnTo>
                  <a:pt x="383120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09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34" y="222097"/>
                </a:lnTo>
                <a:lnTo>
                  <a:pt x="218186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09" y="247319"/>
                </a:lnTo>
                <a:lnTo>
                  <a:pt x="336461" y="407238"/>
                </a:lnTo>
                <a:lnTo>
                  <a:pt x="310108" y="432549"/>
                </a:lnTo>
                <a:lnTo>
                  <a:pt x="286372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07" y="339775"/>
                </a:lnTo>
                <a:lnTo>
                  <a:pt x="116865" y="331584"/>
                </a:lnTo>
                <a:lnTo>
                  <a:pt x="114477" y="331431"/>
                </a:lnTo>
                <a:lnTo>
                  <a:pt x="114477" y="339940"/>
                </a:lnTo>
                <a:lnTo>
                  <a:pt x="113995" y="344754"/>
                </a:lnTo>
                <a:lnTo>
                  <a:pt x="114477" y="339940"/>
                </a:lnTo>
                <a:lnTo>
                  <a:pt x="114477" y="331431"/>
                </a:lnTo>
                <a:lnTo>
                  <a:pt x="111137" y="331216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12" y="338150"/>
                </a:lnTo>
                <a:lnTo>
                  <a:pt x="99288" y="339940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56"/>
                </a:lnTo>
                <a:lnTo>
                  <a:pt x="304292" y="488403"/>
                </a:lnTo>
                <a:lnTo>
                  <a:pt x="309232" y="481076"/>
                </a:lnTo>
                <a:lnTo>
                  <a:pt x="308737" y="481825"/>
                </a:lnTo>
                <a:lnTo>
                  <a:pt x="309410" y="481076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00A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16978571" y="5897526"/>
            <a:ext cx="1864995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45" dirty="0">
                <a:latin typeface="Trebuchet MS"/>
                <a:cs typeface="Trebuchet MS"/>
              </a:rPr>
              <a:t>Secado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rápido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983897" cy="1130854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325393" y="9011750"/>
            <a:ext cx="4773930" cy="1929764"/>
            <a:chOff x="14325393" y="9011750"/>
            <a:chExt cx="4773930" cy="1929764"/>
          </a:xfrm>
        </p:grpSpPr>
        <p:sp>
          <p:nvSpPr>
            <p:cNvPr id="4" name="object 4"/>
            <p:cNvSpPr/>
            <p:nvPr/>
          </p:nvSpPr>
          <p:spPr>
            <a:xfrm>
              <a:off x="17000208" y="9011750"/>
              <a:ext cx="2098675" cy="1929764"/>
            </a:xfrm>
            <a:custGeom>
              <a:avLst/>
              <a:gdLst/>
              <a:ahLst/>
              <a:cxnLst/>
              <a:rect l="l" t="t" r="r" b="b"/>
              <a:pathLst>
                <a:path w="2098675" h="1929765">
                  <a:moveTo>
                    <a:pt x="36323" y="1271062"/>
                  </a:moveTo>
                  <a:lnTo>
                    <a:pt x="32135" y="1271764"/>
                  </a:lnTo>
                  <a:lnTo>
                    <a:pt x="27904" y="1272225"/>
                  </a:lnTo>
                  <a:lnTo>
                    <a:pt x="0" y="1273031"/>
                  </a:lnTo>
                  <a:lnTo>
                    <a:pt x="139456" y="1393142"/>
                  </a:lnTo>
                  <a:lnTo>
                    <a:pt x="383258" y="1606930"/>
                  </a:lnTo>
                  <a:lnTo>
                    <a:pt x="704564" y="1893850"/>
                  </a:lnTo>
                  <a:lnTo>
                    <a:pt x="708732" y="1897818"/>
                  </a:lnTo>
                  <a:lnTo>
                    <a:pt x="711611" y="1900645"/>
                  </a:lnTo>
                  <a:lnTo>
                    <a:pt x="713632" y="1902425"/>
                  </a:lnTo>
                  <a:lnTo>
                    <a:pt x="715695" y="1904153"/>
                  </a:lnTo>
                  <a:lnTo>
                    <a:pt x="760663" y="1926991"/>
                  </a:lnTo>
                  <a:lnTo>
                    <a:pt x="809950" y="1929252"/>
                  </a:lnTo>
                  <a:lnTo>
                    <a:pt x="854456" y="1914864"/>
                  </a:lnTo>
                  <a:lnTo>
                    <a:pt x="885082" y="1887756"/>
                  </a:lnTo>
                  <a:lnTo>
                    <a:pt x="891397" y="1880779"/>
                  </a:lnTo>
                  <a:lnTo>
                    <a:pt x="902606" y="1869063"/>
                  </a:lnTo>
                  <a:lnTo>
                    <a:pt x="908747" y="1862782"/>
                  </a:lnTo>
                  <a:lnTo>
                    <a:pt x="794902" y="1862782"/>
                  </a:lnTo>
                  <a:lnTo>
                    <a:pt x="746227" y="1858974"/>
                  </a:lnTo>
                  <a:lnTo>
                    <a:pt x="701413" y="1835223"/>
                  </a:lnTo>
                  <a:lnTo>
                    <a:pt x="36323" y="1271062"/>
                  </a:lnTo>
                  <a:close/>
                </a:path>
                <a:path w="2098675" h="1929765">
                  <a:moveTo>
                    <a:pt x="1423431" y="0"/>
                  </a:moveTo>
                  <a:lnTo>
                    <a:pt x="1412857" y="839"/>
                  </a:lnTo>
                  <a:lnTo>
                    <a:pt x="1393724" y="2085"/>
                  </a:lnTo>
                  <a:lnTo>
                    <a:pt x="1403287" y="2085"/>
                  </a:lnTo>
                  <a:lnTo>
                    <a:pt x="1452745" y="12251"/>
                  </a:lnTo>
                  <a:lnTo>
                    <a:pt x="1496425" y="44503"/>
                  </a:lnTo>
                  <a:lnTo>
                    <a:pt x="1970038" y="518304"/>
                  </a:lnTo>
                  <a:lnTo>
                    <a:pt x="1988733" y="536462"/>
                  </a:lnTo>
                  <a:lnTo>
                    <a:pt x="1998619" y="545660"/>
                  </a:lnTo>
                  <a:lnTo>
                    <a:pt x="2020692" y="573014"/>
                  </a:lnTo>
                  <a:lnTo>
                    <a:pt x="2035267" y="614263"/>
                  </a:lnTo>
                  <a:lnTo>
                    <a:pt x="2030304" y="663549"/>
                  </a:lnTo>
                  <a:lnTo>
                    <a:pt x="1993761" y="715016"/>
                  </a:lnTo>
                  <a:lnTo>
                    <a:pt x="1972708" y="735256"/>
                  </a:lnTo>
                  <a:lnTo>
                    <a:pt x="1730030" y="971413"/>
                  </a:lnTo>
                  <a:lnTo>
                    <a:pt x="902645" y="1788179"/>
                  </a:lnTo>
                  <a:lnTo>
                    <a:pt x="886592" y="1804634"/>
                  </a:lnTo>
                  <a:lnTo>
                    <a:pt x="875235" y="1816529"/>
                  </a:lnTo>
                  <a:lnTo>
                    <a:pt x="868884" y="1823559"/>
                  </a:lnTo>
                  <a:lnTo>
                    <a:pt x="838700" y="1849895"/>
                  </a:lnTo>
                  <a:lnTo>
                    <a:pt x="794902" y="1862782"/>
                  </a:lnTo>
                  <a:lnTo>
                    <a:pt x="908747" y="1862782"/>
                  </a:lnTo>
                  <a:lnTo>
                    <a:pt x="918414" y="1852896"/>
                  </a:lnTo>
                  <a:lnTo>
                    <a:pt x="1791521" y="994075"/>
                  </a:lnTo>
                  <a:lnTo>
                    <a:pt x="2033241" y="759732"/>
                  </a:lnTo>
                  <a:lnTo>
                    <a:pt x="2054377" y="739487"/>
                  </a:lnTo>
                  <a:lnTo>
                    <a:pt x="2087796" y="696851"/>
                  </a:lnTo>
                  <a:lnTo>
                    <a:pt x="2098604" y="654886"/>
                  </a:lnTo>
                  <a:lnTo>
                    <a:pt x="2093209" y="616696"/>
                  </a:lnTo>
                  <a:lnTo>
                    <a:pt x="2078019" y="585389"/>
                  </a:lnTo>
                  <a:lnTo>
                    <a:pt x="2059445" y="564068"/>
                  </a:lnTo>
                  <a:lnTo>
                    <a:pt x="2049168" y="554543"/>
                  </a:lnTo>
                  <a:lnTo>
                    <a:pt x="2029734" y="535737"/>
                  </a:lnTo>
                  <a:lnTo>
                    <a:pt x="1537481" y="45016"/>
                  </a:lnTo>
                  <a:lnTo>
                    <a:pt x="1532194" y="38189"/>
                  </a:lnTo>
                  <a:lnTo>
                    <a:pt x="1526288" y="32398"/>
                  </a:lnTo>
                  <a:lnTo>
                    <a:pt x="1520027" y="27488"/>
                  </a:lnTo>
                  <a:lnTo>
                    <a:pt x="1484764" y="8313"/>
                  </a:lnTo>
                  <a:lnTo>
                    <a:pt x="1450069" y="839"/>
                  </a:lnTo>
                  <a:lnTo>
                    <a:pt x="1450577" y="839"/>
                  </a:lnTo>
                  <a:lnTo>
                    <a:pt x="1423431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325393" y="9020336"/>
              <a:ext cx="4710430" cy="1854200"/>
            </a:xfrm>
            <a:custGeom>
              <a:avLst/>
              <a:gdLst/>
              <a:ahLst/>
              <a:cxnLst/>
              <a:rect l="l" t="t" r="r" b="b"/>
              <a:pathLst>
                <a:path w="4710430" h="1854200">
                  <a:moveTo>
                    <a:pt x="4186157" y="1181100"/>
                  </a:moveTo>
                  <a:lnTo>
                    <a:pt x="2481421" y="1181100"/>
                  </a:lnTo>
                  <a:lnTo>
                    <a:pt x="2487341" y="1193800"/>
                  </a:lnTo>
                  <a:lnTo>
                    <a:pt x="2494276" y="1206500"/>
                  </a:lnTo>
                  <a:lnTo>
                    <a:pt x="2502217" y="1219200"/>
                  </a:lnTo>
                  <a:lnTo>
                    <a:pt x="2511159" y="1231900"/>
                  </a:lnTo>
                  <a:lnTo>
                    <a:pt x="2524686" y="1231900"/>
                  </a:lnTo>
                  <a:lnTo>
                    <a:pt x="2539923" y="1244600"/>
                  </a:lnTo>
                  <a:lnTo>
                    <a:pt x="2556813" y="1257300"/>
                  </a:lnTo>
                  <a:lnTo>
                    <a:pt x="2575293" y="1257300"/>
                  </a:lnTo>
                  <a:lnTo>
                    <a:pt x="2584502" y="1270000"/>
                  </a:lnTo>
                  <a:lnTo>
                    <a:pt x="2711142" y="1270000"/>
                  </a:lnTo>
                  <a:lnTo>
                    <a:pt x="3050263" y="1549400"/>
                  </a:lnTo>
                  <a:lnTo>
                    <a:pt x="3136398" y="1625600"/>
                  </a:lnTo>
                  <a:lnTo>
                    <a:pt x="3176427" y="1663700"/>
                  </a:lnTo>
                  <a:lnTo>
                    <a:pt x="3214092" y="1689100"/>
                  </a:lnTo>
                  <a:lnTo>
                    <a:pt x="3249139" y="1727200"/>
                  </a:lnTo>
                  <a:lnTo>
                    <a:pt x="3281315" y="1752600"/>
                  </a:lnTo>
                  <a:lnTo>
                    <a:pt x="3310366" y="1778000"/>
                  </a:lnTo>
                  <a:lnTo>
                    <a:pt x="3336039" y="1803400"/>
                  </a:lnTo>
                  <a:lnTo>
                    <a:pt x="3358078" y="1816100"/>
                  </a:lnTo>
                  <a:lnTo>
                    <a:pt x="3376232" y="1828800"/>
                  </a:lnTo>
                  <a:lnTo>
                    <a:pt x="3421047" y="1854200"/>
                  </a:lnTo>
                  <a:lnTo>
                    <a:pt x="3469721" y="1854200"/>
                  </a:lnTo>
                  <a:lnTo>
                    <a:pt x="3513519" y="1841500"/>
                  </a:lnTo>
                  <a:lnTo>
                    <a:pt x="3543703" y="1816100"/>
                  </a:lnTo>
                  <a:lnTo>
                    <a:pt x="3550054" y="1816100"/>
                  </a:lnTo>
                  <a:lnTo>
                    <a:pt x="3561411" y="1803400"/>
                  </a:lnTo>
                  <a:lnTo>
                    <a:pt x="3577464" y="1790700"/>
                  </a:lnTo>
                  <a:lnTo>
                    <a:pt x="3597901" y="1765300"/>
                  </a:lnTo>
                  <a:lnTo>
                    <a:pt x="3622410" y="1739900"/>
                  </a:lnTo>
                  <a:lnTo>
                    <a:pt x="3650680" y="1714500"/>
                  </a:lnTo>
                  <a:lnTo>
                    <a:pt x="3682400" y="1676400"/>
                  </a:lnTo>
                  <a:lnTo>
                    <a:pt x="3717257" y="1651000"/>
                  </a:lnTo>
                  <a:lnTo>
                    <a:pt x="3754941" y="1612900"/>
                  </a:lnTo>
                  <a:lnTo>
                    <a:pt x="3795140" y="1574800"/>
                  </a:lnTo>
                  <a:lnTo>
                    <a:pt x="3837542" y="1524000"/>
                  </a:lnTo>
                  <a:lnTo>
                    <a:pt x="3881836" y="1485900"/>
                  </a:lnTo>
                  <a:lnTo>
                    <a:pt x="3927710" y="1435100"/>
                  </a:lnTo>
                  <a:lnTo>
                    <a:pt x="3974854" y="1397000"/>
                  </a:lnTo>
                  <a:lnTo>
                    <a:pt x="4022954" y="1346200"/>
                  </a:lnTo>
                  <a:lnTo>
                    <a:pt x="4169886" y="1193800"/>
                  </a:lnTo>
                  <a:lnTo>
                    <a:pt x="4186157" y="1181100"/>
                  </a:lnTo>
                  <a:close/>
                </a:path>
                <a:path w="4710430" h="1854200">
                  <a:moveTo>
                    <a:pt x="1500917" y="1498600"/>
                  </a:moveTo>
                  <a:lnTo>
                    <a:pt x="1277538" y="1498600"/>
                  </a:lnTo>
                  <a:lnTo>
                    <a:pt x="1294462" y="1511300"/>
                  </a:lnTo>
                  <a:lnTo>
                    <a:pt x="1312975" y="1524000"/>
                  </a:lnTo>
                  <a:lnTo>
                    <a:pt x="1463794" y="1524000"/>
                  </a:lnTo>
                  <a:lnTo>
                    <a:pt x="1482585" y="1511300"/>
                  </a:lnTo>
                  <a:lnTo>
                    <a:pt x="1500917" y="1498600"/>
                  </a:lnTo>
                  <a:close/>
                </a:path>
                <a:path w="4710430" h="1854200">
                  <a:moveTo>
                    <a:pt x="1530002" y="1270000"/>
                  </a:moveTo>
                  <a:lnTo>
                    <a:pt x="1202329" y="1270000"/>
                  </a:lnTo>
                  <a:lnTo>
                    <a:pt x="1201868" y="1295400"/>
                  </a:lnTo>
                  <a:lnTo>
                    <a:pt x="1201579" y="1320800"/>
                  </a:lnTo>
                  <a:lnTo>
                    <a:pt x="1201607" y="1358900"/>
                  </a:lnTo>
                  <a:lnTo>
                    <a:pt x="1202693" y="1371600"/>
                  </a:lnTo>
                  <a:lnTo>
                    <a:pt x="1204675" y="1397000"/>
                  </a:lnTo>
                  <a:lnTo>
                    <a:pt x="1207544" y="1409700"/>
                  </a:lnTo>
                  <a:lnTo>
                    <a:pt x="1211292" y="1422400"/>
                  </a:lnTo>
                  <a:lnTo>
                    <a:pt x="1217746" y="1435100"/>
                  </a:lnTo>
                  <a:lnTo>
                    <a:pt x="1226155" y="1460500"/>
                  </a:lnTo>
                  <a:lnTo>
                    <a:pt x="1236485" y="1473200"/>
                  </a:lnTo>
                  <a:lnTo>
                    <a:pt x="1248705" y="1485900"/>
                  </a:lnTo>
                  <a:lnTo>
                    <a:pt x="1262265" y="1498600"/>
                  </a:lnTo>
                  <a:lnTo>
                    <a:pt x="1501116" y="1498600"/>
                  </a:lnTo>
                  <a:lnTo>
                    <a:pt x="1521748" y="1460500"/>
                  </a:lnTo>
                  <a:lnTo>
                    <a:pt x="1525119" y="1409700"/>
                  </a:lnTo>
                  <a:lnTo>
                    <a:pt x="1526229" y="1397000"/>
                  </a:lnTo>
                  <a:lnTo>
                    <a:pt x="1527164" y="1371600"/>
                  </a:lnTo>
                  <a:lnTo>
                    <a:pt x="1527922" y="1358900"/>
                  </a:lnTo>
                  <a:lnTo>
                    <a:pt x="1528545" y="1333500"/>
                  </a:lnTo>
                  <a:lnTo>
                    <a:pt x="1530002" y="1270000"/>
                  </a:lnTo>
                  <a:close/>
                </a:path>
                <a:path w="4710430" h="1854200">
                  <a:moveTo>
                    <a:pt x="134082" y="863600"/>
                  </a:moveTo>
                  <a:lnTo>
                    <a:pt x="86121" y="863600"/>
                  </a:lnTo>
                  <a:lnTo>
                    <a:pt x="58866" y="876300"/>
                  </a:lnTo>
                  <a:lnTo>
                    <a:pt x="10449" y="952500"/>
                  </a:lnTo>
                  <a:lnTo>
                    <a:pt x="2382" y="1003300"/>
                  </a:lnTo>
                  <a:lnTo>
                    <a:pt x="504" y="1041400"/>
                  </a:lnTo>
                  <a:lnTo>
                    <a:pt x="0" y="1079500"/>
                  </a:lnTo>
                  <a:lnTo>
                    <a:pt x="2511" y="1104900"/>
                  </a:lnTo>
                  <a:lnTo>
                    <a:pt x="9849" y="1117600"/>
                  </a:lnTo>
                  <a:lnTo>
                    <a:pt x="21979" y="1143000"/>
                  </a:lnTo>
                  <a:lnTo>
                    <a:pt x="54506" y="1181100"/>
                  </a:lnTo>
                  <a:lnTo>
                    <a:pt x="92760" y="1206500"/>
                  </a:lnTo>
                  <a:lnTo>
                    <a:pt x="138080" y="1231900"/>
                  </a:lnTo>
                  <a:lnTo>
                    <a:pt x="162683" y="1244600"/>
                  </a:lnTo>
                  <a:lnTo>
                    <a:pt x="188963" y="1244600"/>
                  </a:lnTo>
                  <a:lnTo>
                    <a:pt x="216831" y="1257300"/>
                  </a:lnTo>
                  <a:lnTo>
                    <a:pt x="246015" y="1257300"/>
                  </a:lnTo>
                  <a:lnTo>
                    <a:pt x="276402" y="1270000"/>
                  </a:lnTo>
                  <a:lnTo>
                    <a:pt x="418280" y="1270000"/>
                  </a:lnTo>
                  <a:lnTo>
                    <a:pt x="485042" y="1244600"/>
                  </a:lnTo>
                  <a:lnTo>
                    <a:pt x="544531" y="1219200"/>
                  </a:lnTo>
                  <a:lnTo>
                    <a:pt x="570385" y="1193800"/>
                  </a:lnTo>
                  <a:lnTo>
                    <a:pt x="593521" y="1181100"/>
                  </a:lnTo>
                  <a:lnTo>
                    <a:pt x="601791" y="1168400"/>
                  </a:lnTo>
                  <a:lnTo>
                    <a:pt x="609655" y="1155700"/>
                  </a:lnTo>
                  <a:lnTo>
                    <a:pt x="617117" y="1155700"/>
                  </a:lnTo>
                  <a:lnTo>
                    <a:pt x="624179" y="1143000"/>
                  </a:lnTo>
                  <a:lnTo>
                    <a:pt x="1871286" y="1143000"/>
                  </a:lnTo>
                  <a:lnTo>
                    <a:pt x="1879105" y="1130300"/>
                  </a:lnTo>
                  <a:lnTo>
                    <a:pt x="1886062" y="1130300"/>
                  </a:lnTo>
                  <a:lnTo>
                    <a:pt x="1892727" y="1117600"/>
                  </a:lnTo>
                  <a:lnTo>
                    <a:pt x="1899110" y="1104900"/>
                  </a:lnTo>
                  <a:lnTo>
                    <a:pt x="1905219" y="1092200"/>
                  </a:lnTo>
                  <a:lnTo>
                    <a:pt x="4278741" y="1092200"/>
                  </a:lnTo>
                  <a:lnTo>
                    <a:pt x="4314219" y="1054100"/>
                  </a:lnTo>
                  <a:lnTo>
                    <a:pt x="4360299" y="1016000"/>
                  </a:lnTo>
                  <a:lnTo>
                    <a:pt x="4382572" y="990600"/>
                  </a:lnTo>
                  <a:lnTo>
                    <a:pt x="926505" y="990600"/>
                  </a:lnTo>
                  <a:lnTo>
                    <a:pt x="923793" y="977900"/>
                  </a:lnTo>
                  <a:lnTo>
                    <a:pt x="923217" y="965200"/>
                  </a:lnTo>
                  <a:lnTo>
                    <a:pt x="923647" y="952500"/>
                  </a:lnTo>
                  <a:lnTo>
                    <a:pt x="925769" y="876300"/>
                  </a:lnTo>
                  <a:lnTo>
                    <a:pt x="147901" y="876300"/>
                  </a:lnTo>
                  <a:lnTo>
                    <a:pt x="134082" y="863600"/>
                  </a:lnTo>
                  <a:close/>
                </a:path>
                <a:path w="4710430" h="1854200">
                  <a:moveTo>
                    <a:pt x="932149" y="1257300"/>
                  </a:moveTo>
                  <a:lnTo>
                    <a:pt x="775576" y="1257300"/>
                  </a:lnTo>
                  <a:lnTo>
                    <a:pt x="801137" y="1270000"/>
                  </a:lnTo>
                  <a:lnTo>
                    <a:pt x="916564" y="1270000"/>
                  </a:lnTo>
                  <a:lnTo>
                    <a:pt x="932149" y="1257300"/>
                  </a:lnTo>
                  <a:close/>
                </a:path>
                <a:path w="4710430" h="1854200">
                  <a:moveTo>
                    <a:pt x="1530696" y="1257300"/>
                  </a:moveTo>
                  <a:lnTo>
                    <a:pt x="1084050" y="1257300"/>
                  </a:lnTo>
                  <a:lnTo>
                    <a:pt x="1099282" y="1270000"/>
                  </a:lnTo>
                  <a:lnTo>
                    <a:pt x="1530257" y="1270000"/>
                  </a:lnTo>
                  <a:lnTo>
                    <a:pt x="1530696" y="1257300"/>
                  </a:lnTo>
                  <a:close/>
                </a:path>
                <a:path w="4710430" h="1854200">
                  <a:moveTo>
                    <a:pt x="1801716" y="1219200"/>
                  </a:moveTo>
                  <a:lnTo>
                    <a:pt x="1018607" y="1219200"/>
                  </a:lnTo>
                  <a:lnTo>
                    <a:pt x="1021016" y="1231900"/>
                  </a:lnTo>
                  <a:lnTo>
                    <a:pt x="1023508" y="1231900"/>
                  </a:lnTo>
                  <a:lnTo>
                    <a:pt x="1036525" y="1244600"/>
                  </a:lnTo>
                  <a:lnTo>
                    <a:pt x="1050991" y="1244600"/>
                  </a:lnTo>
                  <a:lnTo>
                    <a:pt x="1066851" y="1257300"/>
                  </a:lnTo>
                  <a:lnTo>
                    <a:pt x="1551299" y="1257300"/>
                  </a:lnTo>
                  <a:lnTo>
                    <a:pt x="1573158" y="1270000"/>
                  </a:lnTo>
                  <a:lnTo>
                    <a:pt x="1669810" y="1270000"/>
                  </a:lnTo>
                  <a:lnTo>
                    <a:pt x="1705094" y="1257300"/>
                  </a:lnTo>
                  <a:lnTo>
                    <a:pt x="1739004" y="1244600"/>
                  </a:lnTo>
                  <a:lnTo>
                    <a:pt x="1771422" y="1231900"/>
                  </a:lnTo>
                  <a:lnTo>
                    <a:pt x="1801716" y="1219200"/>
                  </a:lnTo>
                  <a:close/>
                </a:path>
                <a:path w="4710430" h="1854200">
                  <a:moveTo>
                    <a:pt x="4278741" y="1092200"/>
                  </a:moveTo>
                  <a:lnTo>
                    <a:pt x="1908256" y="1092200"/>
                  </a:lnTo>
                  <a:lnTo>
                    <a:pt x="1909910" y="1104900"/>
                  </a:lnTo>
                  <a:lnTo>
                    <a:pt x="1949485" y="1155700"/>
                  </a:lnTo>
                  <a:lnTo>
                    <a:pt x="1998640" y="1206500"/>
                  </a:lnTo>
                  <a:lnTo>
                    <a:pt x="2025874" y="1219200"/>
                  </a:lnTo>
                  <a:lnTo>
                    <a:pt x="2054734" y="1244600"/>
                  </a:lnTo>
                  <a:lnTo>
                    <a:pt x="2085120" y="1244600"/>
                  </a:lnTo>
                  <a:lnTo>
                    <a:pt x="2116930" y="1257300"/>
                  </a:lnTo>
                  <a:lnTo>
                    <a:pt x="2142787" y="1270000"/>
                  </a:lnTo>
                  <a:lnTo>
                    <a:pt x="2281895" y="1270000"/>
                  </a:lnTo>
                  <a:lnTo>
                    <a:pt x="2304839" y="1257300"/>
                  </a:lnTo>
                  <a:lnTo>
                    <a:pt x="2352090" y="1257300"/>
                  </a:lnTo>
                  <a:lnTo>
                    <a:pt x="2375219" y="1244600"/>
                  </a:lnTo>
                  <a:lnTo>
                    <a:pt x="2397254" y="1231900"/>
                  </a:lnTo>
                  <a:lnTo>
                    <a:pt x="2418114" y="1231900"/>
                  </a:lnTo>
                  <a:lnTo>
                    <a:pt x="2435906" y="1219200"/>
                  </a:lnTo>
                  <a:lnTo>
                    <a:pt x="2452403" y="1206500"/>
                  </a:lnTo>
                  <a:lnTo>
                    <a:pt x="2467582" y="1193800"/>
                  </a:lnTo>
                  <a:lnTo>
                    <a:pt x="2481421" y="1181100"/>
                  </a:lnTo>
                  <a:lnTo>
                    <a:pt x="4186157" y="1181100"/>
                  </a:lnTo>
                  <a:lnTo>
                    <a:pt x="4218701" y="1155700"/>
                  </a:lnTo>
                  <a:lnTo>
                    <a:pt x="4266916" y="1104900"/>
                  </a:lnTo>
                  <a:lnTo>
                    <a:pt x="4278741" y="1092200"/>
                  </a:lnTo>
                  <a:close/>
                </a:path>
                <a:path w="4710430" h="1854200">
                  <a:moveTo>
                    <a:pt x="1871286" y="1143000"/>
                  </a:moveTo>
                  <a:lnTo>
                    <a:pt x="624179" y="1143000"/>
                  </a:lnTo>
                  <a:lnTo>
                    <a:pt x="633834" y="1155700"/>
                  </a:lnTo>
                  <a:lnTo>
                    <a:pt x="644710" y="1181100"/>
                  </a:lnTo>
                  <a:lnTo>
                    <a:pt x="688281" y="1219200"/>
                  </a:lnTo>
                  <a:lnTo>
                    <a:pt x="729991" y="1244600"/>
                  </a:lnTo>
                  <a:lnTo>
                    <a:pt x="753327" y="1257300"/>
                  </a:lnTo>
                  <a:lnTo>
                    <a:pt x="948578" y="1257300"/>
                  </a:lnTo>
                  <a:lnTo>
                    <a:pt x="964780" y="1244600"/>
                  </a:lnTo>
                  <a:lnTo>
                    <a:pt x="980698" y="1244600"/>
                  </a:lnTo>
                  <a:lnTo>
                    <a:pt x="996273" y="1231900"/>
                  </a:lnTo>
                  <a:lnTo>
                    <a:pt x="1009969" y="1231900"/>
                  </a:lnTo>
                  <a:lnTo>
                    <a:pt x="1016304" y="1219200"/>
                  </a:lnTo>
                  <a:lnTo>
                    <a:pt x="1801716" y="1219200"/>
                  </a:lnTo>
                  <a:lnTo>
                    <a:pt x="1829822" y="1193800"/>
                  </a:lnTo>
                  <a:lnTo>
                    <a:pt x="1855649" y="1168400"/>
                  </a:lnTo>
                  <a:lnTo>
                    <a:pt x="1871286" y="1143000"/>
                  </a:lnTo>
                  <a:close/>
                </a:path>
                <a:path w="4710430" h="1854200">
                  <a:moveTo>
                    <a:pt x="1216098" y="469900"/>
                  </a:moveTo>
                  <a:lnTo>
                    <a:pt x="1041659" y="469900"/>
                  </a:lnTo>
                  <a:lnTo>
                    <a:pt x="1025696" y="482600"/>
                  </a:lnTo>
                  <a:lnTo>
                    <a:pt x="998946" y="520700"/>
                  </a:lnTo>
                  <a:lnTo>
                    <a:pt x="991520" y="571500"/>
                  </a:lnTo>
                  <a:lnTo>
                    <a:pt x="989874" y="622300"/>
                  </a:lnTo>
                  <a:lnTo>
                    <a:pt x="989003" y="673100"/>
                  </a:lnTo>
                  <a:lnTo>
                    <a:pt x="988492" y="698500"/>
                  </a:lnTo>
                  <a:lnTo>
                    <a:pt x="987767" y="736600"/>
                  </a:lnTo>
                  <a:lnTo>
                    <a:pt x="985921" y="774700"/>
                  </a:lnTo>
                  <a:lnTo>
                    <a:pt x="981914" y="825500"/>
                  </a:lnTo>
                  <a:lnTo>
                    <a:pt x="976049" y="876300"/>
                  </a:lnTo>
                  <a:lnTo>
                    <a:pt x="967926" y="914400"/>
                  </a:lnTo>
                  <a:lnTo>
                    <a:pt x="962965" y="939800"/>
                  </a:lnTo>
                  <a:lnTo>
                    <a:pt x="958462" y="952500"/>
                  </a:lnTo>
                  <a:lnTo>
                    <a:pt x="953385" y="965200"/>
                  </a:lnTo>
                  <a:lnTo>
                    <a:pt x="947753" y="977900"/>
                  </a:lnTo>
                  <a:lnTo>
                    <a:pt x="941583" y="990600"/>
                  </a:lnTo>
                  <a:lnTo>
                    <a:pt x="4382572" y="990600"/>
                  </a:lnTo>
                  <a:lnTo>
                    <a:pt x="4404845" y="965200"/>
                  </a:lnTo>
                  <a:lnTo>
                    <a:pt x="4447544" y="927100"/>
                  </a:lnTo>
                  <a:lnTo>
                    <a:pt x="4488086" y="889000"/>
                  </a:lnTo>
                  <a:lnTo>
                    <a:pt x="4526158" y="850900"/>
                  </a:lnTo>
                  <a:lnTo>
                    <a:pt x="4561450" y="812800"/>
                  </a:lnTo>
                  <a:lnTo>
                    <a:pt x="4593649" y="787400"/>
                  </a:lnTo>
                  <a:lnTo>
                    <a:pt x="4622445" y="762000"/>
                  </a:lnTo>
                  <a:lnTo>
                    <a:pt x="4647526" y="736600"/>
                  </a:lnTo>
                  <a:lnTo>
                    <a:pt x="4668580" y="711200"/>
                  </a:lnTo>
                  <a:lnTo>
                    <a:pt x="4705123" y="660400"/>
                  </a:lnTo>
                  <a:lnTo>
                    <a:pt x="1936768" y="660400"/>
                  </a:lnTo>
                  <a:lnTo>
                    <a:pt x="1925777" y="622300"/>
                  </a:lnTo>
                  <a:lnTo>
                    <a:pt x="1912812" y="596900"/>
                  </a:lnTo>
                  <a:lnTo>
                    <a:pt x="1897870" y="571500"/>
                  </a:lnTo>
                  <a:lnTo>
                    <a:pt x="1880947" y="546100"/>
                  </a:lnTo>
                  <a:lnTo>
                    <a:pt x="1848859" y="520700"/>
                  </a:lnTo>
                  <a:lnTo>
                    <a:pt x="1506236" y="520700"/>
                  </a:lnTo>
                  <a:lnTo>
                    <a:pt x="1503273" y="508000"/>
                  </a:lnTo>
                  <a:lnTo>
                    <a:pt x="1496886" y="508000"/>
                  </a:lnTo>
                  <a:lnTo>
                    <a:pt x="1471942" y="495300"/>
                  </a:lnTo>
                  <a:lnTo>
                    <a:pt x="1249783" y="495300"/>
                  </a:lnTo>
                  <a:lnTo>
                    <a:pt x="1239289" y="482600"/>
                  </a:lnTo>
                  <a:lnTo>
                    <a:pt x="1228058" y="482600"/>
                  </a:lnTo>
                  <a:lnTo>
                    <a:pt x="1216098" y="469900"/>
                  </a:lnTo>
                  <a:close/>
                </a:path>
                <a:path w="4710430" h="1854200">
                  <a:moveTo>
                    <a:pt x="476387" y="279400"/>
                  </a:moveTo>
                  <a:lnTo>
                    <a:pt x="345862" y="279400"/>
                  </a:lnTo>
                  <a:lnTo>
                    <a:pt x="313209" y="292100"/>
                  </a:lnTo>
                  <a:lnTo>
                    <a:pt x="280630" y="292100"/>
                  </a:lnTo>
                  <a:lnTo>
                    <a:pt x="214505" y="317500"/>
                  </a:lnTo>
                  <a:lnTo>
                    <a:pt x="155440" y="355600"/>
                  </a:lnTo>
                  <a:lnTo>
                    <a:pt x="103871" y="406400"/>
                  </a:lnTo>
                  <a:lnTo>
                    <a:pt x="62919" y="457200"/>
                  </a:lnTo>
                  <a:lnTo>
                    <a:pt x="46959" y="495300"/>
                  </a:lnTo>
                  <a:lnTo>
                    <a:pt x="35570" y="533400"/>
                  </a:lnTo>
                  <a:lnTo>
                    <a:pt x="28786" y="584200"/>
                  </a:lnTo>
                  <a:lnTo>
                    <a:pt x="26637" y="622300"/>
                  </a:lnTo>
                  <a:lnTo>
                    <a:pt x="28662" y="660400"/>
                  </a:lnTo>
                  <a:lnTo>
                    <a:pt x="34389" y="698500"/>
                  </a:lnTo>
                  <a:lnTo>
                    <a:pt x="43795" y="736600"/>
                  </a:lnTo>
                  <a:lnTo>
                    <a:pt x="72326" y="787400"/>
                  </a:lnTo>
                  <a:lnTo>
                    <a:pt x="109431" y="838200"/>
                  </a:lnTo>
                  <a:lnTo>
                    <a:pt x="130938" y="863600"/>
                  </a:lnTo>
                  <a:lnTo>
                    <a:pt x="145992" y="863600"/>
                  </a:lnTo>
                  <a:lnTo>
                    <a:pt x="153705" y="876300"/>
                  </a:lnTo>
                  <a:lnTo>
                    <a:pt x="925769" y="876300"/>
                  </a:lnTo>
                  <a:lnTo>
                    <a:pt x="926127" y="863600"/>
                  </a:lnTo>
                  <a:lnTo>
                    <a:pt x="930488" y="723900"/>
                  </a:lnTo>
                  <a:lnTo>
                    <a:pt x="932236" y="673100"/>
                  </a:lnTo>
                  <a:lnTo>
                    <a:pt x="933076" y="635000"/>
                  </a:lnTo>
                  <a:lnTo>
                    <a:pt x="933144" y="622300"/>
                  </a:lnTo>
                  <a:lnTo>
                    <a:pt x="932038" y="609600"/>
                  </a:lnTo>
                  <a:lnTo>
                    <a:pt x="929967" y="596900"/>
                  </a:lnTo>
                  <a:lnTo>
                    <a:pt x="926940" y="571500"/>
                  </a:lnTo>
                  <a:lnTo>
                    <a:pt x="907540" y="533400"/>
                  </a:lnTo>
                  <a:lnTo>
                    <a:pt x="870577" y="495300"/>
                  </a:lnTo>
                  <a:lnTo>
                    <a:pt x="855142" y="482600"/>
                  </a:lnTo>
                  <a:lnTo>
                    <a:pt x="838084" y="482600"/>
                  </a:lnTo>
                  <a:lnTo>
                    <a:pt x="819451" y="469900"/>
                  </a:lnTo>
                  <a:lnTo>
                    <a:pt x="690931" y="469900"/>
                  </a:lnTo>
                  <a:lnTo>
                    <a:pt x="680986" y="431800"/>
                  </a:lnTo>
                  <a:lnTo>
                    <a:pt x="665737" y="393700"/>
                  </a:lnTo>
                  <a:lnTo>
                    <a:pt x="645295" y="368300"/>
                  </a:lnTo>
                  <a:lnTo>
                    <a:pt x="619771" y="342900"/>
                  </a:lnTo>
                  <a:lnTo>
                    <a:pt x="579860" y="317500"/>
                  </a:lnTo>
                  <a:lnTo>
                    <a:pt x="532006" y="292100"/>
                  </a:lnTo>
                  <a:lnTo>
                    <a:pt x="476387" y="279400"/>
                  </a:lnTo>
                  <a:close/>
                </a:path>
                <a:path w="4710430" h="1854200">
                  <a:moveTo>
                    <a:pt x="4104011" y="0"/>
                  </a:moveTo>
                  <a:lnTo>
                    <a:pt x="4052651" y="0"/>
                  </a:lnTo>
                  <a:lnTo>
                    <a:pt x="2721990" y="88900"/>
                  </a:lnTo>
                  <a:lnTo>
                    <a:pt x="2687639" y="88900"/>
                  </a:lnTo>
                  <a:lnTo>
                    <a:pt x="2661274" y="101600"/>
                  </a:lnTo>
                  <a:lnTo>
                    <a:pt x="2644373" y="114300"/>
                  </a:lnTo>
                  <a:lnTo>
                    <a:pt x="2638411" y="127000"/>
                  </a:lnTo>
                  <a:lnTo>
                    <a:pt x="2271847" y="469900"/>
                  </a:lnTo>
                  <a:lnTo>
                    <a:pt x="2189043" y="469900"/>
                  </a:lnTo>
                  <a:lnTo>
                    <a:pt x="2151837" y="482600"/>
                  </a:lnTo>
                  <a:lnTo>
                    <a:pt x="2086119" y="508000"/>
                  </a:lnTo>
                  <a:lnTo>
                    <a:pt x="2030038" y="546100"/>
                  </a:lnTo>
                  <a:lnTo>
                    <a:pt x="2005656" y="571500"/>
                  </a:lnTo>
                  <a:lnTo>
                    <a:pt x="1985630" y="584200"/>
                  </a:lnTo>
                  <a:lnTo>
                    <a:pt x="1967450" y="609600"/>
                  </a:lnTo>
                  <a:lnTo>
                    <a:pt x="1951151" y="635000"/>
                  </a:lnTo>
                  <a:lnTo>
                    <a:pt x="1936768" y="660400"/>
                  </a:lnTo>
                  <a:lnTo>
                    <a:pt x="4705123" y="660400"/>
                  </a:lnTo>
                  <a:lnTo>
                    <a:pt x="4710086" y="609600"/>
                  </a:lnTo>
                  <a:lnTo>
                    <a:pt x="4695511" y="571500"/>
                  </a:lnTo>
                  <a:lnTo>
                    <a:pt x="4673438" y="546100"/>
                  </a:lnTo>
                  <a:lnTo>
                    <a:pt x="4663552" y="533400"/>
                  </a:lnTo>
                  <a:lnTo>
                    <a:pt x="4644856" y="520700"/>
                  </a:lnTo>
                  <a:lnTo>
                    <a:pt x="4618553" y="495300"/>
                  </a:lnTo>
                  <a:lnTo>
                    <a:pt x="4585846" y="457200"/>
                  </a:lnTo>
                  <a:lnTo>
                    <a:pt x="4547938" y="419100"/>
                  </a:lnTo>
                  <a:lnTo>
                    <a:pt x="4506032" y="381000"/>
                  </a:lnTo>
                  <a:lnTo>
                    <a:pt x="4461332" y="330200"/>
                  </a:lnTo>
                  <a:lnTo>
                    <a:pt x="4415041" y="292100"/>
                  </a:lnTo>
                  <a:lnTo>
                    <a:pt x="4368361" y="241300"/>
                  </a:lnTo>
                  <a:lnTo>
                    <a:pt x="4278648" y="152400"/>
                  </a:lnTo>
                  <a:lnTo>
                    <a:pt x="4171244" y="38100"/>
                  </a:lnTo>
                  <a:lnTo>
                    <a:pt x="4150755" y="25400"/>
                  </a:lnTo>
                  <a:lnTo>
                    <a:pt x="4104011" y="0"/>
                  </a:lnTo>
                  <a:close/>
                </a:path>
                <a:path w="4710430" h="1854200">
                  <a:moveTo>
                    <a:pt x="1725167" y="469900"/>
                  </a:moveTo>
                  <a:lnTo>
                    <a:pt x="1621657" y="469900"/>
                  </a:lnTo>
                  <a:lnTo>
                    <a:pt x="1585894" y="482600"/>
                  </a:lnTo>
                  <a:lnTo>
                    <a:pt x="1553091" y="495300"/>
                  </a:lnTo>
                  <a:lnTo>
                    <a:pt x="1523367" y="508000"/>
                  </a:lnTo>
                  <a:lnTo>
                    <a:pt x="1511765" y="508000"/>
                  </a:lnTo>
                  <a:lnTo>
                    <a:pt x="1506236" y="520700"/>
                  </a:lnTo>
                  <a:lnTo>
                    <a:pt x="1848859" y="520700"/>
                  </a:lnTo>
                  <a:lnTo>
                    <a:pt x="1812138" y="495300"/>
                  </a:lnTo>
                  <a:lnTo>
                    <a:pt x="1770877" y="482600"/>
                  </a:lnTo>
                  <a:lnTo>
                    <a:pt x="1725167" y="469900"/>
                  </a:lnTo>
                  <a:close/>
                </a:path>
                <a:path w="4710430" h="1854200">
                  <a:moveTo>
                    <a:pt x="1409125" y="469900"/>
                  </a:moveTo>
                  <a:lnTo>
                    <a:pt x="1285100" y="469900"/>
                  </a:lnTo>
                  <a:lnTo>
                    <a:pt x="1267159" y="482600"/>
                  </a:lnTo>
                  <a:lnTo>
                    <a:pt x="1249783" y="495300"/>
                  </a:lnTo>
                  <a:lnTo>
                    <a:pt x="1471942" y="495300"/>
                  </a:lnTo>
                  <a:lnTo>
                    <a:pt x="1442653" y="482600"/>
                  </a:lnTo>
                  <a:lnTo>
                    <a:pt x="1409125" y="4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675847" y="9046691"/>
              <a:ext cx="2308225" cy="1785620"/>
            </a:xfrm>
            <a:custGeom>
              <a:avLst/>
              <a:gdLst/>
              <a:ahLst/>
              <a:cxnLst/>
              <a:rect l="l" t="t" r="r" b="b"/>
              <a:pathLst>
                <a:path w="2308225" h="1785620">
                  <a:moveTo>
                    <a:pt x="415704" y="1205827"/>
                  </a:moveTo>
                  <a:lnTo>
                    <a:pt x="389925" y="1226172"/>
                  </a:lnTo>
                  <a:lnTo>
                    <a:pt x="1019923" y="1752364"/>
                  </a:lnTo>
                  <a:lnTo>
                    <a:pt x="1025675" y="1757391"/>
                  </a:lnTo>
                  <a:lnTo>
                    <a:pt x="1067442" y="1781498"/>
                  </a:lnTo>
                  <a:lnTo>
                    <a:pt x="1114276" y="1785047"/>
                  </a:lnTo>
                  <a:lnTo>
                    <a:pt x="1156988" y="1772007"/>
                  </a:lnTo>
                  <a:lnTo>
                    <a:pt x="1186393" y="1746344"/>
                  </a:lnTo>
                  <a:lnTo>
                    <a:pt x="1192784" y="1739301"/>
                  </a:lnTo>
                  <a:lnTo>
                    <a:pt x="1204302" y="1727290"/>
                  </a:lnTo>
                  <a:lnTo>
                    <a:pt x="1210569" y="1720891"/>
                  </a:lnTo>
                  <a:lnTo>
                    <a:pt x="1089096" y="1720891"/>
                  </a:lnTo>
                  <a:lnTo>
                    <a:pt x="1040236" y="1713010"/>
                  </a:lnTo>
                  <a:lnTo>
                    <a:pt x="998189" y="1688440"/>
                  </a:lnTo>
                  <a:lnTo>
                    <a:pt x="989163" y="1680821"/>
                  </a:lnTo>
                  <a:lnTo>
                    <a:pt x="415704" y="1205827"/>
                  </a:lnTo>
                  <a:close/>
                </a:path>
                <a:path w="2308225" h="1785620">
                  <a:moveTo>
                    <a:pt x="1792416" y="41914"/>
                  </a:moveTo>
                  <a:lnTo>
                    <a:pt x="1673657" y="41914"/>
                  </a:lnTo>
                  <a:lnTo>
                    <a:pt x="1699363" y="44070"/>
                  </a:lnTo>
                  <a:lnTo>
                    <a:pt x="1718505" y="56968"/>
                  </a:lnTo>
                  <a:lnTo>
                    <a:pt x="1741433" y="84081"/>
                  </a:lnTo>
                  <a:lnTo>
                    <a:pt x="2177746" y="505175"/>
                  </a:lnTo>
                  <a:lnTo>
                    <a:pt x="2197369" y="523597"/>
                  </a:lnTo>
                  <a:lnTo>
                    <a:pt x="2207608" y="532811"/>
                  </a:lnTo>
                  <a:lnTo>
                    <a:pt x="2228075" y="557314"/>
                  </a:lnTo>
                  <a:lnTo>
                    <a:pt x="2241499" y="594307"/>
                  </a:lnTo>
                  <a:lnTo>
                    <a:pt x="2236722" y="638148"/>
                  </a:lnTo>
                  <a:lnTo>
                    <a:pt x="2236677" y="638559"/>
                  </a:lnTo>
                  <a:lnTo>
                    <a:pt x="2202404" y="684837"/>
                  </a:lnTo>
                  <a:lnTo>
                    <a:pt x="2183045" y="702795"/>
                  </a:lnTo>
                  <a:lnTo>
                    <a:pt x="2104560" y="776840"/>
                  </a:lnTo>
                  <a:lnTo>
                    <a:pt x="1837502" y="1033064"/>
                  </a:lnTo>
                  <a:lnTo>
                    <a:pt x="1212875" y="1641757"/>
                  </a:lnTo>
                  <a:lnTo>
                    <a:pt x="1179050" y="1675689"/>
                  </a:lnTo>
                  <a:lnTo>
                    <a:pt x="1164163" y="1691278"/>
                  </a:lnTo>
                  <a:lnTo>
                    <a:pt x="1133996" y="1713256"/>
                  </a:lnTo>
                  <a:lnTo>
                    <a:pt x="1089096" y="1720891"/>
                  </a:lnTo>
                  <a:lnTo>
                    <a:pt x="1210569" y="1720891"/>
                  </a:lnTo>
                  <a:lnTo>
                    <a:pt x="1220617" y="1710634"/>
                  </a:lnTo>
                  <a:lnTo>
                    <a:pt x="2045586" y="898964"/>
                  </a:lnTo>
                  <a:lnTo>
                    <a:pt x="2246422" y="704212"/>
                  </a:lnTo>
                  <a:lnTo>
                    <a:pt x="2267396" y="684104"/>
                  </a:lnTo>
                  <a:lnTo>
                    <a:pt x="2301235" y="638148"/>
                  </a:lnTo>
                  <a:lnTo>
                    <a:pt x="2307979" y="594307"/>
                  </a:lnTo>
                  <a:lnTo>
                    <a:pt x="2308080" y="593653"/>
                  </a:lnTo>
                  <a:lnTo>
                    <a:pt x="2297268" y="555168"/>
                  </a:lnTo>
                  <a:lnTo>
                    <a:pt x="2278140" y="527240"/>
                  </a:lnTo>
                  <a:lnTo>
                    <a:pt x="2276119" y="525125"/>
                  </a:lnTo>
                  <a:lnTo>
                    <a:pt x="2274182" y="523282"/>
                  </a:lnTo>
                  <a:lnTo>
                    <a:pt x="2272307" y="521690"/>
                  </a:lnTo>
                  <a:lnTo>
                    <a:pt x="2261741" y="511811"/>
                  </a:lnTo>
                  <a:lnTo>
                    <a:pt x="2241488" y="492061"/>
                  </a:lnTo>
                  <a:lnTo>
                    <a:pt x="1792416" y="41914"/>
                  </a:lnTo>
                  <a:close/>
                </a:path>
                <a:path w="2308225" h="1785620">
                  <a:moveTo>
                    <a:pt x="1702496" y="0"/>
                  </a:moveTo>
                  <a:lnTo>
                    <a:pt x="1684702" y="0"/>
                  </a:lnTo>
                  <a:lnTo>
                    <a:pt x="1679268" y="397"/>
                  </a:lnTo>
                  <a:lnTo>
                    <a:pt x="1677404" y="649"/>
                  </a:lnTo>
                  <a:lnTo>
                    <a:pt x="400427" y="83180"/>
                  </a:lnTo>
                  <a:lnTo>
                    <a:pt x="342133" y="100618"/>
                  </a:lnTo>
                  <a:lnTo>
                    <a:pt x="0" y="434761"/>
                  </a:lnTo>
                  <a:lnTo>
                    <a:pt x="7319" y="435756"/>
                  </a:lnTo>
                  <a:lnTo>
                    <a:pt x="14449" y="436939"/>
                  </a:lnTo>
                  <a:lnTo>
                    <a:pt x="21371" y="438321"/>
                  </a:lnTo>
                  <a:lnTo>
                    <a:pt x="312199" y="158937"/>
                  </a:lnTo>
                  <a:lnTo>
                    <a:pt x="330847" y="142944"/>
                  </a:lnTo>
                  <a:lnTo>
                    <a:pt x="345193" y="134417"/>
                  </a:lnTo>
                  <a:lnTo>
                    <a:pt x="362555" y="130480"/>
                  </a:lnTo>
                  <a:lnTo>
                    <a:pt x="390249" y="128257"/>
                  </a:lnTo>
                  <a:lnTo>
                    <a:pt x="1631039" y="47024"/>
                  </a:lnTo>
                  <a:lnTo>
                    <a:pt x="1673657" y="41914"/>
                  </a:lnTo>
                  <a:lnTo>
                    <a:pt x="1792416" y="41914"/>
                  </a:lnTo>
                  <a:lnTo>
                    <a:pt x="1791139" y="40627"/>
                  </a:lnTo>
                  <a:lnTo>
                    <a:pt x="1770320" y="20888"/>
                  </a:lnTo>
                  <a:lnTo>
                    <a:pt x="1746745" y="8679"/>
                  </a:lnTo>
                  <a:lnTo>
                    <a:pt x="1723064" y="2270"/>
                  </a:lnTo>
                  <a:lnTo>
                    <a:pt x="1702496" y="0"/>
                  </a:lnTo>
                  <a:close/>
                </a:path>
              </a:pathLst>
            </a:custGeom>
            <a:solidFill>
              <a:srgbClr val="EE0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554123" y="9539509"/>
              <a:ext cx="1543685" cy="648335"/>
            </a:xfrm>
            <a:custGeom>
              <a:avLst/>
              <a:gdLst/>
              <a:ahLst/>
              <a:cxnLst/>
              <a:rect l="l" t="t" r="r" b="b"/>
              <a:pathLst>
                <a:path w="1543684" h="648334">
                  <a:moveTo>
                    <a:pt x="25" y="0"/>
                  </a:moveTo>
                  <a:close/>
                </a:path>
                <a:path w="1543684" h="648334">
                  <a:moveTo>
                    <a:pt x="1305636" y="5588"/>
                  </a:moveTo>
                  <a:close/>
                </a:path>
                <a:path w="1543684" h="648334">
                  <a:moveTo>
                    <a:pt x="1543608" y="647827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678470" y="9424896"/>
              <a:ext cx="276860" cy="68580"/>
            </a:xfrm>
            <a:custGeom>
              <a:avLst/>
              <a:gdLst/>
              <a:ahLst/>
              <a:cxnLst/>
              <a:rect l="l" t="t" r="r" b="b"/>
              <a:pathLst>
                <a:path w="276859" h="68579">
                  <a:moveTo>
                    <a:pt x="181419" y="0"/>
                  </a:moveTo>
                  <a:lnTo>
                    <a:pt x="169218" y="77"/>
                  </a:lnTo>
                  <a:lnTo>
                    <a:pt x="156913" y="753"/>
                  </a:lnTo>
                  <a:lnTo>
                    <a:pt x="144623" y="1945"/>
                  </a:lnTo>
                  <a:lnTo>
                    <a:pt x="0" y="19044"/>
                  </a:lnTo>
                  <a:lnTo>
                    <a:pt x="14418" y="55650"/>
                  </a:lnTo>
                  <a:lnTo>
                    <a:pt x="159021" y="38593"/>
                  </a:lnTo>
                  <a:lnTo>
                    <a:pt x="171316" y="37377"/>
                  </a:lnTo>
                  <a:lnTo>
                    <a:pt x="183623" y="36687"/>
                  </a:lnTo>
                  <a:lnTo>
                    <a:pt x="195831" y="36602"/>
                  </a:lnTo>
                  <a:lnTo>
                    <a:pt x="207826" y="37200"/>
                  </a:lnTo>
                  <a:lnTo>
                    <a:pt x="228232" y="40236"/>
                  </a:lnTo>
                  <a:lnTo>
                    <a:pt x="246870" y="46193"/>
                  </a:lnTo>
                  <a:lnTo>
                    <a:pt x="263104" y="55478"/>
                  </a:lnTo>
                  <a:lnTo>
                    <a:pt x="276295" y="68498"/>
                  </a:lnTo>
                  <a:lnTo>
                    <a:pt x="275237" y="60351"/>
                  </a:lnTo>
                  <a:lnTo>
                    <a:pt x="255719" y="24593"/>
                  </a:lnTo>
                  <a:lnTo>
                    <a:pt x="214558" y="3746"/>
                  </a:lnTo>
                  <a:lnTo>
                    <a:pt x="193397" y="604"/>
                  </a:lnTo>
                  <a:lnTo>
                    <a:pt x="181419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666432" y="9443936"/>
              <a:ext cx="26670" cy="224154"/>
            </a:xfrm>
            <a:custGeom>
              <a:avLst/>
              <a:gdLst/>
              <a:ahLst/>
              <a:cxnLst/>
              <a:rect l="l" t="t" r="r" b="b"/>
              <a:pathLst>
                <a:path w="26669" h="224154">
                  <a:moveTo>
                    <a:pt x="12041" y="0"/>
                  </a:moveTo>
                  <a:lnTo>
                    <a:pt x="0" y="224118"/>
                  </a:lnTo>
                  <a:lnTo>
                    <a:pt x="16460" y="222223"/>
                  </a:lnTo>
                  <a:lnTo>
                    <a:pt x="26459" y="36606"/>
                  </a:lnTo>
                  <a:lnTo>
                    <a:pt x="12041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656468" y="9365913"/>
              <a:ext cx="570865" cy="541020"/>
            </a:xfrm>
            <a:custGeom>
              <a:avLst/>
              <a:gdLst/>
              <a:ahLst/>
              <a:cxnLst/>
              <a:rect l="l" t="t" r="r" b="b"/>
              <a:pathLst>
                <a:path w="570865" h="541020">
                  <a:moveTo>
                    <a:pt x="312191" y="540499"/>
                  </a:moveTo>
                  <a:lnTo>
                    <a:pt x="297840" y="503440"/>
                  </a:lnTo>
                  <a:lnTo>
                    <a:pt x="268122" y="478726"/>
                  </a:lnTo>
                  <a:lnTo>
                    <a:pt x="227825" y="467194"/>
                  </a:lnTo>
                  <a:lnTo>
                    <a:pt x="207073" y="465683"/>
                  </a:lnTo>
                  <a:lnTo>
                    <a:pt x="194589" y="465721"/>
                  </a:lnTo>
                  <a:lnTo>
                    <a:pt x="182003" y="466369"/>
                  </a:lnTo>
                  <a:lnTo>
                    <a:pt x="169430" y="467563"/>
                  </a:lnTo>
                  <a:lnTo>
                    <a:pt x="0" y="486968"/>
                  </a:lnTo>
                  <a:lnTo>
                    <a:pt x="14389" y="523570"/>
                  </a:lnTo>
                  <a:lnTo>
                    <a:pt x="183845" y="504177"/>
                  </a:lnTo>
                  <a:lnTo>
                    <a:pt x="196405" y="502970"/>
                  </a:lnTo>
                  <a:lnTo>
                    <a:pt x="208978" y="502323"/>
                  </a:lnTo>
                  <a:lnTo>
                    <a:pt x="221462" y="502285"/>
                  </a:lnTo>
                  <a:lnTo>
                    <a:pt x="233756" y="502920"/>
                  </a:lnTo>
                  <a:lnTo>
                    <a:pt x="257263" y="506514"/>
                  </a:lnTo>
                  <a:lnTo>
                    <a:pt x="278714" y="513638"/>
                  </a:lnTo>
                  <a:lnTo>
                    <a:pt x="297281" y="524802"/>
                  </a:lnTo>
                  <a:lnTo>
                    <a:pt x="312191" y="540499"/>
                  </a:lnTo>
                  <a:close/>
                </a:path>
                <a:path w="570865" h="541020">
                  <a:moveTo>
                    <a:pt x="570407" y="139954"/>
                  </a:moveTo>
                  <a:lnTo>
                    <a:pt x="565797" y="84632"/>
                  </a:lnTo>
                  <a:lnTo>
                    <a:pt x="554355" y="41122"/>
                  </a:lnTo>
                  <a:lnTo>
                    <a:pt x="538670" y="0"/>
                  </a:lnTo>
                  <a:lnTo>
                    <a:pt x="538873" y="952"/>
                  </a:lnTo>
                  <a:lnTo>
                    <a:pt x="539216" y="1905"/>
                  </a:lnTo>
                  <a:lnTo>
                    <a:pt x="540829" y="6134"/>
                  </a:lnTo>
                  <a:lnTo>
                    <a:pt x="542175" y="10642"/>
                  </a:lnTo>
                  <a:lnTo>
                    <a:pt x="544626" y="18656"/>
                  </a:lnTo>
                  <a:lnTo>
                    <a:pt x="545795" y="22123"/>
                  </a:lnTo>
                  <a:lnTo>
                    <a:pt x="547814" y="30035"/>
                  </a:lnTo>
                  <a:lnTo>
                    <a:pt x="548665" y="34645"/>
                  </a:lnTo>
                  <a:lnTo>
                    <a:pt x="550329" y="43091"/>
                  </a:lnTo>
                  <a:lnTo>
                    <a:pt x="551180" y="46901"/>
                  </a:lnTo>
                  <a:lnTo>
                    <a:pt x="551751" y="50800"/>
                  </a:lnTo>
                  <a:lnTo>
                    <a:pt x="552462" y="55270"/>
                  </a:lnTo>
                  <a:lnTo>
                    <a:pt x="553872" y="69075"/>
                  </a:lnTo>
                  <a:lnTo>
                    <a:pt x="554342" y="73406"/>
                  </a:lnTo>
                  <a:lnTo>
                    <a:pt x="554901" y="81876"/>
                  </a:lnTo>
                  <a:lnTo>
                    <a:pt x="555218" y="90360"/>
                  </a:lnTo>
                  <a:lnTo>
                    <a:pt x="555294" y="93052"/>
                  </a:lnTo>
                  <a:lnTo>
                    <a:pt x="555536" y="95732"/>
                  </a:lnTo>
                  <a:lnTo>
                    <a:pt x="554863" y="139954"/>
                  </a:lnTo>
                  <a:lnTo>
                    <a:pt x="552881" y="163220"/>
                  </a:lnTo>
                  <a:lnTo>
                    <a:pt x="552818" y="163766"/>
                  </a:lnTo>
                  <a:lnTo>
                    <a:pt x="540118" y="216230"/>
                  </a:lnTo>
                  <a:lnTo>
                    <a:pt x="516636" y="261251"/>
                  </a:lnTo>
                  <a:lnTo>
                    <a:pt x="483831" y="299415"/>
                  </a:lnTo>
                  <a:lnTo>
                    <a:pt x="443230" y="331190"/>
                  </a:lnTo>
                  <a:lnTo>
                    <a:pt x="429348" y="339801"/>
                  </a:lnTo>
                  <a:lnTo>
                    <a:pt x="440601" y="343255"/>
                  </a:lnTo>
                  <a:lnTo>
                    <a:pt x="451789" y="347091"/>
                  </a:lnTo>
                  <a:lnTo>
                    <a:pt x="462889" y="351345"/>
                  </a:lnTo>
                  <a:lnTo>
                    <a:pt x="473849" y="356057"/>
                  </a:lnTo>
                  <a:lnTo>
                    <a:pt x="489369" y="343585"/>
                  </a:lnTo>
                  <a:lnTo>
                    <a:pt x="517461" y="315493"/>
                  </a:lnTo>
                  <a:lnTo>
                    <a:pt x="544271" y="275767"/>
                  </a:lnTo>
                  <a:lnTo>
                    <a:pt x="563346" y="223240"/>
                  </a:lnTo>
                  <a:lnTo>
                    <a:pt x="569887" y="167932"/>
                  </a:lnTo>
                  <a:lnTo>
                    <a:pt x="570407" y="140169"/>
                  </a:lnTo>
                  <a:lnTo>
                    <a:pt x="570407" y="13995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41349" y="9852878"/>
              <a:ext cx="29845" cy="260350"/>
            </a:xfrm>
            <a:custGeom>
              <a:avLst/>
              <a:gdLst/>
              <a:ahLst/>
              <a:cxnLst/>
              <a:rect l="l" t="t" r="r" b="b"/>
              <a:pathLst>
                <a:path w="29844" h="260350">
                  <a:moveTo>
                    <a:pt x="15119" y="0"/>
                  </a:moveTo>
                  <a:lnTo>
                    <a:pt x="0" y="260159"/>
                  </a:lnTo>
                  <a:lnTo>
                    <a:pt x="16575" y="258986"/>
                  </a:lnTo>
                  <a:lnTo>
                    <a:pt x="29506" y="36595"/>
                  </a:lnTo>
                  <a:lnTo>
                    <a:pt x="15119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896340" y="9429476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69" h="634">
                  <a:moveTo>
                    <a:pt x="0" y="0"/>
                  </a:moveTo>
                  <a:lnTo>
                    <a:pt x="513" y="125"/>
                  </a:lnTo>
                  <a:lnTo>
                    <a:pt x="764" y="178"/>
                  </a:lnTo>
                  <a:lnTo>
                    <a:pt x="251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3248" y="9426864"/>
              <a:ext cx="13850" cy="278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907299" y="9432979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1664" y="628"/>
                  </a:lnTo>
                  <a:lnTo>
                    <a:pt x="2492" y="963"/>
                  </a:lnTo>
                  <a:lnTo>
                    <a:pt x="827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7298" y="9432979"/>
              <a:ext cx="2492" cy="9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7951705" y="9367805"/>
              <a:ext cx="258445" cy="135890"/>
            </a:xfrm>
            <a:custGeom>
              <a:avLst/>
              <a:gdLst/>
              <a:ahLst/>
              <a:cxnLst/>
              <a:rect l="l" t="t" r="r" b="b"/>
              <a:pathLst>
                <a:path w="258444" h="135890">
                  <a:moveTo>
                    <a:pt x="9956" y="135610"/>
                  </a:moveTo>
                  <a:lnTo>
                    <a:pt x="0" y="110337"/>
                  </a:lnTo>
                  <a:lnTo>
                    <a:pt x="2006" y="117462"/>
                  </a:lnTo>
                  <a:lnTo>
                    <a:pt x="3060" y="125590"/>
                  </a:lnTo>
                  <a:lnTo>
                    <a:pt x="6705" y="130390"/>
                  </a:lnTo>
                  <a:lnTo>
                    <a:pt x="9956" y="135610"/>
                  </a:lnTo>
                  <a:close/>
                </a:path>
                <a:path w="258444" h="135890">
                  <a:moveTo>
                    <a:pt x="246837" y="8458"/>
                  </a:moveTo>
                  <a:lnTo>
                    <a:pt x="245643" y="4356"/>
                  </a:lnTo>
                  <a:lnTo>
                    <a:pt x="243979" y="0"/>
                  </a:lnTo>
                  <a:lnTo>
                    <a:pt x="245579" y="4241"/>
                  </a:lnTo>
                  <a:lnTo>
                    <a:pt x="246837" y="8458"/>
                  </a:lnTo>
                  <a:close/>
                </a:path>
                <a:path w="258444" h="135890">
                  <a:moveTo>
                    <a:pt x="257225" y="53517"/>
                  </a:moveTo>
                  <a:lnTo>
                    <a:pt x="257213" y="53390"/>
                  </a:lnTo>
                  <a:lnTo>
                    <a:pt x="256514" y="48907"/>
                  </a:lnTo>
                  <a:lnTo>
                    <a:pt x="257225" y="53517"/>
                  </a:lnTo>
                  <a:close/>
                </a:path>
                <a:path w="258444" h="135890">
                  <a:moveTo>
                    <a:pt x="258178" y="62839"/>
                  </a:moveTo>
                  <a:lnTo>
                    <a:pt x="257225" y="53517"/>
                  </a:lnTo>
                  <a:lnTo>
                    <a:pt x="257683" y="58178"/>
                  </a:lnTo>
                  <a:lnTo>
                    <a:pt x="258178" y="62839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85744" y="9529775"/>
              <a:ext cx="123523" cy="21253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085827" y="9698541"/>
              <a:ext cx="11664" cy="71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7962767" y="9885114"/>
              <a:ext cx="12700" cy="31750"/>
            </a:xfrm>
            <a:custGeom>
              <a:avLst/>
              <a:gdLst/>
              <a:ahLst/>
              <a:cxnLst/>
              <a:rect l="l" t="t" r="r" b="b"/>
              <a:pathLst>
                <a:path w="12700" h="31750">
                  <a:moveTo>
                    <a:pt x="2425" y="5702"/>
                  </a:moveTo>
                  <a:lnTo>
                    <a:pt x="355" y="469"/>
                  </a:lnTo>
                  <a:lnTo>
                    <a:pt x="0" y="0"/>
                  </a:lnTo>
                  <a:lnTo>
                    <a:pt x="2425" y="5702"/>
                  </a:lnTo>
                  <a:close/>
                </a:path>
                <a:path w="12700" h="31750">
                  <a:moveTo>
                    <a:pt x="12573" y="31534"/>
                  </a:moveTo>
                  <a:lnTo>
                    <a:pt x="2552" y="6019"/>
                  </a:lnTo>
                  <a:lnTo>
                    <a:pt x="4610" y="13220"/>
                  </a:lnTo>
                  <a:lnTo>
                    <a:pt x="5892" y="21297"/>
                  </a:lnTo>
                  <a:lnTo>
                    <a:pt x="9398" y="26238"/>
                  </a:lnTo>
                  <a:lnTo>
                    <a:pt x="12573" y="3153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55369" y="9237079"/>
              <a:ext cx="1403148" cy="113382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4390396" y="9355842"/>
              <a:ext cx="2438400" cy="1121410"/>
            </a:xfrm>
            <a:custGeom>
              <a:avLst/>
              <a:gdLst/>
              <a:ahLst/>
              <a:cxnLst/>
              <a:rect l="l" t="t" r="r" b="b"/>
              <a:pathLst>
                <a:path w="2438400" h="1121409">
                  <a:moveTo>
                    <a:pt x="565759" y="174256"/>
                  </a:moveTo>
                  <a:lnTo>
                    <a:pt x="552018" y="103619"/>
                  </a:lnTo>
                  <a:lnTo>
                    <a:pt x="511429" y="47866"/>
                  </a:lnTo>
                  <a:lnTo>
                    <a:pt x="443090" y="11747"/>
                  </a:lnTo>
                  <a:lnTo>
                    <a:pt x="398208" y="2819"/>
                  </a:lnTo>
                  <a:lnTo>
                    <a:pt x="346189" y="0"/>
                  </a:lnTo>
                  <a:lnTo>
                    <a:pt x="317754" y="1028"/>
                  </a:lnTo>
                  <a:lnTo>
                    <a:pt x="260692" y="8636"/>
                  </a:lnTo>
                  <a:lnTo>
                    <a:pt x="204139" y="23901"/>
                  </a:lnTo>
                  <a:lnTo>
                    <a:pt x="152768" y="48361"/>
                  </a:lnTo>
                  <a:lnTo>
                    <a:pt x="107645" y="82296"/>
                  </a:lnTo>
                  <a:lnTo>
                    <a:pt x="70535" y="125920"/>
                  </a:lnTo>
                  <a:lnTo>
                    <a:pt x="42532" y="179539"/>
                  </a:lnTo>
                  <a:lnTo>
                    <a:pt x="28295" y="244665"/>
                  </a:lnTo>
                  <a:lnTo>
                    <a:pt x="26631" y="281647"/>
                  </a:lnTo>
                  <a:lnTo>
                    <a:pt x="28155" y="314401"/>
                  </a:lnTo>
                  <a:lnTo>
                    <a:pt x="39611" y="370560"/>
                  </a:lnTo>
                  <a:lnTo>
                    <a:pt x="61595" y="414807"/>
                  </a:lnTo>
                  <a:lnTo>
                    <a:pt x="90131" y="450494"/>
                  </a:lnTo>
                  <a:lnTo>
                    <a:pt x="124155" y="478421"/>
                  </a:lnTo>
                  <a:lnTo>
                    <a:pt x="161213" y="500176"/>
                  </a:lnTo>
                  <a:lnTo>
                    <a:pt x="219087" y="524344"/>
                  </a:lnTo>
                  <a:lnTo>
                    <a:pt x="254800" y="539292"/>
                  </a:lnTo>
                  <a:lnTo>
                    <a:pt x="299707" y="562965"/>
                  </a:lnTo>
                  <a:lnTo>
                    <a:pt x="328650" y="592251"/>
                  </a:lnTo>
                  <a:lnTo>
                    <a:pt x="334378" y="618845"/>
                  </a:lnTo>
                  <a:lnTo>
                    <a:pt x="333933" y="626846"/>
                  </a:lnTo>
                  <a:lnTo>
                    <a:pt x="312661" y="662419"/>
                  </a:lnTo>
                  <a:lnTo>
                    <a:pt x="270383" y="677786"/>
                  </a:lnTo>
                  <a:lnTo>
                    <a:pt x="245884" y="679538"/>
                  </a:lnTo>
                  <a:lnTo>
                    <a:pt x="225793" y="678738"/>
                  </a:lnTo>
                  <a:lnTo>
                    <a:pt x="173062" y="665619"/>
                  </a:lnTo>
                  <a:lnTo>
                    <a:pt x="130263" y="642493"/>
                  </a:lnTo>
                  <a:lnTo>
                    <a:pt x="75793" y="602119"/>
                  </a:lnTo>
                  <a:lnTo>
                    <a:pt x="66700" y="595934"/>
                  </a:lnTo>
                  <a:lnTo>
                    <a:pt x="20891" y="596696"/>
                  </a:lnTo>
                  <a:lnTo>
                    <a:pt x="4622" y="642391"/>
                  </a:lnTo>
                  <a:lnTo>
                    <a:pt x="406" y="698601"/>
                  </a:lnTo>
                  <a:lnTo>
                    <a:pt x="0" y="734923"/>
                  </a:lnTo>
                  <a:lnTo>
                    <a:pt x="1358" y="744639"/>
                  </a:lnTo>
                  <a:lnTo>
                    <a:pt x="33134" y="788111"/>
                  </a:lnTo>
                  <a:lnTo>
                    <a:pt x="80175" y="819213"/>
                  </a:lnTo>
                  <a:lnTo>
                    <a:pt x="120764" y="836942"/>
                  </a:lnTo>
                  <a:lnTo>
                    <a:pt x="167855" y="851395"/>
                  </a:lnTo>
                  <a:lnTo>
                    <a:pt x="220395" y="860958"/>
                  </a:lnTo>
                  <a:lnTo>
                    <a:pt x="277355" y="864006"/>
                  </a:lnTo>
                  <a:lnTo>
                    <a:pt x="310591" y="862685"/>
                  </a:lnTo>
                  <a:lnTo>
                    <a:pt x="370598" y="852982"/>
                  </a:lnTo>
                  <a:lnTo>
                    <a:pt x="421957" y="834123"/>
                  </a:lnTo>
                  <a:lnTo>
                    <a:pt x="464451" y="807618"/>
                  </a:lnTo>
                  <a:lnTo>
                    <a:pt x="498119" y="773950"/>
                  </a:lnTo>
                  <a:lnTo>
                    <a:pt x="523392" y="734225"/>
                  </a:lnTo>
                  <a:lnTo>
                    <a:pt x="540334" y="688936"/>
                  </a:lnTo>
                  <a:lnTo>
                    <a:pt x="548728" y="640105"/>
                  </a:lnTo>
                  <a:lnTo>
                    <a:pt x="549706" y="614476"/>
                  </a:lnTo>
                  <a:lnTo>
                    <a:pt x="548068" y="582790"/>
                  </a:lnTo>
                  <a:lnTo>
                    <a:pt x="535724" y="528116"/>
                  </a:lnTo>
                  <a:lnTo>
                    <a:pt x="512038" y="484466"/>
                  </a:lnTo>
                  <a:lnTo>
                    <a:pt x="481431" y="448500"/>
                  </a:lnTo>
                  <a:lnTo>
                    <a:pt x="445020" y="419468"/>
                  </a:lnTo>
                  <a:lnTo>
                    <a:pt x="405003" y="396240"/>
                  </a:lnTo>
                  <a:lnTo>
                    <a:pt x="362546" y="378002"/>
                  </a:lnTo>
                  <a:lnTo>
                    <a:pt x="342138" y="369316"/>
                  </a:lnTo>
                  <a:lnTo>
                    <a:pt x="303771" y="352158"/>
                  </a:lnTo>
                  <a:lnTo>
                    <a:pt x="255625" y="324954"/>
                  </a:lnTo>
                  <a:lnTo>
                    <a:pt x="224409" y="292125"/>
                  </a:lnTo>
                  <a:lnTo>
                    <a:pt x="218236" y="263156"/>
                  </a:lnTo>
                  <a:lnTo>
                    <a:pt x="220014" y="245668"/>
                  </a:lnTo>
                  <a:lnTo>
                    <a:pt x="247573" y="203288"/>
                  </a:lnTo>
                  <a:lnTo>
                    <a:pt x="296519" y="181470"/>
                  </a:lnTo>
                  <a:lnTo>
                    <a:pt x="314934" y="179959"/>
                  </a:lnTo>
                  <a:lnTo>
                    <a:pt x="327799" y="180682"/>
                  </a:lnTo>
                  <a:lnTo>
                    <a:pt x="364769" y="198729"/>
                  </a:lnTo>
                  <a:lnTo>
                    <a:pt x="386016" y="240334"/>
                  </a:lnTo>
                  <a:lnTo>
                    <a:pt x="390956" y="283349"/>
                  </a:lnTo>
                  <a:lnTo>
                    <a:pt x="391121" y="298386"/>
                  </a:lnTo>
                  <a:lnTo>
                    <a:pt x="393103" y="304088"/>
                  </a:lnTo>
                  <a:lnTo>
                    <a:pt x="424307" y="310883"/>
                  </a:lnTo>
                  <a:lnTo>
                    <a:pt x="456603" y="308571"/>
                  </a:lnTo>
                  <a:lnTo>
                    <a:pt x="509181" y="290918"/>
                  </a:lnTo>
                  <a:lnTo>
                    <a:pt x="545426" y="256095"/>
                  </a:lnTo>
                  <a:lnTo>
                    <a:pt x="563575" y="205447"/>
                  </a:lnTo>
                  <a:lnTo>
                    <a:pt x="565759" y="174256"/>
                  </a:lnTo>
                  <a:close/>
                </a:path>
                <a:path w="2438400" h="1121409">
                  <a:moveTo>
                    <a:pt x="1185037" y="305968"/>
                  </a:moveTo>
                  <a:lnTo>
                    <a:pt x="1180630" y="259537"/>
                  </a:lnTo>
                  <a:lnTo>
                    <a:pt x="1164209" y="220230"/>
                  </a:lnTo>
                  <a:lnTo>
                    <a:pt x="1131265" y="196329"/>
                  </a:lnTo>
                  <a:lnTo>
                    <a:pt x="1093495" y="187731"/>
                  </a:lnTo>
                  <a:lnTo>
                    <a:pt x="1077658" y="186880"/>
                  </a:lnTo>
                  <a:lnTo>
                    <a:pt x="1060170" y="187071"/>
                  </a:lnTo>
                  <a:lnTo>
                    <a:pt x="1008926" y="189014"/>
                  </a:lnTo>
                  <a:lnTo>
                    <a:pt x="991476" y="234315"/>
                  </a:lnTo>
                  <a:lnTo>
                    <a:pt x="989291" y="311632"/>
                  </a:lnTo>
                  <a:lnTo>
                    <a:pt x="987958" y="389610"/>
                  </a:lnTo>
                  <a:lnTo>
                    <a:pt x="987120" y="416242"/>
                  </a:lnTo>
                  <a:lnTo>
                    <a:pt x="983957" y="469341"/>
                  </a:lnTo>
                  <a:lnTo>
                    <a:pt x="978712" y="521944"/>
                  </a:lnTo>
                  <a:lnTo>
                    <a:pt x="970965" y="571525"/>
                  </a:lnTo>
                  <a:lnTo>
                    <a:pt x="960361" y="615581"/>
                  </a:lnTo>
                  <a:lnTo>
                    <a:pt x="946099" y="653135"/>
                  </a:lnTo>
                  <a:lnTo>
                    <a:pt x="916266" y="694702"/>
                  </a:lnTo>
                  <a:lnTo>
                    <a:pt x="874585" y="710603"/>
                  </a:lnTo>
                  <a:lnTo>
                    <a:pt x="857199" y="709828"/>
                  </a:lnTo>
                  <a:lnTo>
                    <a:pt x="816356" y="689724"/>
                  </a:lnTo>
                  <a:lnTo>
                    <a:pt x="795261" y="645591"/>
                  </a:lnTo>
                  <a:lnTo>
                    <a:pt x="793229" y="626084"/>
                  </a:lnTo>
                  <a:lnTo>
                    <a:pt x="793661" y="603973"/>
                  </a:lnTo>
                  <a:lnTo>
                    <a:pt x="802805" y="306527"/>
                  </a:lnTo>
                  <a:lnTo>
                    <a:pt x="803186" y="282968"/>
                  </a:lnTo>
                  <a:lnTo>
                    <a:pt x="796277" y="241198"/>
                  </a:lnTo>
                  <a:lnTo>
                    <a:pt x="768502" y="204724"/>
                  </a:lnTo>
                  <a:lnTo>
                    <a:pt x="725398" y="189268"/>
                  </a:lnTo>
                  <a:lnTo>
                    <a:pt x="695109" y="186867"/>
                  </a:lnTo>
                  <a:lnTo>
                    <a:pt x="677595" y="187096"/>
                  </a:lnTo>
                  <a:lnTo>
                    <a:pt x="628700" y="188950"/>
                  </a:lnTo>
                  <a:lnTo>
                    <a:pt x="608037" y="226441"/>
                  </a:lnTo>
                  <a:lnTo>
                    <a:pt x="604875" y="291172"/>
                  </a:lnTo>
                  <a:lnTo>
                    <a:pt x="602716" y="350964"/>
                  </a:lnTo>
                  <a:lnTo>
                    <a:pt x="600760" y="439585"/>
                  </a:lnTo>
                  <a:lnTo>
                    <a:pt x="598398" y="515378"/>
                  </a:lnTo>
                  <a:lnTo>
                    <a:pt x="595541" y="621347"/>
                  </a:lnTo>
                  <a:lnTo>
                    <a:pt x="595083" y="669442"/>
                  </a:lnTo>
                  <a:lnTo>
                    <a:pt x="595414" y="689698"/>
                  </a:lnTo>
                  <a:lnTo>
                    <a:pt x="604088" y="740676"/>
                  </a:lnTo>
                  <a:lnTo>
                    <a:pt x="627329" y="788377"/>
                  </a:lnTo>
                  <a:lnTo>
                    <a:pt x="663054" y="826046"/>
                  </a:lnTo>
                  <a:lnTo>
                    <a:pt x="711009" y="852093"/>
                  </a:lnTo>
                  <a:lnTo>
                    <a:pt x="754697" y="861733"/>
                  </a:lnTo>
                  <a:lnTo>
                    <a:pt x="802830" y="863815"/>
                  </a:lnTo>
                  <a:lnTo>
                    <a:pt x="814717" y="863028"/>
                  </a:lnTo>
                  <a:lnTo>
                    <a:pt x="863320" y="853071"/>
                  </a:lnTo>
                  <a:lnTo>
                    <a:pt x="898906" y="837057"/>
                  </a:lnTo>
                  <a:lnTo>
                    <a:pt x="941222" y="806297"/>
                  </a:lnTo>
                  <a:lnTo>
                    <a:pt x="970800" y="771588"/>
                  </a:lnTo>
                  <a:lnTo>
                    <a:pt x="972045" y="780935"/>
                  </a:lnTo>
                  <a:lnTo>
                    <a:pt x="987907" y="824217"/>
                  </a:lnTo>
                  <a:lnTo>
                    <a:pt x="1017422" y="849160"/>
                  </a:lnTo>
                  <a:lnTo>
                    <a:pt x="1065022" y="863028"/>
                  </a:lnTo>
                  <a:lnTo>
                    <a:pt x="1080490" y="863993"/>
                  </a:lnTo>
                  <a:lnTo>
                    <a:pt x="1097457" y="863854"/>
                  </a:lnTo>
                  <a:lnTo>
                    <a:pt x="1154607" y="861695"/>
                  </a:lnTo>
                  <a:lnTo>
                    <a:pt x="1176299" y="565899"/>
                  </a:lnTo>
                  <a:lnTo>
                    <a:pt x="1182509" y="410997"/>
                  </a:lnTo>
                  <a:lnTo>
                    <a:pt x="1185037" y="318249"/>
                  </a:lnTo>
                  <a:lnTo>
                    <a:pt x="1185037" y="305968"/>
                  </a:lnTo>
                  <a:close/>
                </a:path>
                <a:path w="2438400" h="1121409">
                  <a:moveTo>
                    <a:pt x="1831441" y="513041"/>
                  </a:moveTo>
                  <a:lnTo>
                    <a:pt x="1831378" y="501954"/>
                  </a:lnTo>
                  <a:lnTo>
                    <a:pt x="1831289" y="487426"/>
                  </a:lnTo>
                  <a:lnTo>
                    <a:pt x="1831174" y="468515"/>
                  </a:lnTo>
                  <a:lnTo>
                    <a:pt x="1826945" y="412813"/>
                  </a:lnTo>
                  <a:lnTo>
                    <a:pt x="1818436" y="363105"/>
                  </a:lnTo>
                  <a:lnTo>
                    <a:pt x="1815566" y="353364"/>
                  </a:lnTo>
                  <a:lnTo>
                    <a:pt x="1815477" y="353060"/>
                  </a:lnTo>
                  <a:lnTo>
                    <a:pt x="1795703" y="298145"/>
                  </a:lnTo>
                  <a:lnTo>
                    <a:pt x="1767332" y="252933"/>
                  </a:lnTo>
                  <a:lnTo>
                    <a:pt x="1734743" y="224332"/>
                  </a:lnTo>
                  <a:lnTo>
                    <a:pt x="1695589" y="204470"/>
                  </a:lnTo>
                  <a:lnTo>
                    <a:pt x="1649869" y="193344"/>
                  </a:lnTo>
                  <a:lnTo>
                    <a:pt x="1619262" y="191960"/>
                  </a:lnTo>
                  <a:lnTo>
                    <a:pt x="1619262" y="501954"/>
                  </a:lnTo>
                  <a:lnTo>
                    <a:pt x="1618894" y="549490"/>
                  </a:lnTo>
                  <a:lnTo>
                    <a:pt x="1613966" y="593686"/>
                  </a:lnTo>
                  <a:lnTo>
                    <a:pt x="1590509" y="657898"/>
                  </a:lnTo>
                  <a:lnTo>
                    <a:pt x="1553400" y="696201"/>
                  </a:lnTo>
                  <a:lnTo>
                    <a:pt x="1507147" y="710184"/>
                  </a:lnTo>
                  <a:lnTo>
                    <a:pt x="1493558" y="709790"/>
                  </a:lnTo>
                  <a:lnTo>
                    <a:pt x="1450975" y="690486"/>
                  </a:lnTo>
                  <a:lnTo>
                    <a:pt x="1424279" y="649427"/>
                  </a:lnTo>
                  <a:lnTo>
                    <a:pt x="1412951" y="609117"/>
                  </a:lnTo>
                  <a:lnTo>
                    <a:pt x="1407477" y="564654"/>
                  </a:lnTo>
                  <a:lnTo>
                    <a:pt x="1406677" y="549490"/>
                  </a:lnTo>
                  <a:lnTo>
                    <a:pt x="1406906" y="513041"/>
                  </a:lnTo>
                  <a:lnTo>
                    <a:pt x="1406931" y="507238"/>
                  </a:lnTo>
                  <a:lnTo>
                    <a:pt x="1418602" y="436397"/>
                  </a:lnTo>
                  <a:lnTo>
                    <a:pt x="1445387" y="384670"/>
                  </a:lnTo>
                  <a:lnTo>
                    <a:pt x="1488808" y="357289"/>
                  </a:lnTo>
                  <a:lnTo>
                    <a:pt x="1516849" y="353060"/>
                  </a:lnTo>
                  <a:lnTo>
                    <a:pt x="1530985" y="353364"/>
                  </a:lnTo>
                  <a:lnTo>
                    <a:pt x="1574977" y="370852"/>
                  </a:lnTo>
                  <a:lnTo>
                    <a:pt x="1601876" y="407924"/>
                  </a:lnTo>
                  <a:lnTo>
                    <a:pt x="1613103" y="445249"/>
                  </a:lnTo>
                  <a:lnTo>
                    <a:pt x="1618488" y="487426"/>
                  </a:lnTo>
                  <a:lnTo>
                    <a:pt x="1619262" y="501954"/>
                  </a:lnTo>
                  <a:lnTo>
                    <a:pt x="1619262" y="191960"/>
                  </a:lnTo>
                  <a:lnTo>
                    <a:pt x="1567002" y="193535"/>
                  </a:lnTo>
                  <a:lnTo>
                    <a:pt x="1513840" y="207213"/>
                  </a:lnTo>
                  <a:lnTo>
                    <a:pt x="1471320" y="232625"/>
                  </a:lnTo>
                  <a:lnTo>
                    <a:pt x="1437525" y="272567"/>
                  </a:lnTo>
                  <a:lnTo>
                    <a:pt x="1423835" y="298145"/>
                  </a:lnTo>
                  <a:lnTo>
                    <a:pt x="1420964" y="277202"/>
                  </a:lnTo>
                  <a:lnTo>
                    <a:pt x="1403451" y="231101"/>
                  </a:lnTo>
                  <a:lnTo>
                    <a:pt x="1372768" y="203339"/>
                  </a:lnTo>
                  <a:lnTo>
                    <a:pt x="1325892" y="191833"/>
                  </a:lnTo>
                  <a:lnTo>
                    <a:pt x="1296085" y="191249"/>
                  </a:lnTo>
                  <a:lnTo>
                    <a:pt x="1237627" y="193344"/>
                  </a:lnTo>
                  <a:lnTo>
                    <a:pt x="1239393" y="193344"/>
                  </a:lnTo>
                  <a:lnTo>
                    <a:pt x="1233462" y="194678"/>
                  </a:lnTo>
                  <a:lnTo>
                    <a:pt x="1225981" y="244703"/>
                  </a:lnTo>
                  <a:lnTo>
                    <a:pt x="1226070" y="300520"/>
                  </a:lnTo>
                  <a:lnTo>
                    <a:pt x="1225511" y="331089"/>
                  </a:lnTo>
                  <a:lnTo>
                    <a:pt x="1223175" y="395655"/>
                  </a:lnTo>
                  <a:lnTo>
                    <a:pt x="1220279" y="468515"/>
                  </a:lnTo>
                  <a:lnTo>
                    <a:pt x="1211910" y="667016"/>
                  </a:lnTo>
                  <a:lnTo>
                    <a:pt x="1210411" y="703605"/>
                  </a:lnTo>
                  <a:lnTo>
                    <a:pt x="1208697" y="746912"/>
                  </a:lnTo>
                  <a:lnTo>
                    <a:pt x="1205979" y="818591"/>
                  </a:lnTo>
                  <a:lnTo>
                    <a:pt x="1203756" y="880579"/>
                  </a:lnTo>
                  <a:lnTo>
                    <a:pt x="1202169" y="935685"/>
                  </a:lnTo>
                  <a:lnTo>
                    <a:pt x="1202118" y="937717"/>
                  </a:lnTo>
                  <a:lnTo>
                    <a:pt x="1201674" y="970699"/>
                  </a:lnTo>
                  <a:lnTo>
                    <a:pt x="1201559" y="1013688"/>
                  </a:lnTo>
                  <a:lnTo>
                    <a:pt x="1202359" y="1026756"/>
                  </a:lnTo>
                  <a:lnTo>
                    <a:pt x="1212113" y="1070711"/>
                  </a:lnTo>
                  <a:lnTo>
                    <a:pt x="1236357" y="1101229"/>
                  </a:lnTo>
                  <a:lnTo>
                    <a:pt x="1278661" y="1118108"/>
                  </a:lnTo>
                  <a:lnTo>
                    <a:pt x="1308658" y="1120851"/>
                  </a:lnTo>
                  <a:lnTo>
                    <a:pt x="1326159" y="1120698"/>
                  </a:lnTo>
                  <a:lnTo>
                    <a:pt x="1378966" y="1118806"/>
                  </a:lnTo>
                  <a:lnTo>
                    <a:pt x="1394269" y="1087653"/>
                  </a:lnTo>
                  <a:lnTo>
                    <a:pt x="1395120" y="1070711"/>
                  </a:lnTo>
                  <a:lnTo>
                    <a:pt x="1397241" y="1026896"/>
                  </a:lnTo>
                  <a:lnTo>
                    <a:pt x="1399768" y="937717"/>
                  </a:lnTo>
                  <a:lnTo>
                    <a:pt x="1399819" y="935685"/>
                  </a:lnTo>
                  <a:lnTo>
                    <a:pt x="1400390" y="919403"/>
                  </a:lnTo>
                  <a:lnTo>
                    <a:pt x="1400898" y="911021"/>
                  </a:lnTo>
                  <a:lnTo>
                    <a:pt x="1401292" y="903528"/>
                  </a:lnTo>
                  <a:lnTo>
                    <a:pt x="1401572" y="896912"/>
                  </a:lnTo>
                  <a:lnTo>
                    <a:pt x="1401737" y="891184"/>
                  </a:lnTo>
                  <a:lnTo>
                    <a:pt x="1401889" y="884135"/>
                  </a:lnTo>
                  <a:lnTo>
                    <a:pt x="1402194" y="876096"/>
                  </a:lnTo>
                  <a:lnTo>
                    <a:pt x="1402816" y="864158"/>
                  </a:lnTo>
                  <a:lnTo>
                    <a:pt x="1403540" y="851814"/>
                  </a:lnTo>
                  <a:lnTo>
                    <a:pt x="1404188" y="841844"/>
                  </a:lnTo>
                  <a:lnTo>
                    <a:pt x="1404924" y="831215"/>
                  </a:lnTo>
                  <a:lnTo>
                    <a:pt x="1405712" y="819150"/>
                  </a:lnTo>
                  <a:lnTo>
                    <a:pt x="1406613" y="803871"/>
                  </a:lnTo>
                  <a:lnTo>
                    <a:pt x="1407541" y="786447"/>
                  </a:lnTo>
                  <a:lnTo>
                    <a:pt x="1408531" y="766533"/>
                  </a:lnTo>
                  <a:lnTo>
                    <a:pt x="1420368" y="789368"/>
                  </a:lnTo>
                  <a:lnTo>
                    <a:pt x="1449527" y="826465"/>
                  </a:lnTo>
                  <a:lnTo>
                    <a:pt x="1486687" y="851814"/>
                  </a:lnTo>
                  <a:lnTo>
                    <a:pt x="1536242" y="863536"/>
                  </a:lnTo>
                  <a:lnTo>
                    <a:pt x="1565935" y="864158"/>
                  </a:lnTo>
                  <a:lnTo>
                    <a:pt x="1594916" y="861504"/>
                  </a:lnTo>
                  <a:lnTo>
                    <a:pt x="1649437" y="846632"/>
                  </a:lnTo>
                  <a:lnTo>
                    <a:pt x="1699069" y="819150"/>
                  </a:lnTo>
                  <a:lnTo>
                    <a:pt x="1742059" y="779754"/>
                  </a:lnTo>
                  <a:lnTo>
                    <a:pt x="1777898" y="728726"/>
                  </a:lnTo>
                  <a:lnTo>
                    <a:pt x="1805292" y="667016"/>
                  </a:lnTo>
                  <a:lnTo>
                    <a:pt x="1823720" y="594880"/>
                  </a:lnTo>
                  <a:lnTo>
                    <a:pt x="1828952" y="555155"/>
                  </a:lnTo>
                  <a:lnTo>
                    <a:pt x="1831441" y="513041"/>
                  </a:lnTo>
                  <a:close/>
                </a:path>
                <a:path w="2438400" h="1121409">
                  <a:moveTo>
                    <a:pt x="2437904" y="357022"/>
                  </a:moveTo>
                  <a:lnTo>
                    <a:pt x="2437155" y="347091"/>
                  </a:lnTo>
                  <a:lnTo>
                    <a:pt x="2437053" y="345744"/>
                  </a:lnTo>
                  <a:lnTo>
                    <a:pt x="2436558" y="339013"/>
                  </a:lnTo>
                  <a:lnTo>
                    <a:pt x="2423769" y="288836"/>
                  </a:lnTo>
                  <a:lnTo>
                    <a:pt x="2396579" y="246126"/>
                  </a:lnTo>
                  <a:lnTo>
                    <a:pt x="2353145" y="213220"/>
                  </a:lnTo>
                  <a:lnTo>
                    <a:pt x="2314156" y="197815"/>
                  </a:lnTo>
                  <a:lnTo>
                    <a:pt x="2266492" y="188760"/>
                  </a:lnTo>
                  <a:lnTo>
                    <a:pt x="2240826" y="187121"/>
                  </a:lnTo>
                  <a:lnTo>
                    <a:pt x="2237079" y="187121"/>
                  </a:lnTo>
                  <a:lnTo>
                    <a:pt x="2237079" y="405206"/>
                  </a:lnTo>
                  <a:lnTo>
                    <a:pt x="2234933" y="425932"/>
                  </a:lnTo>
                  <a:lnTo>
                    <a:pt x="2213292" y="460400"/>
                  </a:lnTo>
                  <a:lnTo>
                    <a:pt x="2169668" y="485394"/>
                  </a:lnTo>
                  <a:lnTo>
                    <a:pt x="2110663" y="499821"/>
                  </a:lnTo>
                  <a:lnTo>
                    <a:pt x="2075827" y="502983"/>
                  </a:lnTo>
                  <a:lnTo>
                    <a:pt x="2077351" y="490359"/>
                  </a:lnTo>
                  <a:lnTo>
                    <a:pt x="2084120" y="450608"/>
                  </a:lnTo>
                  <a:lnTo>
                    <a:pt x="2095919" y="412038"/>
                  </a:lnTo>
                  <a:lnTo>
                    <a:pt x="2122322" y="370192"/>
                  </a:lnTo>
                  <a:lnTo>
                    <a:pt x="2162213" y="347091"/>
                  </a:lnTo>
                  <a:lnTo>
                    <a:pt x="2174710" y="345744"/>
                  </a:lnTo>
                  <a:lnTo>
                    <a:pt x="2189111" y="346443"/>
                  </a:lnTo>
                  <a:lnTo>
                    <a:pt x="2227656" y="372681"/>
                  </a:lnTo>
                  <a:lnTo>
                    <a:pt x="2237079" y="405206"/>
                  </a:lnTo>
                  <a:lnTo>
                    <a:pt x="2237079" y="187121"/>
                  </a:lnTo>
                  <a:lnTo>
                    <a:pt x="2209622" y="187121"/>
                  </a:lnTo>
                  <a:lnTo>
                    <a:pt x="2172551" y="189699"/>
                  </a:lnTo>
                  <a:lnTo>
                    <a:pt x="2106688" y="202577"/>
                  </a:lnTo>
                  <a:lnTo>
                    <a:pt x="2051519" y="225221"/>
                  </a:lnTo>
                  <a:lnTo>
                    <a:pt x="2005152" y="254609"/>
                  </a:lnTo>
                  <a:lnTo>
                    <a:pt x="1967166" y="289953"/>
                  </a:lnTo>
                  <a:lnTo>
                    <a:pt x="1936838" y="329742"/>
                  </a:lnTo>
                  <a:lnTo>
                    <a:pt x="1913775" y="373214"/>
                  </a:lnTo>
                  <a:lnTo>
                    <a:pt x="1896300" y="417322"/>
                  </a:lnTo>
                  <a:lnTo>
                    <a:pt x="1884057" y="461340"/>
                  </a:lnTo>
                  <a:lnTo>
                    <a:pt x="1876336" y="504228"/>
                  </a:lnTo>
                  <a:lnTo>
                    <a:pt x="1872716" y="545198"/>
                  </a:lnTo>
                  <a:lnTo>
                    <a:pt x="1871865" y="563714"/>
                  </a:lnTo>
                  <a:lnTo>
                    <a:pt x="1871878" y="597700"/>
                  </a:lnTo>
                  <a:lnTo>
                    <a:pt x="1874583" y="633196"/>
                  </a:lnTo>
                  <a:lnTo>
                    <a:pt x="1874697" y="634733"/>
                  </a:lnTo>
                  <a:lnTo>
                    <a:pt x="1889950" y="701103"/>
                  </a:lnTo>
                  <a:lnTo>
                    <a:pt x="1917065" y="753821"/>
                  </a:lnTo>
                  <a:lnTo>
                    <a:pt x="1951901" y="795274"/>
                  </a:lnTo>
                  <a:lnTo>
                    <a:pt x="1993531" y="825995"/>
                  </a:lnTo>
                  <a:lnTo>
                    <a:pt x="2040407" y="846899"/>
                  </a:lnTo>
                  <a:lnTo>
                    <a:pt x="2091664" y="858570"/>
                  </a:lnTo>
                  <a:lnTo>
                    <a:pt x="2143620" y="863333"/>
                  </a:lnTo>
                  <a:lnTo>
                    <a:pt x="2168614" y="863333"/>
                  </a:lnTo>
                  <a:lnTo>
                    <a:pt x="2209177" y="860171"/>
                  </a:lnTo>
                  <a:lnTo>
                    <a:pt x="2249792" y="853465"/>
                  </a:lnTo>
                  <a:lnTo>
                    <a:pt x="2288959" y="842975"/>
                  </a:lnTo>
                  <a:lnTo>
                    <a:pt x="2339937" y="819658"/>
                  </a:lnTo>
                  <a:lnTo>
                    <a:pt x="2377783" y="786409"/>
                  </a:lnTo>
                  <a:lnTo>
                    <a:pt x="2396299" y="743178"/>
                  </a:lnTo>
                  <a:lnTo>
                    <a:pt x="2397074" y="726567"/>
                  </a:lnTo>
                  <a:lnTo>
                    <a:pt x="2395893" y="712838"/>
                  </a:lnTo>
                  <a:lnTo>
                    <a:pt x="2394597" y="705904"/>
                  </a:lnTo>
                  <a:lnTo>
                    <a:pt x="2393315" y="698957"/>
                  </a:lnTo>
                  <a:lnTo>
                    <a:pt x="2370505" y="661416"/>
                  </a:lnTo>
                  <a:lnTo>
                    <a:pt x="2332558" y="640905"/>
                  </a:lnTo>
                  <a:lnTo>
                    <a:pt x="2308212" y="636879"/>
                  </a:lnTo>
                  <a:lnTo>
                    <a:pt x="2295601" y="637311"/>
                  </a:lnTo>
                  <a:lnTo>
                    <a:pt x="2288794" y="640905"/>
                  </a:lnTo>
                  <a:lnTo>
                    <a:pt x="2283917" y="647750"/>
                  </a:lnTo>
                  <a:lnTo>
                    <a:pt x="2280056" y="653072"/>
                  </a:lnTo>
                  <a:lnTo>
                    <a:pt x="2254466" y="683069"/>
                  </a:lnTo>
                  <a:lnTo>
                    <a:pt x="2219020" y="702475"/>
                  </a:lnTo>
                  <a:lnTo>
                    <a:pt x="2191766" y="705904"/>
                  </a:lnTo>
                  <a:lnTo>
                    <a:pt x="2176957" y="705739"/>
                  </a:lnTo>
                  <a:lnTo>
                    <a:pt x="2139365" y="697014"/>
                  </a:lnTo>
                  <a:lnTo>
                    <a:pt x="2104161" y="670966"/>
                  </a:lnTo>
                  <a:lnTo>
                    <a:pt x="2083358" y="633196"/>
                  </a:lnTo>
                  <a:lnTo>
                    <a:pt x="2075459" y="597700"/>
                  </a:lnTo>
                  <a:lnTo>
                    <a:pt x="2085898" y="597242"/>
                  </a:lnTo>
                  <a:lnTo>
                    <a:pt x="2098344" y="596493"/>
                  </a:lnTo>
                  <a:lnTo>
                    <a:pt x="2146998" y="592264"/>
                  </a:lnTo>
                  <a:lnTo>
                    <a:pt x="2184971" y="586257"/>
                  </a:lnTo>
                  <a:lnTo>
                    <a:pt x="2225776" y="577138"/>
                  </a:lnTo>
                  <a:lnTo>
                    <a:pt x="2267394" y="564794"/>
                  </a:lnTo>
                  <a:lnTo>
                    <a:pt x="2308923" y="548894"/>
                  </a:lnTo>
                  <a:lnTo>
                    <a:pt x="2346985" y="527786"/>
                  </a:lnTo>
                  <a:lnTo>
                    <a:pt x="2378532" y="502983"/>
                  </a:lnTo>
                  <a:lnTo>
                    <a:pt x="2407983" y="468541"/>
                  </a:lnTo>
                  <a:lnTo>
                    <a:pt x="2428024" y="429717"/>
                  </a:lnTo>
                  <a:lnTo>
                    <a:pt x="2437409" y="383235"/>
                  </a:lnTo>
                  <a:lnTo>
                    <a:pt x="2437790" y="363131"/>
                  </a:lnTo>
                  <a:lnTo>
                    <a:pt x="2437904" y="357022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1419841" y="5818695"/>
            <a:ext cx="487680" cy="382270"/>
          </a:xfrm>
          <a:custGeom>
            <a:avLst/>
            <a:gdLst/>
            <a:ahLst/>
            <a:cxnLst/>
            <a:rect l="l" t="t" r="r" b="b"/>
            <a:pathLst>
              <a:path w="487680" h="382270">
                <a:moveTo>
                  <a:pt x="298106" y="104"/>
                </a:moveTo>
                <a:lnTo>
                  <a:pt x="84301" y="0"/>
                </a:lnTo>
                <a:lnTo>
                  <a:pt x="24844" y="24665"/>
                </a:lnTo>
                <a:lnTo>
                  <a:pt x="115" y="84081"/>
                </a:lnTo>
                <a:lnTo>
                  <a:pt x="0" y="297771"/>
                </a:lnTo>
                <a:lnTo>
                  <a:pt x="6619" y="330457"/>
                </a:lnTo>
                <a:lnTo>
                  <a:pt x="24677" y="357212"/>
                </a:lnTo>
                <a:lnTo>
                  <a:pt x="51424" y="375289"/>
                </a:lnTo>
                <a:lnTo>
                  <a:pt x="84112" y="381936"/>
                </a:lnTo>
                <a:lnTo>
                  <a:pt x="297917" y="382040"/>
                </a:lnTo>
                <a:lnTo>
                  <a:pt x="330625" y="375424"/>
                </a:lnTo>
                <a:lnTo>
                  <a:pt x="357397" y="357375"/>
                </a:lnTo>
                <a:lnTo>
                  <a:pt x="375484" y="330638"/>
                </a:lnTo>
                <a:lnTo>
                  <a:pt x="382134" y="297959"/>
                </a:lnTo>
                <a:lnTo>
                  <a:pt x="382239" y="79421"/>
                </a:lnTo>
                <a:lnTo>
                  <a:pt x="381820" y="74667"/>
                </a:lnTo>
                <a:lnTo>
                  <a:pt x="381056" y="70029"/>
                </a:lnTo>
                <a:lnTo>
                  <a:pt x="410997" y="48253"/>
                </a:lnTo>
                <a:lnTo>
                  <a:pt x="439122" y="32911"/>
                </a:lnTo>
                <a:lnTo>
                  <a:pt x="464719" y="24976"/>
                </a:lnTo>
                <a:lnTo>
                  <a:pt x="487074" y="25423"/>
                </a:lnTo>
                <a:lnTo>
                  <a:pt x="449778" y="19270"/>
                </a:lnTo>
                <a:lnTo>
                  <a:pt x="411650" y="29010"/>
                </a:lnTo>
                <a:lnTo>
                  <a:pt x="373595" y="51445"/>
                </a:lnTo>
                <a:lnTo>
                  <a:pt x="336517" y="83376"/>
                </a:lnTo>
                <a:lnTo>
                  <a:pt x="301323" y="121604"/>
                </a:lnTo>
                <a:lnTo>
                  <a:pt x="268917" y="162932"/>
                </a:lnTo>
                <a:lnTo>
                  <a:pt x="240206" y="204159"/>
                </a:lnTo>
                <a:lnTo>
                  <a:pt x="216095" y="242089"/>
                </a:lnTo>
                <a:lnTo>
                  <a:pt x="185292" y="295258"/>
                </a:lnTo>
                <a:lnTo>
                  <a:pt x="78960" y="136760"/>
                </a:lnTo>
                <a:lnTo>
                  <a:pt x="178277" y="195041"/>
                </a:lnTo>
                <a:lnTo>
                  <a:pt x="214707" y="151215"/>
                </a:lnTo>
                <a:lnTo>
                  <a:pt x="251649" y="112097"/>
                </a:lnTo>
                <a:lnTo>
                  <a:pt x="288442" y="78012"/>
                </a:lnTo>
                <a:lnTo>
                  <a:pt x="324426" y="49288"/>
                </a:lnTo>
                <a:lnTo>
                  <a:pt x="358941" y="26250"/>
                </a:lnTo>
                <a:lnTo>
                  <a:pt x="346311" y="15390"/>
                </a:lnTo>
                <a:lnTo>
                  <a:pt x="331712" y="7158"/>
                </a:lnTo>
                <a:lnTo>
                  <a:pt x="315518" y="1935"/>
                </a:lnTo>
                <a:lnTo>
                  <a:pt x="298106" y="104"/>
                </a:lnTo>
                <a:close/>
              </a:path>
            </a:pathLst>
          </a:custGeom>
          <a:solidFill>
            <a:srgbClr val="0020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03497" y="5821919"/>
            <a:ext cx="3350276" cy="443667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1042889" y="6509774"/>
            <a:ext cx="487680" cy="382270"/>
          </a:xfrm>
          <a:custGeom>
            <a:avLst/>
            <a:gdLst/>
            <a:ahLst/>
            <a:cxnLst/>
            <a:rect l="l" t="t" r="r" b="b"/>
            <a:pathLst>
              <a:path w="487680" h="382270">
                <a:moveTo>
                  <a:pt x="298106" y="104"/>
                </a:moveTo>
                <a:lnTo>
                  <a:pt x="84301" y="0"/>
                </a:lnTo>
                <a:lnTo>
                  <a:pt x="24844" y="24665"/>
                </a:lnTo>
                <a:lnTo>
                  <a:pt x="115" y="84081"/>
                </a:lnTo>
                <a:lnTo>
                  <a:pt x="0" y="297771"/>
                </a:lnTo>
                <a:lnTo>
                  <a:pt x="6619" y="330457"/>
                </a:lnTo>
                <a:lnTo>
                  <a:pt x="24677" y="357212"/>
                </a:lnTo>
                <a:lnTo>
                  <a:pt x="51424" y="375289"/>
                </a:lnTo>
                <a:lnTo>
                  <a:pt x="84112" y="381936"/>
                </a:lnTo>
                <a:lnTo>
                  <a:pt x="297917" y="382040"/>
                </a:lnTo>
                <a:lnTo>
                  <a:pt x="330625" y="375424"/>
                </a:lnTo>
                <a:lnTo>
                  <a:pt x="357397" y="357375"/>
                </a:lnTo>
                <a:lnTo>
                  <a:pt x="375484" y="330638"/>
                </a:lnTo>
                <a:lnTo>
                  <a:pt x="382134" y="297959"/>
                </a:lnTo>
                <a:lnTo>
                  <a:pt x="382239" y="79421"/>
                </a:lnTo>
                <a:lnTo>
                  <a:pt x="381820" y="74667"/>
                </a:lnTo>
                <a:lnTo>
                  <a:pt x="381056" y="70029"/>
                </a:lnTo>
                <a:lnTo>
                  <a:pt x="410997" y="48253"/>
                </a:lnTo>
                <a:lnTo>
                  <a:pt x="439122" y="32911"/>
                </a:lnTo>
                <a:lnTo>
                  <a:pt x="464719" y="24976"/>
                </a:lnTo>
                <a:lnTo>
                  <a:pt x="487074" y="25423"/>
                </a:lnTo>
                <a:lnTo>
                  <a:pt x="449778" y="19270"/>
                </a:lnTo>
                <a:lnTo>
                  <a:pt x="411650" y="29010"/>
                </a:lnTo>
                <a:lnTo>
                  <a:pt x="373595" y="51445"/>
                </a:lnTo>
                <a:lnTo>
                  <a:pt x="336517" y="83376"/>
                </a:lnTo>
                <a:lnTo>
                  <a:pt x="301323" y="121604"/>
                </a:lnTo>
                <a:lnTo>
                  <a:pt x="268917" y="162932"/>
                </a:lnTo>
                <a:lnTo>
                  <a:pt x="240206" y="204159"/>
                </a:lnTo>
                <a:lnTo>
                  <a:pt x="216095" y="242089"/>
                </a:lnTo>
                <a:lnTo>
                  <a:pt x="185292" y="295258"/>
                </a:lnTo>
                <a:lnTo>
                  <a:pt x="78960" y="136760"/>
                </a:lnTo>
                <a:lnTo>
                  <a:pt x="178277" y="195041"/>
                </a:lnTo>
                <a:lnTo>
                  <a:pt x="214707" y="151215"/>
                </a:lnTo>
                <a:lnTo>
                  <a:pt x="251649" y="112097"/>
                </a:lnTo>
                <a:lnTo>
                  <a:pt x="288442" y="78012"/>
                </a:lnTo>
                <a:lnTo>
                  <a:pt x="324426" y="49288"/>
                </a:lnTo>
                <a:lnTo>
                  <a:pt x="358941" y="26250"/>
                </a:lnTo>
                <a:lnTo>
                  <a:pt x="346311" y="15390"/>
                </a:lnTo>
                <a:lnTo>
                  <a:pt x="331712" y="7158"/>
                </a:lnTo>
                <a:lnTo>
                  <a:pt x="315518" y="1935"/>
                </a:lnTo>
                <a:lnTo>
                  <a:pt x="298106" y="104"/>
                </a:lnTo>
                <a:close/>
              </a:path>
            </a:pathLst>
          </a:custGeom>
          <a:solidFill>
            <a:srgbClr val="0020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26541" y="6508619"/>
            <a:ext cx="3247503" cy="43905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12525" y="7075044"/>
            <a:ext cx="2359260" cy="359226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984468" y="0"/>
            <a:ext cx="6765925" cy="5328920"/>
            <a:chOff x="984468" y="0"/>
            <a:chExt cx="6765925" cy="5328920"/>
          </a:xfrm>
        </p:grpSpPr>
        <p:sp>
          <p:nvSpPr>
            <p:cNvPr id="28" name="object 28"/>
            <p:cNvSpPr/>
            <p:nvPr/>
          </p:nvSpPr>
          <p:spPr>
            <a:xfrm>
              <a:off x="1947584" y="0"/>
              <a:ext cx="5802630" cy="2827655"/>
            </a:xfrm>
            <a:custGeom>
              <a:avLst/>
              <a:gdLst/>
              <a:ahLst/>
              <a:cxnLst/>
              <a:rect l="l" t="t" r="r" b="b"/>
              <a:pathLst>
                <a:path w="5802630" h="2827655">
                  <a:moveTo>
                    <a:pt x="5802630" y="0"/>
                  </a:moveTo>
                  <a:lnTo>
                    <a:pt x="1690414" y="0"/>
                  </a:lnTo>
                  <a:lnTo>
                    <a:pt x="0" y="2827139"/>
                  </a:lnTo>
                  <a:lnTo>
                    <a:pt x="4293063" y="2711959"/>
                  </a:lnTo>
                  <a:lnTo>
                    <a:pt x="580263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84465" y="2070893"/>
              <a:ext cx="6529070" cy="3258185"/>
            </a:xfrm>
            <a:custGeom>
              <a:avLst/>
              <a:gdLst/>
              <a:ahLst/>
              <a:cxnLst/>
              <a:rect l="l" t="t" r="r" b="b"/>
              <a:pathLst>
                <a:path w="6529070" h="3258185">
                  <a:moveTo>
                    <a:pt x="949820" y="2383358"/>
                  </a:moveTo>
                  <a:lnTo>
                    <a:pt x="914044" y="2363266"/>
                  </a:lnTo>
                  <a:lnTo>
                    <a:pt x="868959" y="2358326"/>
                  </a:lnTo>
                  <a:lnTo>
                    <a:pt x="809790" y="2353195"/>
                  </a:lnTo>
                  <a:lnTo>
                    <a:pt x="743127" y="2348687"/>
                  </a:lnTo>
                  <a:lnTo>
                    <a:pt x="675525" y="2345601"/>
                  </a:lnTo>
                  <a:lnTo>
                    <a:pt x="613575" y="2344775"/>
                  </a:lnTo>
                  <a:lnTo>
                    <a:pt x="563854" y="2346998"/>
                  </a:lnTo>
                  <a:lnTo>
                    <a:pt x="516293" y="2352510"/>
                  </a:lnTo>
                  <a:lnTo>
                    <a:pt x="469353" y="2360930"/>
                  </a:lnTo>
                  <a:lnTo>
                    <a:pt x="423633" y="2374023"/>
                  </a:lnTo>
                  <a:lnTo>
                    <a:pt x="379666" y="2393569"/>
                  </a:lnTo>
                  <a:lnTo>
                    <a:pt x="343954" y="2425306"/>
                  </a:lnTo>
                  <a:lnTo>
                    <a:pt x="337273" y="2440178"/>
                  </a:lnTo>
                  <a:lnTo>
                    <a:pt x="337693" y="2454402"/>
                  </a:lnTo>
                  <a:lnTo>
                    <a:pt x="371919" y="2480957"/>
                  </a:lnTo>
                  <a:lnTo>
                    <a:pt x="414705" y="2489733"/>
                  </a:lnTo>
                  <a:lnTo>
                    <a:pt x="470750" y="2491054"/>
                  </a:lnTo>
                  <a:lnTo>
                    <a:pt x="526453" y="2487904"/>
                  </a:lnTo>
                  <a:lnTo>
                    <a:pt x="581901" y="2481275"/>
                  </a:lnTo>
                  <a:lnTo>
                    <a:pt x="637171" y="2472131"/>
                  </a:lnTo>
                  <a:lnTo>
                    <a:pt x="688200" y="2462733"/>
                  </a:lnTo>
                  <a:lnTo>
                    <a:pt x="739089" y="2452890"/>
                  </a:lnTo>
                  <a:lnTo>
                    <a:pt x="789749" y="2442095"/>
                  </a:lnTo>
                  <a:lnTo>
                    <a:pt x="840054" y="2429891"/>
                  </a:lnTo>
                  <a:lnTo>
                    <a:pt x="889901" y="2415794"/>
                  </a:lnTo>
                  <a:lnTo>
                    <a:pt x="940396" y="2398903"/>
                  </a:lnTo>
                  <a:lnTo>
                    <a:pt x="949820" y="2383358"/>
                  </a:lnTo>
                  <a:close/>
                </a:path>
                <a:path w="6529070" h="3258185">
                  <a:moveTo>
                    <a:pt x="1032789" y="2512644"/>
                  </a:moveTo>
                  <a:lnTo>
                    <a:pt x="1025588" y="2504071"/>
                  </a:lnTo>
                  <a:lnTo>
                    <a:pt x="1013637" y="2502306"/>
                  </a:lnTo>
                  <a:lnTo>
                    <a:pt x="865835" y="2574074"/>
                  </a:lnTo>
                  <a:lnTo>
                    <a:pt x="723925" y="2643682"/>
                  </a:lnTo>
                  <a:lnTo>
                    <a:pt x="629602" y="2690634"/>
                  </a:lnTo>
                  <a:lnTo>
                    <a:pt x="591820" y="2711234"/>
                  </a:lnTo>
                  <a:lnTo>
                    <a:pt x="556006" y="2734843"/>
                  </a:lnTo>
                  <a:lnTo>
                    <a:pt x="522884" y="2762161"/>
                  </a:lnTo>
                  <a:lnTo>
                    <a:pt x="493141" y="2793885"/>
                  </a:lnTo>
                  <a:lnTo>
                    <a:pt x="472503" y="2827413"/>
                  </a:lnTo>
                  <a:lnTo>
                    <a:pt x="472313" y="2845739"/>
                  </a:lnTo>
                  <a:lnTo>
                    <a:pt x="476224" y="2860357"/>
                  </a:lnTo>
                  <a:lnTo>
                    <a:pt x="484162" y="2871686"/>
                  </a:lnTo>
                  <a:lnTo>
                    <a:pt x="496023" y="2880182"/>
                  </a:lnTo>
                  <a:lnTo>
                    <a:pt x="514388" y="2887345"/>
                  </a:lnTo>
                  <a:lnTo>
                    <a:pt x="533107" y="2890151"/>
                  </a:lnTo>
                  <a:lnTo>
                    <a:pt x="551853" y="2888970"/>
                  </a:lnTo>
                  <a:lnTo>
                    <a:pt x="591934" y="2876245"/>
                  </a:lnTo>
                  <a:lnTo>
                    <a:pt x="634250" y="2857830"/>
                  </a:lnTo>
                  <a:lnTo>
                    <a:pt x="695172" y="2822168"/>
                  </a:lnTo>
                  <a:lnTo>
                    <a:pt x="734707" y="2795816"/>
                  </a:lnTo>
                  <a:lnTo>
                    <a:pt x="773188" y="2768054"/>
                  </a:lnTo>
                  <a:lnTo>
                    <a:pt x="810717" y="2739021"/>
                  </a:lnTo>
                  <a:lnTo>
                    <a:pt x="847394" y="2708872"/>
                  </a:lnTo>
                  <a:lnTo>
                    <a:pt x="883335" y="2677757"/>
                  </a:lnTo>
                  <a:lnTo>
                    <a:pt x="918641" y="2645816"/>
                  </a:lnTo>
                  <a:lnTo>
                    <a:pt x="953414" y="2613202"/>
                  </a:lnTo>
                  <a:lnTo>
                    <a:pt x="992124" y="2572651"/>
                  </a:lnTo>
                  <a:lnTo>
                    <a:pt x="1032548" y="2525496"/>
                  </a:lnTo>
                  <a:lnTo>
                    <a:pt x="1032789" y="2512644"/>
                  </a:lnTo>
                  <a:close/>
                </a:path>
                <a:path w="6529070" h="3258185">
                  <a:moveTo>
                    <a:pt x="1163739" y="2643289"/>
                  </a:moveTo>
                  <a:lnTo>
                    <a:pt x="1161745" y="2633954"/>
                  </a:lnTo>
                  <a:lnTo>
                    <a:pt x="1156728" y="2626169"/>
                  </a:lnTo>
                  <a:lnTo>
                    <a:pt x="1147914" y="2620530"/>
                  </a:lnTo>
                  <a:lnTo>
                    <a:pt x="1137589" y="2618676"/>
                  </a:lnTo>
                  <a:lnTo>
                    <a:pt x="1129080" y="2621369"/>
                  </a:lnTo>
                  <a:lnTo>
                    <a:pt x="1089113" y="2677884"/>
                  </a:lnTo>
                  <a:lnTo>
                    <a:pt x="1063294" y="2720708"/>
                  </a:lnTo>
                  <a:lnTo>
                    <a:pt x="1038453" y="2764028"/>
                  </a:lnTo>
                  <a:lnTo>
                    <a:pt x="1014577" y="2807868"/>
                  </a:lnTo>
                  <a:lnTo>
                    <a:pt x="991666" y="2852229"/>
                  </a:lnTo>
                  <a:lnTo>
                    <a:pt x="969708" y="2897086"/>
                  </a:lnTo>
                  <a:lnTo>
                    <a:pt x="948728" y="2942450"/>
                  </a:lnTo>
                  <a:lnTo>
                    <a:pt x="928712" y="2988322"/>
                  </a:lnTo>
                  <a:lnTo>
                    <a:pt x="909662" y="3034703"/>
                  </a:lnTo>
                  <a:lnTo>
                    <a:pt x="891578" y="3081591"/>
                  </a:lnTo>
                  <a:lnTo>
                    <a:pt x="873391" y="3142157"/>
                  </a:lnTo>
                  <a:lnTo>
                    <a:pt x="868934" y="3173488"/>
                  </a:lnTo>
                  <a:lnTo>
                    <a:pt x="869048" y="3205619"/>
                  </a:lnTo>
                  <a:lnTo>
                    <a:pt x="877938" y="3236734"/>
                  </a:lnTo>
                  <a:lnTo>
                    <a:pt x="896404" y="3254527"/>
                  </a:lnTo>
                  <a:lnTo>
                    <a:pt x="921575" y="3257689"/>
                  </a:lnTo>
                  <a:lnTo>
                    <a:pt x="950633" y="3244926"/>
                  </a:lnTo>
                  <a:lnTo>
                    <a:pt x="987767" y="3207842"/>
                  </a:lnTo>
                  <a:lnTo>
                    <a:pt x="1009446" y="3175482"/>
                  </a:lnTo>
                  <a:lnTo>
                    <a:pt x="1027328" y="3140672"/>
                  </a:lnTo>
                  <a:lnTo>
                    <a:pt x="1043025" y="3104477"/>
                  </a:lnTo>
                  <a:lnTo>
                    <a:pt x="1062685" y="3054400"/>
                  </a:lnTo>
                  <a:lnTo>
                    <a:pt x="1080503" y="3003766"/>
                  </a:lnTo>
                  <a:lnTo>
                    <a:pt x="1096657" y="2952623"/>
                  </a:lnTo>
                  <a:lnTo>
                    <a:pt x="1111326" y="2901035"/>
                  </a:lnTo>
                  <a:lnTo>
                    <a:pt x="1124686" y="2849041"/>
                  </a:lnTo>
                  <a:lnTo>
                    <a:pt x="1136916" y="2796705"/>
                  </a:lnTo>
                  <a:lnTo>
                    <a:pt x="1148207" y="2744076"/>
                  </a:lnTo>
                  <a:lnTo>
                    <a:pt x="1158735" y="2691206"/>
                  </a:lnTo>
                  <a:lnTo>
                    <a:pt x="1163739" y="2643289"/>
                  </a:lnTo>
                  <a:close/>
                </a:path>
                <a:path w="6529070" h="3258185">
                  <a:moveTo>
                    <a:pt x="6528740" y="74587"/>
                  </a:moveTo>
                  <a:lnTo>
                    <a:pt x="6332004" y="0"/>
                  </a:lnTo>
                  <a:lnTo>
                    <a:pt x="5271173" y="368808"/>
                  </a:lnTo>
                  <a:lnTo>
                    <a:pt x="4898745" y="246011"/>
                  </a:lnTo>
                  <a:lnTo>
                    <a:pt x="3817493" y="368808"/>
                  </a:lnTo>
                  <a:lnTo>
                    <a:pt x="3625926" y="320878"/>
                  </a:lnTo>
                  <a:lnTo>
                    <a:pt x="0" y="812888"/>
                  </a:lnTo>
                  <a:lnTo>
                    <a:pt x="320878" y="1272819"/>
                  </a:lnTo>
                  <a:lnTo>
                    <a:pt x="673836" y="1754136"/>
                  </a:lnTo>
                  <a:lnTo>
                    <a:pt x="1279309" y="1967826"/>
                  </a:lnTo>
                  <a:lnTo>
                    <a:pt x="1279309" y="2137791"/>
                  </a:lnTo>
                  <a:lnTo>
                    <a:pt x="1598485" y="2647670"/>
                  </a:lnTo>
                  <a:lnTo>
                    <a:pt x="4988509" y="2257869"/>
                  </a:lnTo>
                  <a:lnTo>
                    <a:pt x="5363476" y="1710588"/>
                  </a:lnTo>
                  <a:lnTo>
                    <a:pt x="5363476" y="1498879"/>
                  </a:lnTo>
                  <a:lnTo>
                    <a:pt x="6087770" y="1047394"/>
                  </a:lnTo>
                  <a:lnTo>
                    <a:pt x="6119292" y="685507"/>
                  </a:lnTo>
                  <a:lnTo>
                    <a:pt x="6528740" y="74587"/>
                  </a:lnTo>
                  <a:close/>
                </a:path>
              </a:pathLst>
            </a:custGeom>
            <a:solidFill>
              <a:srgbClr val="EA5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7714081" y="1073244"/>
            <a:ext cx="729615" cy="763270"/>
          </a:xfrm>
          <a:custGeom>
            <a:avLst/>
            <a:gdLst/>
            <a:ahLst/>
            <a:cxnLst/>
            <a:rect l="l" t="t" r="r" b="b"/>
            <a:pathLst>
              <a:path w="729615" h="763269">
                <a:moveTo>
                  <a:pt x="274472" y="72072"/>
                </a:moveTo>
                <a:lnTo>
                  <a:pt x="263931" y="33705"/>
                </a:lnTo>
                <a:lnTo>
                  <a:pt x="227977" y="609"/>
                </a:lnTo>
                <a:lnTo>
                  <a:pt x="212509" y="0"/>
                </a:lnTo>
                <a:lnTo>
                  <a:pt x="194322" y="4521"/>
                </a:lnTo>
                <a:lnTo>
                  <a:pt x="165887" y="33756"/>
                </a:lnTo>
                <a:lnTo>
                  <a:pt x="141427" y="71996"/>
                </a:lnTo>
                <a:lnTo>
                  <a:pt x="122161" y="112674"/>
                </a:lnTo>
                <a:lnTo>
                  <a:pt x="107213" y="155257"/>
                </a:lnTo>
                <a:lnTo>
                  <a:pt x="95745" y="199186"/>
                </a:lnTo>
                <a:lnTo>
                  <a:pt x="74193" y="295732"/>
                </a:lnTo>
                <a:lnTo>
                  <a:pt x="42633" y="440728"/>
                </a:lnTo>
                <a:lnTo>
                  <a:pt x="0" y="640715"/>
                </a:lnTo>
                <a:lnTo>
                  <a:pt x="4610" y="652640"/>
                </a:lnTo>
                <a:lnTo>
                  <a:pt x="14871" y="658075"/>
                </a:lnTo>
                <a:lnTo>
                  <a:pt x="27597" y="654799"/>
                </a:lnTo>
                <a:lnTo>
                  <a:pt x="64846" y="601891"/>
                </a:lnTo>
                <a:lnTo>
                  <a:pt x="95961" y="552297"/>
                </a:lnTo>
                <a:lnTo>
                  <a:pt x="120103" y="508660"/>
                </a:lnTo>
                <a:lnTo>
                  <a:pt x="143459" y="464629"/>
                </a:lnTo>
                <a:lnTo>
                  <a:pt x="165836" y="420141"/>
                </a:lnTo>
                <a:lnTo>
                  <a:pt x="187071" y="375094"/>
                </a:lnTo>
                <a:lnTo>
                  <a:pt x="206997" y="329450"/>
                </a:lnTo>
                <a:lnTo>
                  <a:pt x="225437" y="283121"/>
                </a:lnTo>
                <a:lnTo>
                  <a:pt x="242227" y="236029"/>
                </a:lnTo>
                <a:lnTo>
                  <a:pt x="257187" y="188112"/>
                </a:lnTo>
                <a:lnTo>
                  <a:pt x="267804" y="140690"/>
                </a:lnTo>
                <a:lnTo>
                  <a:pt x="274142" y="92290"/>
                </a:lnTo>
                <a:lnTo>
                  <a:pt x="274472" y="72072"/>
                </a:lnTo>
                <a:close/>
              </a:path>
              <a:path w="729615" h="763269">
                <a:moveTo>
                  <a:pt x="729424" y="367588"/>
                </a:moveTo>
                <a:lnTo>
                  <a:pt x="720267" y="342290"/>
                </a:lnTo>
                <a:lnTo>
                  <a:pt x="698182" y="327380"/>
                </a:lnTo>
                <a:lnTo>
                  <a:pt x="665111" y="325513"/>
                </a:lnTo>
                <a:lnTo>
                  <a:pt x="633120" y="332955"/>
                </a:lnTo>
                <a:lnTo>
                  <a:pt x="574459" y="360362"/>
                </a:lnTo>
                <a:lnTo>
                  <a:pt x="504786" y="407784"/>
                </a:lnTo>
                <a:lnTo>
                  <a:pt x="463194" y="438404"/>
                </a:lnTo>
                <a:lnTo>
                  <a:pt x="422338" y="469912"/>
                </a:lnTo>
                <a:lnTo>
                  <a:pt x="382219" y="502297"/>
                </a:lnTo>
                <a:lnTo>
                  <a:pt x="342836" y="535559"/>
                </a:lnTo>
                <a:lnTo>
                  <a:pt x="304190" y="569696"/>
                </a:lnTo>
                <a:lnTo>
                  <a:pt x="266268" y="604723"/>
                </a:lnTo>
                <a:lnTo>
                  <a:pt x="229095" y="640613"/>
                </a:lnTo>
                <a:lnTo>
                  <a:pt x="192671" y="677392"/>
                </a:lnTo>
                <a:lnTo>
                  <a:pt x="156972" y="715048"/>
                </a:lnTo>
                <a:lnTo>
                  <a:pt x="145326" y="741489"/>
                </a:lnTo>
                <a:lnTo>
                  <a:pt x="149644" y="751725"/>
                </a:lnTo>
                <a:lnTo>
                  <a:pt x="157353" y="759510"/>
                </a:lnTo>
                <a:lnTo>
                  <a:pt x="166293" y="762863"/>
                </a:lnTo>
                <a:lnTo>
                  <a:pt x="176047" y="762723"/>
                </a:lnTo>
                <a:lnTo>
                  <a:pt x="222516" y="746264"/>
                </a:lnTo>
                <a:lnTo>
                  <a:pt x="267055" y="725551"/>
                </a:lnTo>
                <a:lnTo>
                  <a:pt x="311264" y="704278"/>
                </a:lnTo>
                <a:lnTo>
                  <a:pt x="355079" y="682307"/>
                </a:lnTo>
                <a:lnTo>
                  <a:pt x="398437" y="659536"/>
                </a:lnTo>
                <a:lnTo>
                  <a:pt x="441261" y="635838"/>
                </a:lnTo>
                <a:lnTo>
                  <a:pt x="483501" y="611073"/>
                </a:lnTo>
                <a:lnTo>
                  <a:pt x="525081" y="585139"/>
                </a:lnTo>
                <a:lnTo>
                  <a:pt x="565937" y="557911"/>
                </a:lnTo>
                <a:lnTo>
                  <a:pt x="606005" y="529259"/>
                </a:lnTo>
                <a:lnTo>
                  <a:pt x="638263" y="504507"/>
                </a:lnTo>
                <a:lnTo>
                  <a:pt x="668629" y="477812"/>
                </a:lnTo>
                <a:lnTo>
                  <a:pt x="695642" y="447776"/>
                </a:lnTo>
                <a:lnTo>
                  <a:pt x="717842" y="412978"/>
                </a:lnTo>
                <a:lnTo>
                  <a:pt x="729424" y="367588"/>
                </a:lnTo>
                <a:close/>
              </a:path>
            </a:pathLst>
          </a:custGeom>
          <a:solidFill>
            <a:srgbClr val="EA5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443644" y="1026189"/>
            <a:ext cx="157480" cy="650240"/>
          </a:xfrm>
          <a:custGeom>
            <a:avLst/>
            <a:gdLst/>
            <a:ahLst/>
            <a:cxnLst/>
            <a:rect l="l" t="t" r="r" b="b"/>
            <a:pathLst>
              <a:path w="157479" h="650239">
                <a:moveTo>
                  <a:pt x="61572" y="0"/>
                </a:moveTo>
                <a:lnTo>
                  <a:pt x="26639" y="23219"/>
                </a:lnTo>
                <a:lnTo>
                  <a:pt x="2121" y="107810"/>
                </a:lnTo>
                <a:lnTo>
                  <a:pt x="0" y="158183"/>
                </a:lnTo>
                <a:lnTo>
                  <a:pt x="2822" y="208701"/>
                </a:lnTo>
                <a:lnTo>
                  <a:pt x="8688" y="259204"/>
                </a:lnTo>
                <a:lnTo>
                  <a:pt x="16751" y="303862"/>
                </a:lnTo>
                <a:lnTo>
                  <a:pt x="29607" y="358285"/>
                </a:lnTo>
                <a:lnTo>
                  <a:pt x="45662" y="418043"/>
                </a:lnTo>
                <a:lnTo>
                  <a:pt x="63321" y="478706"/>
                </a:lnTo>
                <a:lnTo>
                  <a:pt x="80990" y="535846"/>
                </a:lnTo>
                <a:lnTo>
                  <a:pt x="97076" y="585033"/>
                </a:lnTo>
                <a:lnTo>
                  <a:pt x="109983" y="621838"/>
                </a:lnTo>
                <a:lnTo>
                  <a:pt x="136918" y="649770"/>
                </a:lnTo>
                <a:lnTo>
                  <a:pt x="144283" y="646071"/>
                </a:lnTo>
                <a:lnTo>
                  <a:pt x="154396" y="587996"/>
                </a:lnTo>
                <a:lnTo>
                  <a:pt x="156636" y="540978"/>
                </a:lnTo>
                <a:lnTo>
                  <a:pt x="157311" y="493934"/>
                </a:lnTo>
                <a:lnTo>
                  <a:pt x="156734" y="446866"/>
                </a:lnTo>
                <a:lnTo>
                  <a:pt x="155219" y="399776"/>
                </a:lnTo>
                <a:lnTo>
                  <a:pt x="153080" y="352669"/>
                </a:lnTo>
                <a:lnTo>
                  <a:pt x="150631" y="305548"/>
                </a:lnTo>
                <a:lnTo>
                  <a:pt x="147532" y="258061"/>
                </a:lnTo>
                <a:lnTo>
                  <a:pt x="142936" y="210827"/>
                </a:lnTo>
                <a:lnTo>
                  <a:pt x="136336" y="163915"/>
                </a:lnTo>
                <a:lnTo>
                  <a:pt x="127224" y="117395"/>
                </a:lnTo>
                <a:lnTo>
                  <a:pt x="115093" y="71335"/>
                </a:lnTo>
                <a:lnTo>
                  <a:pt x="96154" y="29152"/>
                </a:lnTo>
                <a:lnTo>
                  <a:pt x="61572" y="0"/>
                </a:lnTo>
                <a:close/>
              </a:path>
            </a:pathLst>
          </a:custGeom>
          <a:solidFill>
            <a:srgbClr val="EA5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37076" y="1907470"/>
            <a:ext cx="7550534" cy="2932003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5583525" y="9768233"/>
            <a:ext cx="50800" cy="52705"/>
          </a:xfrm>
          <a:custGeom>
            <a:avLst/>
            <a:gdLst/>
            <a:ahLst/>
            <a:cxnLst/>
            <a:rect l="l" t="t" r="r" b="b"/>
            <a:pathLst>
              <a:path w="50800" h="52704">
                <a:moveTo>
                  <a:pt x="25287" y="0"/>
                </a:moveTo>
                <a:lnTo>
                  <a:pt x="6330" y="8180"/>
                </a:lnTo>
                <a:lnTo>
                  <a:pt x="0" y="26177"/>
                </a:lnTo>
                <a:lnTo>
                  <a:pt x="6312" y="44174"/>
                </a:lnTo>
                <a:lnTo>
                  <a:pt x="25287" y="52354"/>
                </a:lnTo>
                <a:lnTo>
                  <a:pt x="44243" y="44174"/>
                </a:lnTo>
                <a:lnTo>
                  <a:pt x="50574" y="26177"/>
                </a:lnTo>
                <a:lnTo>
                  <a:pt x="44261" y="8180"/>
                </a:lnTo>
                <a:lnTo>
                  <a:pt x="25287" y="0"/>
                </a:lnTo>
                <a:close/>
              </a:path>
            </a:pathLst>
          </a:custGeom>
          <a:solidFill>
            <a:srgbClr val="EA5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273056" y="921517"/>
            <a:ext cx="3474720" cy="507365"/>
          </a:xfrm>
          <a:custGeom>
            <a:avLst/>
            <a:gdLst/>
            <a:ahLst/>
            <a:cxnLst/>
            <a:rect l="l" t="t" r="r" b="b"/>
            <a:pathLst>
              <a:path w="3474720" h="507365">
                <a:moveTo>
                  <a:pt x="342099" y="186029"/>
                </a:moveTo>
                <a:lnTo>
                  <a:pt x="337527" y="138912"/>
                </a:lnTo>
                <a:lnTo>
                  <a:pt x="324446" y="99339"/>
                </a:lnTo>
                <a:lnTo>
                  <a:pt x="303847" y="66941"/>
                </a:lnTo>
                <a:lnTo>
                  <a:pt x="249415" y="24853"/>
                </a:lnTo>
                <a:lnTo>
                  <a:pt x="249415" y="188887"/>
                </a:lnTo>
                <a:lnTo>
                  <a:pt x="243357" y="238277"/>
                </a:lnTo>
                <a:lnTo>
                  <a:pt x="225983" y="276250"/>
                </a:lnTo>
                <a:lnTo>
                  <a:pt x="198501" y="303009"/>
                </a:lnTo>
                <a:lnTo>
                  <a:pt x="162102" y="318757"/>
                </a:lnTo>
                <a:lnTo>
                  <a:pt x="117983" y="323684"/>
                </a:lnTo>
                <a:lnTo>
                  <a:pt x="111391" y="323684"/>
                </a:lnTo>
                <a:lnTo>
                  <a:pt x="101561" y="323469"/>
                </a:lnTo>
                <a:lnTo>
                  <a:pt x="93929" y="323011"/>
                </a:lnTo>
                <a:lnTo>
                  <a:pt x="87439" y="322186"/>
                </a:lnTo>
                <a:lnTo>
                  <a:pt x="87439" y="70256"/>
                </a:lnTo>
                <a:lnTo>
                  <a:pt x="94234" y="69024"/>
                </a:lnTo>
                <a:lnTo>
                  <a:pt x="103047" y="67957"/>
                </a:lnTo>
                <a:lnTo>
                  <a:pt x="114007" y="67221"/>
                </a:lnTo>
                <a:lnTo>
                  <a:pt x="127203" y="66941"/>
                </a:lnTo>
                <a:lnTo>
                  <a:pt x="178092" y="74752"/>
                </a:lnTo>
                <a:lnTo>
                  <a:pt x="216611" y="97942"/>
                </a:lnTo>
                <a:lnTo>
                  <a:pt x="240982" y="136105"/>
                </a:lnTo>
                <a:lnTo>
                  <a:pt x="249415" y="188887"/>
                </a:lnTo>
                <a:lnTo>
                  <a:pt x="249415" y="24853"/>
                </a:lnTo>
                <a:lnTo>
                  <a:pt x="246519" y="23101"/>
                </a:lnTo>
                <a:lnTo>
                  <a:pt x="210972" y="10210"/>
                </a:lnTo>
                <a:lnTo>
                  <a:pt x="168617" y="2540"/>
                </a:lnTo>
                <a:lnTo>
                  <a:pt x="118059" y="0"/>
                </a:lnTo>
                <a:lnTo>
                  <a:pt x="85636" y="571"/>
                </a:lnTo>
                <a:lnTo>
                  <a:pt x="54660" y="2197"/>
                </a:lnTo>
                <a:lnTo>
                  <a:pt x="25869" y="4787"/>
                </a:lnTo>
                <a:lnTo>
                  <a:pt x="0" y="8280"/>
                </a:lnTo>
                <a:lnTo>
                  <a:pt x="0" y="385991"/>
                </a:lnTo>
                <a:lnTo>
                  <a:pt x="18224" y="388124"/>
                </a:lnTo>
                <a:lnTo>
                  <a:pt x="40728" y="389940"/>
                </a:lnTo>
                <a:lnTo>
                  <a:pt x="67741" y="391198"/>
                </a:lnTo>
                <a:lnTo>
                  <a:pt x="99453" y="391668"/>
                </a:lnTo>
                <a:lnTo>
                  <a:pt x="153479" y="388620"/>
                </a:lnTo>
                <a:lnTo>
                  <a:pt x="201790" y="379399"/>
                </a:lnTo>
                <a:lnTo>
                  <a:pt x="243586" y="363855"/>
                </a:lnTo>
                <a:lnTo>
                  <a:pt x="278053" y="341845"/>
                </a:lnTo>
                <a:lnTo>
                  <a:pt x="295262" y="323684"/>
                </a:lnTo>
                <a:lnTo>
                  <a:pt x="303758" y="314731"/>
                </a:lnTo>
                <a:lnTo>
                  <a:pt x="324027" y="279908"/>
                </a:lnTo>
                <a:lnTo>
                  <a:pt x="337324" y="237096"/>
                </a:lnTo>
                <a:lnTo>
                  <a:pt x="342099" y="186029"/>
                </a:lnTo>
                <a:close/>
              </a:path>
              <a:path w="3474720" h="507365">
                <a:moveTo>
                  <a:pt x="621614" y="241515"/>
                </a:moveTo>
                <a:lnTo>
                  <a:pt x="618972" y="216420"/>
                </a:lnTo>
                <a:lnTo>
                  <a:pt x="617296" y="200469"/>
                </a:lnTo>
                <a:lnTo>
                  <a:pt x="603656" y="162560"/>
                </a:lnTo>
                <a:lnTo>
                  <a:pt x="601535" y="159804"/>
                </a:lnTo>
                <a:lnTo>
                  <a:pt x="579615" y="131229"/>
                </a:lnTo>
                <a:lnTo>
                  <a:pt x="544093" y="109905"/>
                </a:lnTo>
                <a:lnTo>
                  <a:pt x="540346" y="109296"/>
                </a:lnTo>
                <a:lnTo>
                  <a:pt x="540346" y="216420"/>
                </a:lnTo>
                <a:lnTo>
                  <a:pt x="436994" y="216420"/>
                </a:lnTo>
                <a:lnTo>
                  <a:pt x="441312" y="197815"/>
                </a:lnTo>
                <a:lnTo>
                  <a:pt x="451205" y="179438"/>
                </a:lnTo>
                <a:lnTo>
                  <a:pt x="467575" y="165392"/>
                </a:lnTo>
                <a:lnTo>
                  <a:pt x="491312" y="159804"/>
                </a:lnTo>
                <a:lnTo>
                  <a:pt x="515772" y="165709"/>
                </a:lnTo>
                <a:lnTo>
                  <a:pt x="530796" y="180263"/>
                </a:lnTo>
                <a:lnTo>
                  <a:pt x="538340" y="198742"/>
                </a:lnTo>
                <a:lnTo>
                  <a:pt x="540346" y="216420"/>
                </a:lnTo>
                <a:lnTo>
                  <a:pt x="540346" y="109296"/>
                </a:lnTo>
                <a:lnTo>
                  <a:pt x="496036" y="102044"/>
                </a:lnTo>
                <a:lnTo>
                  <a:pt x="443979" y="110769"/>
                </a:lnTo>
                <a:lnTo>
                  <a:pt x="404164" y="134213"/>
                </a:lnTo>
                <a:lnTo>
                  <a:pt x="376199" y="168224"/>
                </a:lnTo>
                <a:lnTo>
                  <a:pt x="359702" y="208699"/>
                </a:lnTo>
                <a:lnTo>
                  <a:pt x="354291" y="251498"/>
                </a:lnTo>
                <a:lnTo>
                  <a:pt x="360705" y="299415"/>
                </a:lnTo>
                <a:lnTo>
                  <a:pt x="360743" y="299707"/>
                </a:lnTo>
                <a:lnTo>
                  <a:pt x="379653" y="339140"/>
                </a:lnTo>
                <a:lnTo>
                  <a:pt x="410324" y="368681"/>
                </a:lnTo>
                <a:lnTo>
                  <a:pt x="452081" y="387223"/>
                </a:lnTo>
                <a:lnTo>
                  <a:pt x="504266" y="393649"/>
                </a:lnTo>
                <a:lnTo>
                  <a:pt x="531990" y="392544"/>
                </a:lnTo>
                <a:lnTo>
                  <a:pt x="558431" y="389229"/>
                </a:lnTo>
                <a:lnTo>
                  <a:pt x="583247" y="383717"/>
                </a:lnTo>
                <a:lnTo>
                  <a:pt x="606145" y="375996"/>
                </a:lnTo>
                <a:lnTo>
                  <a:pt x="596722" y="329069"/>
                </a:lnTo>
                <a:lnTo>
                  <a:pt x="594347" y="317233"/>
                </a:lnTo>
                <a:lnTo>
                  <a:pt x="576465" y="322414"/>
                </a:lnTo>
                <a:lnTo>
                  <a:pt x="557898" y="326110"/>
                </a:lnTo>
                <a:lnTo>
                  <a:pt x="538226" y="328333"/>
                </a:lnTo>
                <a:lnTo>
                  <a:pt x="516966" y="329069"/>
                </a:lnTo>
                <a:lnTo>
                  <a:pt x="487743" y="325831"/>
                </a:lnTo>
                <a:lnTo>
                  <a:pt x="463016" y="316001"/>
                </a:lnTo>
                <a:lnTo>
                  <a:pt x="445452" y="299415"/>
                </a:lnTo>
                <a:lnTo>
                  <a:pt x="437705" y="275907"/>
                </a:lnTo>
                <a:lnTo>
                  <a:pt x="618477" y="275907"/>
                </a:lnTo>
                <a:lnTo>
                  <a:pt x="619620" y="269951"/>
                </a:lnTo>
                <a:lnTo>
                  <a:pt x="620623" y="261975"/>
                </a:lnTo>
                <a:lnTo>
                  <a:pt x="621334" y="252374"/>
                </a:lnTo>
                <a:lnTo>
                  <a:pt x="621614" y="241515"/>
                </a:lnTo>
                <a:close/>
              </a:path>
              <a:path w="3474720" h="507365">
                <a:moveTo>
                  <a:pt x="844232" y="303098"/>
                </a:moveTo>
                <a:lnTo>
                  <a:pt x="826096" y="251587"/>
                </a:lnTo>
                <a:lnTo>
                  <a:pt x="768172" y="217119"/>
                </a:lnTo>
                <a:lnTo>
                  <a:pt x="746506" y="208978"/>
                </a:lnTo>
                <a:lnTo>
                  <a:pt x="732447" y="201574"/>
                </a:lnTo>
                <a:lnTo>
                  <a:pt x="724852" y="193890"/>
                </a:lnTo>
                <a:lnTo>
                  <a:pt x="722566" y="184861"/>
                </a:lnTo>
                <a:lnTo>
                  <a:pt x="724814" y="175425"/>
                </a:lnTo>
                <a:lnTo>
                  <a:pt x="731342" y="168338"/>
                </a:lnTo>
                <a:lnTo>
                  <a:pt x="741870" y="163906"/>
                </a:lnTo>
                <a:lnTo>
                  <a:pt x="756119" y="162356"/>
                </a:lnTo>
                <a:lnTo>
                  <a:pt x="773899" y="163893"/>
                </a:lnTo>
                <a:lnTo>
                  <a:pt x="790752" y="167767"/>
                </a:lnTo>
                <a:lnTo>
                  <a:pt x="805535" y="172885"/>
                </a:lnTo>
                <a:lnTo>
                  <a:pt x="817041" y="178117"/>
                </a:lnTo>
                <a:lnTo>
                  <a:pt x="832281" y="118313"/>
                </a:lnTo>
                <a:lnTo>
                  <a:pt x="817270" y="112141"/>
                </a:lnTo>
                <a:lnTo>
                  <a:pt x="798563" y="106946"/>
                </a:lnTo>
                <a:lnTo>
                  <a:pt x="776909" y="103378"/>
                </a:lnTo>
                <a:lnTo>
                  <a:pt x="753071" y="102044"/>
                </a:lnTo>
                <a:lnTo>
                  <a:pt x="705764" y="109016"/>
                </a:lnTo>
                <a:lnTo>
                  <a:pt x="669734" y="128295"/>
                </a:lnTo>
                <a:lnTo>
                  <a:pt x="646785" y="157403"/>
                </a:lnTo>
                <a:lnTo>
                  <a:pt x="638733" y="193890"/>
                </a:lnTo>
                <a:lnTo>
                  <a:pt x="642886" y="218084"/>
                </a:lnTo>
                <a:lnTo>
                  <a:pt x="656755" y="240766"/>
                </a:lnTo>
                <a:lnTo>
                  <a:pt x="681634" y="260883"/>
                </a:lnTo>
                <a:lnTo>
                  <a:pt x="718870" y="277380"/>
                </a:lnTo>
                <a:lnTo>
                  <a:pt x="738949" y="284962"/>
                </a:lnTo>
                <a:lnTo>
                  <a:pt x="751624" y="292163"/>
                </a:lnTo>
                <a:lnTo>
                  <a:pt x="758240" y="300050"/>
                </a:lnTo>
                <a:lnTo>
                  <a:pt x="760145" y="309676"/>
                </a:lnTo>
                <a:lnTo>
                  <a:pt x="757961" y="319290"/>
                </a:lnTo>
                <a:lnTo>
                  <a:pt x="751205" y="326555"/>
                </a:lnTo>
                <a:lnTo>
                  <a:pt x="739495" y="331152"/>
                </a:lnTo>
                <a:lnTo>
                  <a:pt x="722464" y="332752"/>
                </a:lnTo>
                <a:lnTo>
                  <a:pt x="702259" y="330873"/>
                </a:lnTo>
                <a:lnTo>
                  <a:pt x="681418" y="326021"/>
                </a:lnTo>
                <a:lnTo>
                  <a:pt x="662355" y="319328"/>
                </a:lnTo>
                <a:lnTo>
                  <a:pt x="647509" y="311975"/>
                </a:lnTo>
                <a:lnTo>
                  <a:pt x="631672" y="373989"/>
                </a:lnTo>
                <a:lnTo>
                  <a:pt x="649795" y="381876"/>
                </a:lnTo>
                <a:lnTo>
                  <a:pt x="671499" y="388099"/>
                </a:lnTo>
                <a:lnTo>
                  <a:pt x="696061" y="392176"/>
                </a:lnTo>
                <a:lnTo>
                  <a:pt x="722731" y="393649"/>
                </a:lnTo>
                <a:lnTo>
                  <a:pt x="775703" y="386829"/>
                </a:lnTo>
                <a:lnTo>
                  <a:pt x="813701" y="367919"/>
                </a:lnTo>
                <a:lnTo>
                  <a:pt x="836574" y="339229"/>
                </a:lnTo>
                <a:lnTo>
                  <a:pt x="844232" y="303098"/>
                </a:lnTo>
                <a:close/>
              </a:path>
              <a:path w="3474720" h="507365">
                <a:moveTo>
                  <a:pt x="1122641" y="241515"/>
                </a:moveTo>
                <a:lnTo>
                  <a:pt x="1120013" y="216420"/>
                </a:lnTo>
                <a:lnTo>
                  <a:pt x="1118336" y="200469"/>
                </a:lnTo>
                <a:lnTo>
                  <a:pt x="1104696" y="162560"/>
                </a:lnTo>
                <a:lnTo>
                  <a:pt x="1102575" y="159804"/>
                </a:lnTo>
                <a:lnTo>
                  <a:pt x="1080655" y="131229"/>
                </a:lnTo>
                <a:lnTo>
                  <a:pt x="1045133" y="109905"/>
                </a:lnTo>
                <a:lnTo>
                  <a:pt x="1041387" y="109296"/>
                </a:lnTo>
                <a:lnTo>
                  <a:pt x="1041387" y="216420"/>
                </a:lnTo>
                <a:lnTo>
                  <a:pt x="938034" y="216420"/>
                </a:lnTo>
                <a:lnTo>
                  <a:pt x="942352" y="197815"/>
                </a:lnTo>
                <a:lnTo>
                  <a:pt x="952246" y="179438"/>
                </a:lnTo>
                <a:lnTo>
                  <a:pt x="968616" y="165392"/>
                </a:lnTo>
                <a:lnTo>
                  <a:pt x="992352" y="159804"/>
                </a:lnTo>
                <a:lnTo>
                  <a:pt x="1016812" y="165709"/>
                </a:lnTo>
                <a:lnTo>
                  <a:pt x="1031836" y="180263"/>
                </a:lnTo>
                <a:lnTo>
                  <a:pt x="1039380" y="198742"/>
                </a:lnTo>
                <a:lnTo>
                  <a:pt x="1041387" y="216420"/>
                </a:lnTo>
                <a:lnTo>
                  <a:pt x="1041387" y="109296"/>
                </a:lnTo>
                <a:lnTo>
                  <a:pt x="997077" y="102044"/>
                </a:lnTo>
                <a:lnTo>
                  <a:pt x="945019" y="110769"/>
                </a:lnTo>
                <a:lnTo>
                  <a:pt x="905192" y="134213"/>
                </a:lnTo>
                <a:lnTo>
                  <a:pt x="877227" y="168224"/>
                </a:lnTo>
                <a:lnTo>
                  <a:pt x="860742" y="208699"/>
                </a:lnTo>
                <a:lnTo>
                  <a:pt x="855319" y="251498"/>
                </a:lnTo>
                <a:lnTo>
                  <a:pt x="861733" y="299415"/>
                </a:lnTo>
                <a:lnTo>
                  <a:pt x="861771" y="299707"/>
                </a:lnTo>
                <a:lnTo>
                  <a:pt x="880681" y="339140"/>
                </a:lnTo>
                <a:lnTo>
                  <a:pt x="911352" y="368681"/>
                </a:lnTo>
                <a:lnTo>
                  <a:pt x="953122" y="387223"/>
                </a:lnTo>
                <a:lnTo>
                  <a:pt x="1005293" y="393649"/>
                </a:lnTo>
                <a:lnTo>
                  <a:pt x="1033030" y="392544"/>
                </a:lnTo>
                <a:lnTo>
                  <a:pt x="1059472" y="389229"/>
                </a:lnTo>
                <a:lnTo>
                  <a:pt x="1084287" y="383717"/>
                </a:lnTo>
                <a:lnTo>
                  <a:pt x="1107186" y="375996"/>
                </a:lnTo>
                <a:lnTo>
                  <a:pt x="1097762" y="329069"/>
                </a:lnTo>
                <a:lnTo>
                  <a:pt x="1095375" y="317233"/>
                </a:lnTo>
                <a:lnTo>
                  <a:pt x="1077493" y="322414"/>
                </a:lnTo>
                <a:lnTo>
                  <a:pt x="1058938" y="326110"/>
                </a:lnTo>
                <a:lnTo>
                  <a:pt x="1039253" y="328333"/>
                </a:lnTo>
                <a:lnTo>
                  <a:pt x="1018006" y="329069"/>
                </a:lnTo>
                <a:lnTo>
                  <a:pt x="988771" y="325831"/>
                </a:lnTo>
                <a:lnTo>
                  <a:pt x="964057" y="316001"/>
                </a:lnTo>
                <a:lnTo>
                  <a:pt x="946492" y="299415"/>
                </a:lnTo>
                <a:lnTo>
                  <a:pt x="938745" y="275907"/>
                </a:lnTo>
                <a:lnTo>
                  <a:pt x="1119517" y="275907"/>
                </a:lnTo>
                <a:lnTo>
                  <a:pt x="1120648" y="269951"/>
                </a:lnTo>
                <a:lnTo>
                  <a:pt x="1121664" y="261975"/>
                </a:lnTo>
                <a:lnTo>
                  <a:pt x="1122375" y="252374"/>
                </a:lnTo>
                <a:lnTo>
                  <a:pt x="1122641" y="241515"/>
                </a:lnTo>
                <a:close/>
              </a:path>
              <a:path w="3474720" h="507365">
                <a:moveTo>
                  <a:pt x="1415872" y="222300"/>
                </a:moveTo>
                <a:lnTo>
                  <a:pt x="1408214" y="168833"/>
                </a:lnTo>
                <a:lnTo>
                  <a:pt x="1387081" y="131343"/>
                </a:lnTo>
                <a:lnTo>
                  <a:pt x="1355178" y="109270"/>
                </a:lnTo>
                <a:lnTo>
                  <a:pt x="1315224" y="102031"/>
                </a:lnTo>
                <a:lnTo>
                  <a:pt x="1283436" y="106540"/>
                </a:lnTo>
                <a:lnTo>
                  <a:pt x="1258417" y="117779"/>
                </a:lnTo>
                <a:lnTo>
                  <a:pt x="1240078" y="132397"/>
                </a:lnTo>
                <a:lnTo>
                  <a:pt x="1228318" y="147015"/>
                </a:lnTo>
                <a:lnTo>
                  <a:pt x="1226477" y="147015"/>
                </a:lnTo>
                <a:lnTo>
                  <a:pt x="1222425" y="108318"/>
                </a:lnTo>
                <a:lnTo>
                  <a:pt x="1146606" y="108318"/>
                </a:lnTo>
                <a:lnTo>
                  <a:pt x="1148207" y="149275"/>
                </a:lnTo>
                <a:lnTo>
                  <a:pt x="1148715" y="172440"/>
                </a:lnTo>
                <a:lnTo>
                  <a:pt x="1148905" y="197548"/>
                </a:lnTo>
                <a:lnTo>
                  <a:pt x="1148905" y="387654"/>
                </a:lnTo>
                <a:lnTo>
                  <a:pt x="1236459" y="387654"/>
                </a:lnTo>
                <a:lnTo>
                  <a:pt x="1236459" y="218706"/>
                </a:lnTo>
                <a:lnTo>
                  <a:pt x="1237259" y="210439"/>
                </a:lnTo>
                <a:lnTo>
                  <a:pt x="1267625" y="175082"/>
                </a:lnTo>
                <a:lnTo>
                  <a:pt x="1283855" y="172212"/>
                </a:lnTo>
                <a:lnTo>
                  <a:pt x="1304099" y="176631"/>
                </a:lnTo>
                <a:lnTo>
                  <a:pt x="1317904" y="189026"/>
                </a:lnTo>
                <a:lnTo>
                  <a:pt x="1325803" y="208191"/>
                </a:lnTo>
                <a:lnTo>
                  <a:pt x="1328318" y="232841"/>
                </a:lnTo>
                <a:lnTo>
                  <a:pt x="1328318" y="387654"/>
                </a:lnTo>
                <a:lnTo>
                  <a:pt x="1415872" y="387654"/>
                </a:lnTo>
                <a:lnTo>
                  <a:pt x="1415872" y="222300"/>
                </a:lnTo>
                <a:close/>
              </a:path>
              <a:path w="3474720" h="507365">
                <a:moveTo>
                  <a:pt x="1728266" y="108305"/>
                </a:moveTo>
                <a:lnTo>
                  <a:pt x="1652346" y="108305"/>
                </a:lnTo>
                <a:lnTo>
                  <a:pt x="1649463" y="141097"/>
                </a:lnTo>
                <a:lnTo>
                  <a:pt x="1649412" y="141719"/>
                </a:lnTo>
                <a:lnTo>
                  <a:pt x="1648256" y="141719"/>
                </a:lnTo>
                <a:lnTo>
                  <a:pt x="1638414" y="129324"/>
                </a:lnTo>
                <a:lnTo>
                  <a:pt x="1638414" y="216585"/>
                </a:lnTo>
                <a:lnTo>
                  <a:pt x="1638414" y="270510"/>
                </a:lnTo>
                <a:lnTo>
                  <a:pt x="1619021" y="311404"/>
                </a:lnTo>
                <a:lnTo>
                  <a:pt x="1589493" y="321335"/>
                </a:lnTo>
                <a:lnTo>
                  <a:pt x="1565262" y="315607"/>
                </a:lnTo>
                <a:lnTo>
                  <a:pt x="1547355" y="299872"/>
                </a:lnTo>
                <a:lnTo>
                  <a:pt x="1536268" y="276326"/>
                </a:lnTo>
                <a:lnTo>
                  <a:pt x="1532458" y="247192"/>
                </a:lnTo>
                <a:lnTo>
                  <a:pt x="1536928" y="213398"/>
                </a:lnTo>
                <a:lnTo>
                  <a:pt x="1549133" y="188429"/>
                </a:lnTo>
                <a:lnTo>
                  <a:pt x="1567294" y="172974"/>
                </a:lnTo>
                <a:lnTo>
                  <a:pt x="1589659" y="167665"/>
                </a:lnTo>
                <a:lnTo>
                  <a:pt x="1606397" y="170446"/>
                </a:lnTo>
                <a:lnTo>
                  <a:pt x="1636661" y="206121"/>
                </a:lnTo>
                <a:lnTo>
                  <a:pt x="1638414" y="216585"/>
                </a:lnTo>
                <a:lnTo>
                  <a:pt x="1638414" y="129324"/>
                </a:lnTo>
                <a:lnTo>
                  <a:pt x="1635645" y="125831"/>
                </a:lnTo>
                <a:lnTo>
                  <a:pt x="1618894" y="113271"/>
                </a:lnTo>
                <a:lnTo>
                  <a:pt x="1597571" y="105003"/>
                </a:lnTo>
                <a:lnTo>
                  <a:pt x="1571244" y="102044"/>
                </a:lnTo>
                <a:lnTo>
                  <a:pt x="1531493" y="108699"/>
                </a:lnTo>
                <a:lnTo>
                  <a:pt x="1496593" y="127889"/>
                </a:lnTo>
                <a:lnTo>
                  <a:pt x="1468805" y="158470"/>
                </a:lnTo>
                <a:lnTo>
                  <a:pt x="1450467" y="199301"/>
                </a:lnTo>
                <a:lnTo>
                  <a:pt x="1443837" y="249212"/>
                </a:lnTo>
                <a:lnTo>
                  <a:pt x="1452664" y="304190"/>
                </a:lnTo>
                <a:lnTo>
                  <a:pt x="1477187" y="347027"/>
                </a:lnTo>
                <a:lnTo>
                  <a:pt x="1477276" y="347179"/>
                </a:lnTo>
                <a:lnTo>
                  <a:pt x="1514894" y="375183"/>
                </a:lnTo>
                <a:lnTo>
                  <a:pt x="1562722" y="385178"/>
                </a:lnTo>
                <a:lnTo>
                  <a:pt x="1585925" y="382765"/>
                </a:lnTo>
                <a:lnTo>
                  <a:pt x="1606626" y="375729"/>
                </a:lnTo>
                <a:lnTo>
                  <a:pt x="1624342" y="364401"/>
                </a:lnTo>
                <a:lnTo>
                  <a:pt x="1638630" y="349123"/>
                </a:lnTo>
                <a:lnTo>
                  <a:pt x="1639773" y="349123"/>
                </a:lnTo>
                <a:lnTo>
                  <a:pt x="1639773" y="367093"/>
                </a:lnTo>
                <a:lnTo>
                  <a:pt x="1634185" y="400342"/>
                </a:lnTo>
                <a:lnTo>
                  <a:pt x="1618805" y="423202"/>
                </a:lnTo>
                <a:lnTo>
                  <a:pt x="1595666" y="436384"/>
                </a:lnTo>
                <a:lnTo>
                  <a:pt x="1566811" y="440626"/>
                </a:lnTo>
                <a:lnTo>
                  <a:pt x="1542681" y="438772"/>
                </a:lnTo>
                <a:lnTo>
                  <a:pt x="1520355" y="433933"/>
                </a:lnTo>
                <a:lnTo>
                  <a:pt x="1500898" y="427215"/>
                </a:lnTo>
                <a:lnTo>
                  <a:pt x="1485379" y="419709"/>
                </a:lnTo>
                <a:lnTo>
                  <a:pt x="1468018" y="485521"/>
                </a:lnTo>
                <a:lnTo>
                  <a:pt x="1489214" y="494728"/>
                </a:lnTo>
                <a:lnTo>
                  <a:pt x="1514081" y="501434"/>
                </a:lnTo>
                <a:lnTo>
                  <a:pt x="1541195" y="505548"/>
                </a:lnTo>
                <a:lnTo>
                  <a:pt x="1569110" y="506933"/>
                </a:lnTo>
                <a:lnTo>
                  <a:pt x="1600034" y="505307"/>
                </a:lnTo>
                <a:lnTo>
                  <a:pt x="1658112" y="489178"/>
                </a:lnTo>
                <a:lnTo>
                  <a:pt x="1703222" y="448729"/>
                </a:lnTo>
                <a:lnTo>
                  <a:pt x="1723656" y="385356"/>
                </a:lnTo>
                <a:lnTo>
                  <a:pt x="1725853" y="321335"/>
                </a:lnTo>
                <a:lnTo>
                  <a:pt x="1725980" y="172974"/>
                </a:lnTo>
                <a:lnTo>
                  <a:pt x="1726018" y="167665"/>
                </a:lnTo>
                <a:lnTo>
                  <a:pt x="1726044" y="163537"/>
                </a:lnTo>
                <a:lnTo>
                  <a:pt x="1726552" y="141719"/>
                </a:lnTo>
                <a:lnTo>
                  <a:pt x="1727123" y="127889"/>
                </a:lnTo>
                <a:lnTo>
                  <a:pt x="1727212" y="125831"/>
                </a:lnTo>
                <a:lnTo>
                  <a:pt x="1727327" y="123075"/>
                </a:lnTo>
                <a:lnTo>
                  <a:pt x="1728241" y="108699"/>
                </a:lnTo>
                <a:lnTo>
                  <a:pt x="1728266" y="108305"/>
                </a:lnTo>
                <a:close/>
              </a:path>
              <a:path w="3474720" h="507365">
                <a:moveTo>
                  <a:pt x="1941588" y="103657"/>
                </a:moveTo>
                <a:lnTo>
                  <a:pt x="1935086" y="102235"/>
                </a:lnTo>
                <a:lnTo>
                  <a:pt x="1930984" y="102031"/>
                </a:lnTo>
                <a:lnTo>
                  <a:pt x="1922919" y="102031"/>
                </a:lnTo>
                <a:lnTo>
                  <a:pt x="1901596" y="105346"/>
                </a:lnTo>
                <a:lnTo>
                  <a:pt x="1880158" y="115709"/>
                </a:lnTo>
                <a:lnTo>
                  <a:pt x="1861134" y="133718"/>
                </a:lnTo>
                <a:lnTo>
                  <a:pt x="1847011" y="160020"/>
                </a:lnTo>
                <a:lnTo>
                  <a:pt x="1844865" y="160020"/>
                </a:lnTo>
                <a:lnTo>
                  <a:pt x="1841677" y="108318"/>
                </a:lnTo>
                <a:lnTo>
                  <a:pt x="1766557" y="108318"/>
                </a:lnTo>
                <a:lnTo>
                  <a:pt x="1767573" y="127088"/>
                </a:lnTo>
                <a:lnTo>
                  <a:pt x="1768284" y="147993"/>
                </a:lnTo>
                <a:lnTo>
                  <a:pt x="1768716" y="172085"/>
                </a:lnTo>
                <a:lnTo>
                  <a:pt x="1768856" y="200393"/>
                </a:lnTo>
                <a:lnTo>
                  <a:pt x="1768856" y="387654"/>
                </a:lnTo>
                <a:lnTo>
                  <a:pt x="1856409" y="387654"/>
                </a:lnTo>
                <a:lnTo>
                  <a:pt x="1856409" y="239280"/>
                </a:lnTo>
                <a:lnTo>
                  <a:pt x="1856930" y="232498"/>
                </a:lnTo>
                <a:lnTo>
                  <a:pt x="1878152" y="194741"/>
                </a:lnTo>
                <a:lnTo>
                  <a:pt x="1917954" y="182892"/>
                </a:lnTo>
                <a:lnTo>
                  <a:pt x="1927783" y="182892"/>
                </a:lnTo>
                <a:lnTo>
                  <a:pt x="1934832" y="183908"/>
                </a:lnTo>
                <a:lnTo>
                  <a:pt x="1941588" y="185331"/>
                </a:lnTo>
                <a:lnTo>
                  <a:pt x="1941588" y="103657"/>
                </a:lnTo>
                <a:close/>
              </a:path>
              <a:path w="3474720" h="507365">
                <a:moveTo>
                  <a:pt x="2193772" y="387654"/>
                </a:moveTo>
                <a:lnTo>
                  <a:pt x="2191855" y="374599"/>
                </a:lnTo>
                <a:lnTo>
                  <a:pt x="2191791" y="374218"/>
                </a:lnTo>
                <a:lnTo>
                  <a:pt x="2190572" y="359905"/>
                </a:lnTo>
                <a:lnTo>
                  <a:pt x="2190394" y="357936"/>
                </a:lnTo>
                <a:lnTo>
                  <a:pt x="2189619" y="340652"/>
                </a:lnTo>
                <a:lnTo>
                  <a:pt x="2189581" y="339610"/>
                </a:lnTo>
                <a:lnTo>
                  <a:pt x="2189492" y="333019"/>
                </a:lnTo>
                <a:lnTo>
                  <a:pt x="2189378" y="324739"/>
                </a:lnTo>
                <a:lnTo>
                  <a:pt x="2189302" y="255562"/>
                </a:lnTo>
                <a:lnTo>
                  <a:pt x="2189302" y="222592"/>
                </a:lnTo>
                <a:lnTo>
                  <a:pt x="2183219" y="176085"/>
                </a:lnTo>
                <a:lnTo>
                  <a:pt x="2175611" y="161798"/>
                </a:lnTo>
                <a:lnTo>
                  <a:pt x="2162797" y="137718"/>
                </a:lnTo>
                <a:lnTo>
                  <a:pt x="2124824" y="111645"/>
                </a:lnTo>
                <a:lnTo>
                  <a:pt x="2104478" y="108318"/>
                </a:lnTo>
                <a:lnTo>
                  <a:pt x="2104478" y="255562"/>
                </a:lnTo>
                <a:lnTo>
                  <a:pt x="2104478" y="291033"/>
                </a:lnTo>
                <a:lnTo>
                  <a:pt x="2072894" y="330530"/>
                </a:lnTo>
                <a:lnTo>
                  <a:pt x="2057615" y="333019"/>
                </a:lnTo>
                <a:lnTo>
                  <a:pt x="2043811" y="330962"/>
                </a:lnTo>
                <a:lnTo>
                  <a:pt x="2032812" y="324739"/>
                </a:lnTo>
                <a:lnTo>
                  <a:pt x="2025535" y="314299"/>
                </a:lnTo>
                <a:lnTo>
                  <a:pt x="2022919" y="299580"/>
                </a:lnTo>
                <a:lnTo>
                  <a:pt x="2029193" y="278638"/>
                </a:lnTo>
                <a:lnTo>
                  <a:pt x="2046439" y="264998"/>
                </a:lnTo>
                <a:lnTo>
                  <a:pt x="2072322" y="257657"/>
                </a:lnTo>
                <a:lnTo>
                  <a:pt x="2104478" y="255562"/>
                </a:lnTo>
                <a:lnTo>
                  <a:pt x="2104478" y="108318"/>
                </a:lnTo>
                <a:lnTo>
                  <a:pt x="2066074" y="102031"/>
                </a:lnTo>
                <a:lnTo>
                  <a:pt x="2030069" y="104381"/>
                </a:lnTo>
                <a:lnTo>
                  <a:pt x="1999500" y="110375"/>
                </a:lnTo>
                <a:lnTo>
                  <a:pt x="1974888" y="118465"/>
                </a:lnTo>
                <a:lnTo>
                  <a:pt x="1956777" y="127063"/>
                </a:lnTo>
                <a:lnTo>
                  <a:pt x="1972868" y="182664"/>
                </a:lnTo>
                <a:lnTo>
                  <a:pt x="1988845" y="174688"/>
                </a:lnTo>
                <a:lnTo>
                  <a:pt x="2007895" y="168046"/>
                </a:lnTo>
                <a:lnTo>
                  <a:pt x="2028799" y="163487"/>
                </a:lnTo>
                <a:lnTo>
                  <a:pt x="2050364" y="161798"/>
                </a:lnTo>
                <a:lnTo>
                  <a:pt x="2076754" y="165290"/>
                </a:lnTo>
                <a:lnTo>
                  <a:pt x="2092413" y="174180"/>
                </a:lnTo>
                <a:lnTo>
                  <a:pt x="2099932" y="185877"/>
                </a:lnTo>
                <a:lnTo>
                  <a:pt x="2101862" y="197764"/>
                </a:lnTo>
                <a:lnTo>
                  <a:pt x="2101862" y="201345"/>
                </a:lnTo>
                <a:lnTo>
                  <a:pt x="2046490" y="205447"/>
                </a:lnTo>
                <a:lnTo>
                  <a:pt x="2000796" y="218033"/>
                </a:lnTo>
                <a:lnTo>
                  <a:pt x="1966264" y="239293"/>
                </a:lnTo>
                <a:lnTo>
                  <a:pt x="1944446" y="269379"/>
                </a:lnTo>
                <a:lnTo>
                  <a:pt x="1936838" y="308483"/>
                </a:lnTo>
                <a:lnTo>
                  <a:pt x="1942985" y="340652"/>
                </a:lnTo>
                <a:lnTo>
                  <a:pt x="1960816" y="367931"/>
                </a:lnTo>
                <a:lnTo>
                  <a:pt x="1989378" y="386854"/>
                </a:lnTo>
                <a:lnTo>
                  <a:pt x="2027745" y="393928"/>
                </a:lnTo>
                <a:lnTo>
                  <a:pt x="2051748" y="391744"/>
                </a:lnTo>
                <a:lnTo>
                  <a:pt x="2073490" y="385254"/>
                </a:lnTo>
                <a:lnTo>
                  <a:pt x="2092439" y="374599"/>
                </a:lnTo>
                <a:lnTo>
                  <a:pt x="2108047" y="359905"/>
                </a:lnTo>
                <a:lnTo>
                  <a:pt x="2109914" y="359905"/>
                </a:lnTo>
                <a:lnTo>
                  <a:pt x="2115070" y="387654"/>
                </a:lnTo>
                <a:lnTo>
                  <a:pt x="2193772" y="387654"/>
                </a:lnTo>
                <a:close/>
              </a:path>
              <a:path w="3474720" h="507365">
                <a:moveTo>
                  <a:pt x="2428951" y="303098"/>
                </a:moveTo>
                <a:lnTo>
                  <a:pt x="2410803" y="251587"/>
                </a:lnTo>
                <a:lnTo>
                  <a:pt x="2352891" y="217119"/>
                </a:lnTo>
                <a:lnTo>
                  <a:pt x="2331224" y="208978"/>
                </a:lnTo>
                <a:lnTo>
                  <a:pt x="2317165" y="201574"/>
                </a:lnTo>
                <a:lnTo>
                  <a:pt x="2309558" y="193890"/>
                </a:lnTo>
                <a:lnTo>
                  <a:pt x="2307285" y="184861"/>
                </a:lnTo>
                <a:lnTo>
                  <a:pt x="2309520" y="175425"/>
                </a:lnTo>
                <a:lnTo>
                  <a:pt x="2316061" y="168338"/>
                </a:lnTo>
                <a:lnTo>
                  <a:pt x="2326589" y="163906"/>
                </a:lnTo>
                <a:lnTo>
                  <a:pt x="2340838" y="162356"/>
                </a:lnTo>
                <a:lnTo>
                  <a:pt x="2358606" y="163893"/>
                </a:lnTo>
                <a:lnTo>
                  <a:pt x="2375471" y="167767"/>
                </a:lnTo>
                <a:lnTo>
                  <a:pt x="2390241" y="172885"/>
                </a:lnTo>
                <a:lnTo>
                  <a:pt x="2401747" y="178117"/>
                </a:lnTo>
                <a:lnTo>
                  <a:pt x="2416987" y="118313"/>
                </a:lnTo>
                <a:lnTo>
                  <a:pt x="2401976" y="112141"/>
                </a:lnTo>
                <a:lnTo>
                  <a:pt x="2383269" y="106946"/>
                </a:lnTo>
                <a:lnTo>
                  <a:pt x="2361628" y="103378"/>
                </a:lnTo>
                <a:lnTo>
                  <a:pt x="2337790" y="102044"/>
                </a:lnTo>
                <a:lnTo>
                  <a:pt x="2290483" y="109016"/>
                </a:lnTo>
                <a:lnTo>
                  <a:pt x="2254453" y="128295"/>
                </a:lnTo>
                <a:lnTo>
                  <a:pt x="2231504" y="157403"/>
                </a:lnTo>
                <a:lnTo>
                  <a:pt x="2223439" y="193890"/>
                </a:lnTo>
                <a:lnTo>
                  <a:pt x="2227605" y="218084"/>
                </a:lnTo>
                <a:lnTo>
                  <a:pt x="2241461" y="240766"/>
                </a:lnTo>
                <a:lnTo>
                  <a:pt x="2266353" y="260883"/>
                </a:lnTo>
                <a:lnTo>
                  <a:pt x="2303589" y="277380"/>
                </a:lnTo>
                <a:lnTo>
                  <a:pt x="2323668" y="284962"/>
                </a:lnTo>
                <a:lnTo>
                  <a:pt x="2336330" y="292163"/>
                </a:lnTo>
                <a:lnTo>
                  <a:pt x="2342946" y="300050"/>
                </a:lnTo>
                <a:lnTo>
                  <a:pt x="2344851" y="309676"/>
                </a:lnTo>
                <a:lnTo>
                  <a:pt x="2342680" y="319290"/>
                </a:lnTo>
                <a:lnTo>
                  <a:pt x="2335911" y="326555"/>
                </a:lnTo>
                <a:lnTo>
                  <a:pt x="2324201" y="331152"/>
                </a:lnTo>
                <a:lnTo>
                  <a:pt x="2307183" y="332752"/>
                </a:lnTo>
                <a:lnTo>
                  <a:pt x="2286978" y="330873"/>
                </a:lnTo>
                <a:lnTo>
                  <a:pt x="2266137" y="326021"/>
                </a:lnTo>
                <a:lnTo>
                  <a:pt x="2247074" y="319328"/>
                </a:lnTo>
                <a:lnTo>
                  <a:pt x="2232215" y="311975"/>
                </a:lnTo>
                <a:lnTo>
                  <a:pt x="2216391" y="373989"/>
                </a:lnTo>
                <a:lnTo>
                  <a:pt x="2234514" y="381876"/>
                </a:lnTo>
                <a:lnTo>
                  <a:pt x="2256218" y="388099"/>
                </a:lnTo>
                <a:lnTo>
                  <a:pt x="2280767" y="392176"/>
                </a:lnTo>
                <a:lnTo>
                  <a:pt x="2307437" y="393649"/>
                </a:lnTo>
                <a:lnTo>
                  <a:pt x="2360422" y="386829"/>
                </a:lnTo>
                <a:lnTo>
                  <a:pt x="2398407" y="367919"/>
                </a:lnTo>
                <a:lnTo>
                  <a:pt x="2421293" y="339229"/>
                </a:lnTo>
                <a:lnTo>
                  <a:pt x="2428951" y="303098"/>
                </a:lnTo>
                <a:close/>
              </a:path>
              <a:path w="3474720" h="507365">
                <a:moveTo>
                  <a:pt x="2694813" y="387654"/>
                </a:moveTo>
                <a:lnTo>
                  <a:pt x="2692895" y="374599"/>
                </a:lnTo>
                <a:lnTo>
                  <a:pt x="2692831" y="374218"/>
                </a:lnTo>
                <a:lnTo>
                  <a:pt x="2691612" y="359905"/>
                </a:lnTo>
                <a:lnTo>
                  <a:pt x="2690342" y="255562"/>
                </a:lnTo>
                <a:lnTo>
                  <a:pt x="2690342" y="222592"/>
                </a:lnTo>
                <a:lnTo>
                  <a:pt x="2684259" y="176085"/>
                </a:lnTo>
                <a:lnTo>
                  <a:pt x="2676652" y="161798"/>
                </a:lnTo>
                <a:lnTo>
                  <a:pt x="2663837" y="137718"/>
                </a:lnTo>
                <a:lnTo>
                  <a:pt x="2625864" y="111645"/>
                </a:lnTo>
                <a:lnTo>
                  <a:pt x="2605506" y="108318"/>
                </a:lnTo>
                <a:lnTo>
                  <a:pt x="2605506" y="255562"/>
                </a:lnTo>
                <a:lnTo>
                  <a:pt x="2605506" y="291033"/>
                </a:lnTo>
                <a:lnTo>
                  <a:pt x="2573934" y="330530"/>
                </a:lnTo>
                <a:lnTo>
                  <a:pt x="2558656" y="333019"/>
                </a:lnTo>
                <a:lnTo>
                  <a:pt x="2544838" y="330962"/>
                </a:lnTo>
                <a:lnTo>
                  <a:pt x="2533840" y="324739"/>
                </a:lnTo>
                <a:lnTo>
                  <a:pt x="2526576" y="314299"/>
                </a:lnTo>
                <a:lnTo>
                  <a:pt x="2523947" y="299580"/>
                </a:lnTo>
                <a:lnTo>
                  <a:pt x="2530233" y="278638"/>
                </a:lnTo>
                <a:lnTo>
                  <a:pt x="2547480" y="264998"/>
                </a:lnTo>
                <a:lnTo>
                  <a:pt x="2573363" y="257657"/>
                </a:lnTo>
                <a:lnTo>
                  <a:pt x="2605506" y="255562"/>
                </a:lnTo>
                <a:lnTo>
                  <a:pt x="2605506" y="108318"/>
                </a:lnTo>
                <a:lnTo>
                  <a:pt x="2567114" y="102031"/>
                </a:lnTo>
                <a:lnTo>
                  <a:pt x="2531110" y="104381"/>
                </a:lnTo>
                <a:lnTo>
                  <a:pt x="2500541" y="110375"/>
                </a:lnTo>
                <a:lnTo>
                  <a:pt x="2475928" y="118465"/>
                </a:lnTo>
                <a:lnTo>
                  <a:pt x="2457818" y="127063"/>
                </a:lnTo>
                <a:lnTo>
                  <a:pt x="2473909" y="182664"/>
                </a:lnTo>
                <a:lnTo>
                  <a:pt x="2489885" y="174688"/>
                </a:lnTo>
                <a:lnTo>
                  <a:pt x="2508935" y="168046"/>
                </a:lnTo>
                <a:lnTo>
                  <a:pt x="2529840" y="163487"/>
                </a:lnTo>
                <a:lnTo>
                  <a:pt x="2551404" y="161798"/>
                </a:lnTo>
                <a:lnTo>
                  <a:pt x="2577795" y="165290"/>
                </a:lnTo>
                <a:lnTo>
                  <a:pt x="2593454" y="174180"/>
                </a:lnTo>
                <a:lnTo>
                  <a:pt x="2600972" y="185877"/>
                </a:lnTo>
                <a:lnTo>
                  <a:pt x="2602903" y="197764"/>
                </a:lnTo>
                <a:lnTo>
                  <a:pt x="2602903" y="201345"/>
                </a:lnTo>
                <a:lnTo>
                  <a:pt x="2547531" y="205447"/>
                </a:lnTo>
                <a:lnTo>
                  <a:pt x="2501836" y="218033"/>
                </a:lnTo>
                <a:lnTo>
                  <a:pt x="2467305" y="239293"/>
                </a:lnTo>
                <a:lnTo>
                  <a:pt x="2445486" y="269379"/>
                </a:lnTo>
                <a:lnTo>
                  <a:pt x="2437866" y="308483"/>
                </a:lnTo>
                <a:lnTo>
                  <a:pt x="2444026" y="340652"/>
                </a:lnTo>
                <a:lnTo>
                  <a:pt x="2461857" y="367931"/>
                </a:lnTo>
                <a:lnTo>
                  <a:pt x="2490419" y="386854"/>
                </a:lnTo>
                <a:lnTo>
                  <a:pt x="2528786" y="393928"/>
                </a:lnTo>
                <a:lnTo>
                  <a:pt x="2552789" y="391744"/>
                </a:lnTo>
                <a:lnTo>
                  <a:pt x="2574531" y="385254"/>
                </a:lnTo>
                <a:lnTo>
                  <a:pt x="2593479" y="374599"/>
                </a:lnTo>
                <a:lnTo>
                  <a:pt x="2609088" y="359905"/>
                </a:lnTo>
                <a:lnTo>
                  <a:pt x="2610955" y="359905"/>
                </a:lnTo>
                <a:lnTo>
                  <a:pt x="2616111" y="387654"/>
                </a:lnTo>
                <a:lnTo>
                  <a:pt x="2694813" y="387654"/>
                </a:lnTo>
                <a:close/>
              </a:path>
              <a:path w="3474720" h="507365">
                <a:moveTo>
                  <a:pt x="3000578" y="222300"/>
                </a:moveTo>
                <a:lnTo>
                  <a:pt x="2992932" y="168833"/>
                </a:lnTo>
                <a:lnTo>
                  <a:pt x="2971800" y="131343"/>
                </a:lnTo>
                <a:lnTo>
                  <a:pt x="2939885" y="109270"/>
                </a:lnTo>
                <a:lnTo>
                  <a:pt x="2899930" y="102031"/>
                </a:lnTo>
                <a:lnTo>
                  <a:pt x="2868142" y="106540"/>
                </a:lnTo>
                <a:lnTo>
                  <a:pt x="2843136" y="117779"/>
                </a:lnTo>
                <a:lnTo>
                  <a:pt x="2824797" y="132397"/>
                </a:lnTo>
                <a:lnTo>
                  <a:pt x="2813024" y="147015"/>
                </a:lnTo>
                <a:lnTo>
                  <a:pt x="2811195" y="147015"/>
                </a:lnTo>
                <a:lnTo>
                  <a:pt x="2807144" y="108318"/>
                </a:lnTo>
                <a:lnTo>
                  <a:pt x="2731325" y="108318"/>
                </a:lnTo>
                <a:lnTo>
                  <a:pt x="2732925" y="149275"/>
                </a:lnTo>
                <a:lnTo>
                  <a:pt x="2733421" y="172440"/>
                </a:lnTo>
                <a:lnTo>
                  <a:pt x="2733611" y="197548"/>
                </a:lnTo>
                <a:lnTo>
                  <a:pt x="2733611" y="387654"/>
                </a:lnTo>
                <a:lnTo>
                  <a:pt x="2821178" y="387654"/>
                </a:lnTo>
                <a:lnTo>
                  <a:pt x="2821178" y="218706"/>
                </a:lnTo>
                <a:lnTo>
                  <a:pt x="2821978" y="210439"/>
                </a:lnTo>
                <a:lnTo>
                  <a:pt x="2852331" y="175082"/>
                </a:lnTo>
                <a:lnTo>
                  <a:pt x="2868561" y="172212"/>
                </a:lnTo>
                <a:lnTo>
                  <a:pt x="2888818" y="176631"/>
                </a:lnTo>
                <a:lnTo>
                  <a:pt x="2902623" y="189026"/>
                </a:lnTo>
                <a:lnTo>
                  <a:pt x="2910522" y="208191"/>
                </a:lnTo>
                <a:lnTo>
                  <a:pt x="2913037" y="232841"/>
                </a:lnTo>
                <a:lnTo>
                  <a:pt x="2913037" y="387654"/>
                </a:lnTo>
                <a:lnTo>
                  <a:pt x="3000578" y="387654"/>
                </a:lnTo>
                <a:lnTo>
                  <a:pt x="3000578" y="222300"/>
                </a:lnTo>
                <a:close/>
              </a:path>
              <a:path w="3474720" h="507365">
                <a:moveTo>
                  <a:pt x="3201466" y="108318"/>
                </a:moveTo>
                <a:lnTo>
                  <a:pt x="3138538" y="108318"/>
                </a:lnTo>
                <a:lnTo>
                  <a:pt x="3138538" y="28651"/>
                </a:lnTo>
                <a:lnTo>
                  <a:pt x="3053016" y="48298"/>
                </a:lnTo>
                <a:lnTo>
                  <a:pt x="3053016" y="108318"/>
                </a:lnTo>
                <a:lnTo>
                  <a:pt x="3015653" y="108318"/>
                </a:lnTo>
                <a:lnTo>
                  <a:pt x="3015653" y="172377"/>
                </a:lnTo>
                <a:lnTo>
                  <a:pt x="3053016" y="172377"/>
                </a:lnTo>
                <a:lnTo>
                  <a:pt x="3053016" y="286626"/>
                </a:lnTo>
                <a:lnTo>
                  <a:pt x="3054515" y="313956"/>
                </a:lnTo>
                <a:lnTo>
                  <a:pt x="3066567" y="355066"/>
                </a:lnTo>
                <a:lnTo>
                  <a:pt x="3104794" y="386956"/>
                </a:lnTo>
                <a:lnTo>
                  <a:pt x="3143085" y="393649"/>
                </a:lnTo>
                <a:lnTo>
                  <a:pt x="3160661" y="393052"/>
                </a:lnTo>
                <a:lnTo>
                  <a:pt x="3176346" y="391426"/>
                </a:lnTo>
                <a:lnTo>
                  <a:pt x="3189554" y="389064"/>
                </a:lnTo>
                <a:lnTo>
                  <a:pt x="3199714" y="386194"/>
                </a:lnTo>
                <a:lnTo>
                  <a:pt x="3199015" y="320205"/>
                </a:lnTo>
                <a:lnTo>
                  <a:pt x="3193999" y="321208"/>
                </a:lnTo>
                <a:lnTo>
                  <a:pt x="3187992" y="322033"/>
                </a:lnTo>
                <a:lnTo>
                  <a:pt x="3181007" y="322592"/>
                </a:lnTo>
                <a:lnTo>
                  <a:pt x="3173031" y="322795"/>
                </a:lnTo>
                <a:lnTo>
                  <a:pt x="3156635" y="319849"/>
                </a:lnTo>
                <a:lnTo>
                  <a:pt x="3146006" y="310819"/>
                </a:lnTo>
                <a:lnTo>
                  <a:pt x="3140252" y="295490"/>
                </a:lnTo>
                <a:lnTo>
                  <a:pt x="3138538" y="273583"/>
                </a:lnTo>
                <a:lnTo>
                  <a:pt x="3138538" y="172377"/>
                </a:lnTo>
                <a:lnTo>
                  <a:pt x="3201466" y="172377"/>
                </a:lnTo>
                <a:lnTo>
                  <a:pt x="3201466" y="108318"/>
                </a:lnTo>
                <a:close/>
              </a:path>
              <a:path w="3474720" h="507365">
                <a:moveTo>
                  <a:pt x="3474428" y="241515"/>
                </a:moveTo>
                <a:lnTo>
                  <a:pt x="3471799" y="216420"/>
                </a:lnTo>
                <a:lnTo>
                  <a:pt x="3470122" y="200469"/>
                </a:lnTo>
                <a:lnTo>
                  <a:pt x="3456482" y="162560"/>
                </a:lnTo>
                <a:lnTo>
                  <a:pt x="3454362" y="159804"/>
                </a:lnTo>
                <a:lnTo>
                  <a:pt x="3432441" y="131229"/>
                </a:lnTo>
                <a:lnTo>
                  <a:pt x="3396919" y="109905"/>
                </a:lnTo>
                <a:lnTo>
                  <a:pt x="3393173" y="109296"/>
                </a:lnTo>
                <a:lnTo>
                  <a:pt x="3393173" y="216420"/>
                </a:lnTo>
                <a:lnTo>
                  <a:pt x="3289820" y="216420"/>
                </a:lnTo>
                <a:lnTo>
                  <a:pt x="3294138" y="197815"/>
                </a:lnTo>
                <a:lnTo>
                  <a:pt x="3304032" y="179438"/>
                </a:lnTo>
                <a:lnTo>
                  <a:pt x="3320402" y="165392"/>
                </a:lnTo>
                <a:lnTo>
                  <a:pt x="3344138" y="159804"/>
                </a:lnTo>
                <a:lnTo>
                  <a:pt x="3368598" y="165709"/>
                </a:lnTo>
                <a:lnTo>
                  <a:pt x="3383623" y="180263"/>
                </a:lnTo>
                <a:lnTo>
                  <a:pt x="3391166" y="198742"/>
                </a:lnTo>
                <a:lnTo>
                  <a:pt x="3393173" y="216420"/>
                </a:lnTo>
                <a:lnTo>
                  <a:pt x="3393173" y="109296"/>
                </a:lnTo>
                <a:lnTo>
                  <a:pt x="3348863" y="102044"/>
                </a:lnTo>
                <a:lnTo>
                  <a:pt x="3296805" y="110769"/>
                </a:lnTo>
                <a:lnTo>
                  <a:pt x="3256991" y="134213"/>
                </a:lnTo>
                <a:lnTo>
                  <a:pt x="3229025" y="168224"/>
                </a:lnTo>
                <a:lnTo>
                  <a:pt x="3212528" y="208699"/>
                </a:lnTo>
                <a:lnTo>
                  <a:pt x="3207118" y="251498"/>
                </a:lnTo>
                <a:lnTo>
                  <a:pt x="3213531" y="299415"/>
                </a:lnTo>
                <a:lnTo>
                  <a:pt x="3213570" y="299707"/>
                </a:lnTo>
                <a:lnTo>
                  <a:pt x="3232467" y="339140"/>
                </a:lnTo>
                <a:lnTo>
                  <a:pt x="3263150" y="368681"/>
                </a:lnTo>
                <a:lnTo>
                  <a:pt x="3304908" y="387223"/>
                </a:lnTo>
                <a:lnTo>
                  <a:pt x="3357080" y="393649"/>
                </a:lnTo>
                <a:lnTo>
                  <a:pt x="3384816" y="392544"/>
                </a:lnTo>
                <a:lnTo>
                  <a:pt x="3411258" y="389229"/>
                </a:lnTo>
                <a:lnTo>
                  <a:pt x="3436074" y="383717"/>
                </a:lnTo>
                <a:lnTo>
                  <a:pt x="3458972" y="375996"/>
                </a:lnTo>
                <a:lnTo>
                  <a:pt x="3449548" y="329069"/>
                </a:lnTo>
                <a:lnTo>
                  <a:pt x="3447161" y="317233"/>
                </a:lnTo>
                <a:lnTo>
                  <a:pt x="3429292" y="322414"/>
                </a:lnTo>
                <a:lnTo>
                  <a:pt x="3410724" y="326110"/>
                </a:lnTo>
                <a:lnTo>
                  <a:pt x="3391039" y="328333"/>
                </a:lnTo>
                <a:lnTo>
                  <a:pt x="3369792" y="329069"/>
                </a:lnTo>
                <a:lnTo>
                  <a:pt x="3340570" y="325831"/>
                </a:lnTo>
                <a:lnTo>
                  <a:pt x="3315843" y="316001"/>
                </a:lnTo>
                <a:lnTo>
                  <a:pt x="3298279" y="299415"/>
                </a:lnTo>
                <a:lnTo>
                  <a:pt x="3290532" y="275907"/>
                </a:lnTo>
                <a:lnTo>
                  <a:pt x="3471303" y="275907"/>
                </a:lnTo>
                <a:lnTo>
                  <a:pt x="3472446" y="269951"/>
                </a:lnTo>
                <a:lnTo>
                  <a:pt x="3473450" y="261975"/>
                </a:lnTo>
                <a:lnTo>
                  <a:pt x="3474161" y="252374"/>
                </a:lnTo>
                <a:lnTo>
                  <a:pt x="3474428" y="2415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12455587" y="4249035"/>
            <a:ext cx="7093584" cy="746125"/>
            <a:chOff x="12455587" y="4249035"/>
            <a:chExt cx="7093584" cy="746125"/>
          </a:xfrm>
        </p:grpSpPr>
        <p:sp>
          <p:nvSpPr>
            <p:cNvPr id="36" name="object 36"/>
            <p:cNvSpPr/>
            <p:nvPr/>
          </p:nvSpPr>
          <p:spPr>
            <a:xfrm>
              <a:off x="12455587" y="4249035"/>
              <a:ext cx="7093584" cy="746125"/>
            </a:xfrm>
            <a:custGeom>
              <a:avLst/>
              <a:gdLst/>
              <a:ahLst/>
              <a:cxnLst/>
              <a:rect l="l" t="t" r="r" b="b"/>
              <a:pathLst>
                <a:path w="7093584" h="746125">
                  <a:moveTo>
                    <a:pt x="7009985" y="0"/>
                  </a:moveTo>
                  <a:lnTo>
                    <a:pt x="83568" y="0"/>
                  </a:lnTo>
                  <a:lnTo>
                    <a:pt x="51118" y="6593"/>
                  </a:lnTo>
                  <a:lnTo>
                    <a:pt x="24546" y="24546"/>
                  </a:lnTo>
                  <a:lnTo>
                    <a:pt x="6593" y="51118"/>
                  </a:lnTo>
                  <a:lnTo>
                    <a:pt x="0" y="83568"/>
                  </a:lnTo>
                  <a:lnTo>
                    <a:pt x="0" y="662492"/>
                  </a:lnTo>
                  <a:lnTo>
                    <a:pt x="6593" y="694938"/>
                  </a:lnTo>
                  <a:lnTo>
                    <a:pt x="24546" y="721510"/>
                  </a:lnTo>
                  <a:lnTo>
                    <a:pt x="51118" y="739466"/>
                  </a:lnTo>
                  <a:lnTo>
                    <a:pt x="83568" y="746061"/>
                  </a:lnTo>
                  <a:lnTo>
                    <a:pt x="7009985" y="746061"/>
                  </a:lnTo>
                  <a:lnTo>
                    <a:pt x="7042435" y="739466"/>
                  </a:lnTo>
                  <a:lnTo>
                    <a:pt x="7069007" y="721510"/>
                  </a:lnTo>
                  <a:lnTo>
                    <a:pt x="7086960" y="694938"/>
                  </a:lnTo>
                  <a:lnTo>
                    <a:pt x="7093553" y="662492"/>
                  </a:lnTo>
                  <a:lnTo>
                    <a:pt x="7093553" y="83568"/>
                  </a:lnTo>
                  <a:lnTo>
                    <a:pt x="7086960" y="51118"/>
                  </a:lnTo>
                  <a:lnTo>
                    <a:pt x="7069007" y="24546"/>
                  </a:lnTo>
                  <a:lnTo>
                    <a:pt x="7042435" y="6593"/>
                  </a:lnTo>
                  <a:lnTo>
                    <a:pt x="7009985" y="0"/>
                  </a:lnTo>
                  <a:close/>
                </a:path>
              </a:pathLst>
            </a:custGeom>
            <a:solidFill>
              <a:srgbClr val="EA5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595600" y="4317301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5397873" y="4317301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7450167" y="4317301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12451388" y="5082861"/>
            <a:ext cx="7102475" cy="482600"/>
            <a:chOff x="12451388" y="5082861"/>
            <a:chExt cx="7102475" cy="482600"/>
          </a:xfrm>
        </p:grpSpPr>
        <p:sp>
          <p:nvSpPr>
            <p:cNvPr id="41" name="object 41"/>
            <p:cNvSpPr/>
            <p:nvPr/>
          </p:nvSpPr>
          <p:spPr>
            <a:xfrm>
              <a:off x="12455582" y="5087352"/>
              <a:ext cx="7093584" cy="473709"/>
            </a:xfrm>
            <a:custGeom>
              <a:avLst/>
              <a:gdLst/>
              <a:ahLst/>
              <a:cxnLst/>
              <a:rect l="l" t="t" r="r" b="b"/>
              <a:pathLst>
                <a:path w="7093584" h="473710">
                  <a:moveTo>
                    <a:pt x="7026990" y="473409"/>
                  </a:moveTo>
                  <a:lnTo>
                    <a:pt x="66573" y="473409"/>
                  </a:lnTo>
                  <a:lnTo>
                    <a:pt x="40724" y="468156"/>
                  </a:lnTo>
                  <a:lnTo>
                    <a:pt x="19555" y="453853"/>
                  </a:lnTo>
                  <a:lnTo>
                    <a:pt x="5252" y="432685"/>
                  </a:lnTo>
                  <a:lnTo>
                    <a:pt x="0" y="406835"/>
                  </a:lnTo>
                  <a:lnTo>
                    <a:pt x="0" y="66563"/>
                  </a:lnTo>
                  <a:lnTo>
                    <a:pt x="5252" y="40719"/>
                  </a:lnTo>
                  <a:lnTo>
                    <a:pt x="19555" y="19554"/>
                  </a:lnTo>
                  <a:lnTo>
                    <a:pt x="40724" y="5252"/>
                  </a:lnTo>
                  <a:lnTo>
                    <a:pt x="66573" y="0"/>
                  </a:lnTo>
                  <a:lnTo>
                    <a:pt x="7026990" y="0"/>
                  </a:lnTo>
                  <a:lnTo>
                    <a:pt x="7052840" y="5252"/>
                  </a:lnTo>
                  <a:lnTo>
                    <a:pt x="7074008" y="19554"/>
                  </a:lnTo>
                  <a:lnTo>
                    <a:pt x="7088311" y="40719"/>
                  </a:lnTo>
                  <a:lnTo>
                    <a:pt x="7093564" y="66563"/>
                  </a:lnTo>
                  <a:lnTo>
                    <a:pt x="7093564" y="406835"/>
                  </a:lnTo>
                  <a:lnTo>
                    <a:pt x="7088311" y="432685"/>
                  </a:lnTo>
                  <a:lnTo>
                    <a:pt x="7074008" y="453853"/>
                  </a:lnTo>
                  <a:lnTo>
                    <a:pt x="7052840" y="468156"/>
                  </a:lnTo>
                  <a:lnTo>
                    <a:pt x="7026990" y="473409"/>
                  </a:lnTo>
                  <a:close/>
                </a:path>
              </a:pathLst>
            </a:custGeom>
            <a:ln w="8387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3564187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34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397873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34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7450167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87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5502692" y="4433285"/>
            <a:ext cx="3977640" cy="1055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100"/>
              </a:spcBef>
              <a:tabLst>
                <a:tab pos="2028825" algn="l"/>
              </a:tabLst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EAN13</a:t>
            </a: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	EAN</a:t>
            </a:r>
            <a:r>
              <a:rPr sz="21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14</a:t>
            </a:r>
            <a:endParaRPr sz="2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2002789" algn="l"/>
              </a:tabLst>
            </a:pPr>
            <a:r>
              <a:rPr sz="2150" spc="-10" dirty="0">
                <a:latin typeface="Trebuchet MS"/>
                <a:cs typeface="Trebuchet MS"/>
              </a:rPr>
              <a:t>7707291393493</a:t>
            </a:r>
            <a:r>
              <a:rPr sz="2150" dirty="0">
                <a:latin typeface="Trebuchet MS"/>
                <a:cs typeface="Trebuchet MS"/>
              </a:rPr>
              <a:t>	</a:t>
            </a:r>
            <a:r>
              <a:rPr sz="2150" spc="-25" dirty="0">
                <a:latin typeface="Trebuchet MS"/>
                <a:cs typeface="Trebuchet MS"/>
              </a:rPr>
              <a:t>17707291393490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663582" y="4433285"/>
            <a:ext cx="6496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65" dirty="0">
                <a:solidFill>
                  <a:srgbClr val="FFFFFF"/>
                </a:solidFill>
                <a:latin typeface="Trebuchet MS"/>
                <a:cs typeface="Trebuchet MS"/>
              </a:rPr>
              <a:t>Cont.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898133" y="4320234"/>
            <a:ext cx="1143000" cy="57848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00330" marR="5080" indent="-88265">
              <a:lnSpc>
                <a:spcPct val="68800"/>
              </a:lnSpc>
              <a:spcBef>
                <a:spcPts val="905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Unidades </a:t>
            </a: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15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Trebuchet MS"/>
                <a:cs typeface="Trebuchet MS"/>
              </a:rPr>
              <a:t>caja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4538827" y="3435833"/>
            <a:ext cx="5005705" cy="634365"/>
          </a:xfrm>
          <a:custGeom>
            <a:avLst/>
            <a:gdLst/>
            <a:ahLst/>
            <a:cxnLst/>
            <a:rect l="l" t="t" r="r" b="b"/>
            <a:pathLst>
              <a:path w="5005705" h="634364">
                <a:moveTo>
                  <a:pt x="4940373" y="633907"/>
                </a:moveTo>
                <a:lnTo>
                  <a:pt x="64699" y="633907"/>
                </a:lnTo>
                <a:lnTo>
                  <a:pt x="39579" y="628801"/>
                </a:lnTo>
                <a:lnTo>
                  <a:pt x="19007" y="614898"/>
                </a:lnTo>
                <a:lnTo>
                  <a:pt x="5105" y="594323"/>
                </a:lnTo>
                <a:lnTo>
                  <a:pt x="0" y="569197"/>
                </a:lnTo>
                <a:lnTo>
                  <a:pt x="0" y="64699"/>
                </a:lnTo>
                <a:lnTo>
                  <a:pt x="5105" y="39575"/>
                </a:lnTo>
                <a:lnTo>
                  <a:pt x="19007" y="19003"/>
                </a:lnTo>
                <a:lnTo>
                  <a:pt x="39579" y="5104"/>
                </a:lnTo>
                <a:lnTo>
                  <a:pt x="64699" y="0"/>
                </a:lnTo>
                <a:lnTo>
                  <a:pt x="4940373" y="0"/>
                </a:lnTo>
                <a:lnTo>
                  <a:pt x="4965498" y="5104"/>
                </a:lnTo>
                <a:lnTo>
                  <a:pt x="4986074" y="19003"/>
                </a:lnTo>
                <a:lnTo>
                  <a:pt x="4999977" y="39575"/>
                </a:lnTo>
                <a:lnTo>
                  <a:pt x="5005083" y="64699"/>
                </a:lnTo>
                <a:lnTo>
                  <a:pt x="5005083" y="569197"/>
                </a:lnTo>
                <a:lnTo>
                  <a:pt x="4999977" y="594323"/>
                </a:lnTo>
                <a:lnTo>
                  <a:pt x="4986074" y="614898"/>
                </a:lnTo>
                <a:lnTo>
                  <a:pt x="4965498" y="628801"/>
                </a:lnTo>
                <a:lnTo>
                  <a:pt x="4940373" y="633907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6596793" y="3571478"/>
            <a:ext cx="76200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90" dirty="0">
                <a:latin typeface="Trebuchet MS"/>
                <a:cs typeface="Trebuchet MS"/>
              </a:rPr>
              <a:t>Cítrico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2466055" y="3435826"/>
            <a:ext cx="1984375" cy="629285"/>
          </a:xfrm>
          <a:custGeom>
            <a:avLst/>
            <a:gdLst/>
            <a:ahLst/>
            <a:cxnLst/>
            <a:rect l="l" t="t" r="r" b="b"/>
            <a:pathLst>
              <a:path w="1984375" h="629285">
                <a:moveTo>
                  <a:pt x="1943186" y="0"/>
                </a:moveTo>
                <a:lnTo>
                  <a:pt x="40574" y="0"/>
                </a:lnTo>
                <a:lnTo>
                  <a:pt x="24821" y="3202"/>
                </a:lnTo>
                <a:lnTo>
                  <a:pt x="11919" y="11921"/>
                </a:lnTo>
                <a:lnTo>
                  <a:pt x="3201" y="24825"/>
                </a:lnTo>
                <a:lnTo>
                  <a:pt x="0" y="40585"/>
                </a:lnTo>
                <a:lnTo>
                  <a:pt x="0" y="588453"/>
                </a:lnTo>
                <a:lnTo>
                  <a:pt x="3201" y="604212"/>
                </a:lnTo>
                <a:lnTo>
                  <a:pt x="11919" y="617117"/>
                </a:lnTo>
                <a:lnTo>
                  <a:pt x="24821" y="625836"/>
                </a:lnTo>
                <a:lnTo>
                  <a:pt x="40574" y="629038"/>
                </a:lnTo>
                <a:lnTo>
                  <a:pt x="1943186" y="629038"/>
                </a:lnTo>
                <a:lnTo>
                  <a:pt x="1958940" y="625836"/>
                </a:lnTo>
                <a:lnTo>
                  <a:pt x="1971841" y="617117"/>
                </a:lnTo>
                <a:lnTo>
                  <a:pt x="1980559" y="604212"/>
                </a:lnTo>
                <a:lnTo>
                  <a:pt x="1983761" y="588453"/>
                </a:lnTo>
                <a:lnTo>
                  <a:pt x="1983761" y="40585"/>
                </a:lnTo>
                <a:lnTo>
                  <a:pt x="1980559" y="24825"/>
                </a:lnTo>
                <a:lnTo>
                  <a:pt x="1971841" y="11921"/>
                </a:lnTo>
                <a:lnTo>
                  <a:pt x="1958940" y="3202"/>
                </a:lnTo>
                <a:lnTo>
                  <a:pt x="1943186" y="0"/>
                </a:lnTo>
                <a:close/>
              </a:path>
            </a:pathLst>
          </a:custGeom>
          <a:solidFill>
            <a:srgbClr val="EA5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12844943" y="3541624"/>
            <a:ext cx="117538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Fragancia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2585717" y="5135622"/>
            <a:ext cx="2484120" cy="114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9375" algn="r">
              <a:lnSpc>
                <a:spcPct val="100000"/>
              </a:lnSpc>
              <a:spcBef>
                <a:spcPts val="100"/>
              </a:spcBef>
              <a:tabLst>
                <a:tab pos="1375410" algn="l"/>
              </a:tabLst>
            </a:pPr>
            <a:r>
              <a:rPr sz="2150" spc="-30" dirty="0">
                <a:latin typeface="Trebuchet MS"/>
                <a:cs typeface="Trebuchet MS"/>
              </a:rPr>
              <a:t>500</a:t>
            </a:r>
            <a:r>
              <a:rPr sz="2150" spc="-175" dirty="0">
                <a:latin typeface="Trebuchet MS"/>
                <a:cs typeface="Trebuchet MS"/>
              </a:rPr>
              <a:t> </a:t>
            </a:r>
            <a:r>
              <a:rPr sz="2150" spc="-25" dirty="0">
                <a:latin typeface="Trebuchet MS"/>
                <a:cs typeface="Trebuchet MS"/>
              </a:rPr>
              <a:t>mL</a:t>
            </a:r>
            <a:r>
              <a:rPr sz="2150" dirty="0">
                <a:latin typeface="Trebuchet MS"/>
                <a:cs typeface="Trebuchet MS"/>
              </a:rPr>
              <a:t>	</a:t>
            </a:r>
            <a:r>
              <a:rPr sz="2150" spc="-140" dirty="0">
                <a:latin typeface="Trebuchet MS"/>
                <a:cs typeface="Trebuchet MS"/>
              </a:rPr>
              <a:t>Caja</a:t>
            </a:r>
            <a:r>
              <a:rPr sz="2150" spc="-175" dirty="0">
                <a:latin typeface="Trebuchet MS"/>
                <a:cs typeface="Trebuchet MS"/>
              </a:rPr>
              <a:t> </a:t>
            </a:r>
            <a:r>
              <a:rPr sz="2150" spc="-95" dirty="0">
                <a:latin typeface="Trebuchet MS"/>
                <a:cs typeface="Trebuchet MS"/>
              </a:rPr>
              <a:t>x</a:t>
            </a:r>
            <a:r>
              <a:rPr sz="2150" spc="-170" dirty="0">
                <a:latin typeface="Trebuchet MS"/>
                <a:cs typeface="Trebuchet MS"/>
              </a:rPr>
              <a:t> </a:t>
            </a:r>
            <a:r>
              <a:rPr sz="2150" spc="-25" dirty="0">
                <a:latin typeface="Trebuchet MS"/>
                <a:cs typeface="Trebuchet MS"/>
              </a:rPr>
              <a:t>24</a:t>
            </a:r>
            <a:endParaRPr sz="2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21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2400" spc="-145" dirty="0">
                <a:latin typeface="Trebuchet MS"/>
                <a:cs typeface="Trebuchet MS"/>
              </a:rPr>
              <a:t>Fácil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enjuague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6356469" y="6693033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75297" y="200761"/>
                </a:lnTo>
                <a:lnTo>
                  <a:pt x="575170" y="192036"/>
                </a:lnTo>
                <a:lnTo>
                  <a:pt x="575157" y="190474"/>
                </a:lnTo>
                <a:lnTo>
                  <a:pt x="481431" y="86118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2877" y="44323"/>
                </a:lnTo>
                <a:lnTo>
                  <a:pt x="376186" y="45808"/>
                </a:lnTo>
                <a:lnTo>
                  <a:pt x="133591" y="59042"/>
                </a:lnTo>
                <a:lnTo>
                  <a:pt x="121399" y="59639"/>
                </a:lnTo>
                <a:lnTo>
                  <a:pt x="109321" y="60540"/>
                </a:lnTo>
                <a:lnTo>
                  <a:pt x="44221" y="110032"/>
                </a:lnTo>
                <a:lnTo>
                  <a:pt x="5334" y="149644"/>
                </a:lnTo>
                <a:lnTo>
                  <a:pt x="0" y="154724"/>
                </a:lnTo>
                <a:lnTo>
                  <a:pt x="3225" y="164388"/>
                </a:lnTo>
                <a:lnTo>
                  <a:pt x="3263" y="164515"/>
                </a:lnTo>
                <a:lnTo>
                  <a:pt x="10617" y="165354"/>
                </a:lnTo>
                <a:lnTo>
                  <a:pt x="14947" y="166052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48" y="107873"/>
                </a:lnTo>
                <a:lnTo>
                  <a:pt x="85382" y="101650"/>
                </a:lnTo>
                <a:lnTo>
                  <a:pt x="91833" y="95415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27" y="79692"/>
                </a:lnTo>
                <a:lnTo>
                  <a:pt x="368071" y="98437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29"/>
                </a:lnTo>
                <a:lnTo>
                  <a:pt x="248221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78" y="233857"/>
                </a:lnTo>
                <a:lnTo>
                  <a:pt x="238645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61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22" y="247319"/>
                </a:lnTo>
                <a:lnTo>
                  <a:pt x="336461" y="407238"/>
                </a:lnTo>
                <a:lnTo>
                  <a:pt x="310108" y="432549"/>
                </a:lnTo>
                <a:lnTo>
                  <a:pt x="286359" y="456209"/>
                </a:lnTo>
                <a:lnTo>
                  <a:pt x="281622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20" y="339775"/>
                </a:lnTo>
                <a:lnTo>
                  <a:pt x="116865" y="331584"/>
                </a:lnTo>
                <a:lnTo>
                  <a:pt x="111137" y="331228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12" y="338150"/>
                </a:lnTo>
                <a:lnTo>
                  <a:pt x="99301" y="339940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79" y="488403"/>
                </a:lnTo>
                <a:lnTo>
                  <a:pt x="308737" y="481825"/>
                </a:lnTo>
                <a:lnTo>
                  <a:pt x="309410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68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EA5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6356469" y="5868384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5">
                <a:moveTo>
                  <a:pt x="575322" y="202717"/>
                </a:moveTo>
                <a:lnTo>
                  <a:pt x="575297" y="200748"/>
                </a:lnTo>
                <a:lnTo>
                  <a:pt x="575170" y="192036"/>
                </a:lnTo>
                <a:lnTo>
                  <a:pt x="575157" y="190461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193"/>
                </a:lnTo>
                <a:lnTo>
                  <a:pt x="460629" y="7505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2877" y="44323"/>
                </a:lnTo>
                <a:lnTo>
                  <a:pt x="376186" y="45808"/>
                </a:lnTo>
                <a:lnTo>
                  <a:pt x="133591" y="59042"/>
                </a:lnTo>
                <a:lnTo>
                  <a:pt x="121399" y="59639"/>
                </a:lnTo>
                <a:lnTo>
                  <a:pt x="109321" y="60540"/>
                </a:lnTo>
                <a:lnTo>
                  <a:pt x="44221" y="110032"/>
                </a:lnTo>
                <a:lnTo>
                  <a:pt x="5334" y="149631"/>
                </a:lnTo>
                <a:lnTo>
                  <a:pt x="0" y="154724"/>
                </a:lnTo>
                <a:lnTo>
                  <a:pt x="3225" y="164388"/>
                </a:lnTo>
                <a:lnTo>
                  <a:pt x="3263" y="164515"/>
                </a:lnTo>
                <a:lnTo>
                  <a:pt x="10617" y="165354"/>
                </a:lnTo>
                <a:lnTo>
                  <a:pt x="14947" y="166052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48" y="107873"/>
                </a:lnTo>
                <a:lnTo>
                  <a:pt x="85382" y="101650"/>
                </a:lnTo>
                <a:lnTo>
                  <a:pt x="91833" y="95402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27" y="79692"/>
                </a:lnTo>
                <a:lnTo>
                  <a:pt x="368071" y="98437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09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21" y="222097"/>
                </a:lnTo>
                <a:lnTo>
                  <a:pt x="218186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78" y="233857"/>
                </a:lnTo>
                <a:lnTo>
                  <a:pt x="238645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22" y="247319"/>
                </a:lnTo>
                <a:lnTo>
                  <a:pt x="336461" y="407238"/>
                </a:lnTo>
                <a:lnTo>
                  <a:pt x="310108" y="432549"/>
                </a:lnTo>
                <a:lnTo>
                  <a:pt x="286359" y="456209"/>
                </a:lnTo>
                <a:lnTo>
                  <a:pt x="281622" y="459778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20" y="339775"/>
                </a:lnTo>
                <a:lnTo>
                  <a:pt x="116865" y="331584"/>
                </a:lnTo>
                <a:lnTo>
                  <a:pt x="111137" y="331216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12" y="338150"/>
                </a:lnTo>
                <a:lnTo>
                  <a:pt x="99301" y="339940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56"/>
                </a:lnTo>
                <a:lnTo>
                  <a:pt x="304279" y="488403"/>
                </a:lnTo>
                <a:lnTo>
                  <a:pt x="309232" y="481076"/>
                </a:lnTo>
                <a:lnTo>
                  <a:pt x="308737" y="481825"/>
                </a:lnTo>
                <a:lnTo>
                  <a:pt x="309410" y="481076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68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EA5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2555258" y="6670681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55066" y="164515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193"/>
                </a:lnTo>
                <a:lnTo>
                  <a:pt x="460629" y="7505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2902" y="44323"/>
                </a:lnTo>
                <a:lnTo>
                  <a:pt x="376174" y="45808"/>
                </a:lnTo>
                <a:lnTo>
                  <a:pt x="133591" y="59055"/>
                </a:lnTo>
                <a:lnTo>
                  <a:pt x="121399" y="59639"/>
                </a:lnTo>
                <a:lnTo>
                  <a:pt x="109321" y="60540"/>
                </a:lnTo>
                <a:lnTo>
                  <a:pt x="44221" y="110032"/>
                </a:lnTo>
                <a:lnTo>
                  <a:pt x="5334" y="149631"/>
                </a:lnTo>
                <a:lnTo>
                  <a:pt x="0" y="154711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35" y="166065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46" y="95402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09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34" y="222084"/>
                </a:lnTo>
                <a:lnTo>
                  <a:pt x="218186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89" y="192036"/>
                </a:lnTo>
                <a:lnTo>
                  <a:pt x="551497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22" y="247319"/>
                </a:lnTo>
                <a:lnTo>
                  <a:pt x="336473" y="407238"/>
                </a:lnTo>
                <a:lnTo>
                  <a:pt x="310108" y="432549"/>
                </a:lnTo>
                <a:lnTo>
                  <a:pt x="286359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20" y="339788"/>
                </a:lnTo>
                <a:lnTo>
                  <a:pt x="116865" y="331584"/>
                </a:lnTo>
                <a:lnTo>
                  <a:pt x="112699" y="331317"/>
                </a:lnTo>
                <a:lnTo>
                  <a:pt x="112699" y="357530"/>
                </a:lnTo>
                <a:lnTo>
                  <a:pt x="112636" y="358190"/>
                </a:lnTo>
                <a:lnTo>
                  <a:pt x="112547" y="359054"/>
                </a:lnTo>
                <a:lnTo>
                  <a:pt x="112699" y="357530"/>
                </a:lnTo>
                <a:lnTo>
                  <a:pt x="112699" y="331317"/>
                </a:lnTo>
                <a:lnTo>
                  <a:pt x="111137" y="331216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12" y="338150"/>
                </a:lnTo>
                <a:lnTo>
                  <a:pt x="99301" y="339940"/>
                </a:lnTo>
                <a:lnTo>
                  <a:pt x="93548" y="344512"/>
                </a:lnTo>
                <a:lnTo>
                  <a:pt x="93484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56"/>
                </a:lnTo>
                <a:lnTo>
                  <a:pt x="304292" y="488403"/>
                </a:lnTo>
                <a:lnTo>
                  <a:pt x="309232" y="481076"/>
                </a:lnTo>
                <a:lnTo>
                  <a:pt x="308711" y="481863"/>
                </a:lnTo>
                <a:lnTo>
                  <a:pt x="309422" y="481076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380809" y="408051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EA5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13191197" y="6681058"/>
            <a:ext cx="2054860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90" dirty="0">
                <a:latin typeface="Trebuchet MS"/>
                <a:cs typeface="Trebuchet MS"/>
              </a:rPr>
              <a:t>Elimina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el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polvo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6978571" y="5897526"/>
            <a:ext cx="2654300" cy="1339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55" dirty="0">
                <a:latin typeface="Trebuchet MS"/>
                <a:cs typeface="Trebuchet MS"/>
              </a:rPr>
              <a:t>Limpiador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multiusos</a:t>
            </a:r>
            <a:endParaRPr sz="2400">
              <a:latin typeface="Trebuchet MS"/>
              <a:cs typeface="Trebuchet MS"/>
            </a:endParaRPr>
          </a:p>
          <a:p>
            <a:pPr marL="41910" marR="516890">
              <a:lnSpc>
                <a:spcPts val="2420"/>
              </a:lnSpc>
              <a:spcBef>
                <a:spcPts val="2600"/>
              </a:spcBef>
            </a:pP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corroe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las </a:t>
            </a:r>
            <a:r>
              <a:rPr sz="2400" spc="-85" dirty="0">
                <a:latin typeface="Trebuchet MS"/>
                <a:cs typeface="Trebuchet MS"/>
              </a:rPr>
              <a:t>partes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metálicas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2555258" y="5868384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5">
                <a:moveTo>
                  <a:pt x="575322" y="202717"/>
                </a:moveTo>
                <a:lnTo>
                  <a:pt x="575297" y="200748"/>
                </a:lnTo>
                <a:lnTo>
                  <a:pt x="575170" y="192036"/>
                </a:lnTo>
                <a:lnTo>
                  <a:pt x="575157" y="190461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193"/>
                </a:lnTo>
                <a:lnTo>
                  <a:pt x="460629" y="7505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2902" y="44323"/>
                </a:lnTo>
                <a:lnTo>
                  <a:pt x="376174" y="45808"/>
                </a:lnTo>
                <a:lnTo>
                  <a:pt x="133591" y="59055"/>
                </a:lnTo>
                <a:lnTo>
                  <a:pt x="121399" y="59639"/>
                </a:lnTo>
                <a:lnTo>
                  <a:pt x="109321" y="60540"/>
                </a:lnTo>
                <a:lnTo>
                  <a:pt x="44221" y="110032"/>
                </a:lnTo>
                <a:lnTo>
                  <a:pt x="5334" y="149631"/>
                </a:lnTo>
                <a:lnTo>
                  <a:pt x="0" y="154711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47" y="166052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46" y="95402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09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34" y="222097"/>
                </a:lnTo>
                <a:lnTo>
                  <a:pt x="218186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89" y="192036"/>
                </a:lnTo>
                <a:lnTo>
                  <a:pt x="551497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22" y="247319"/>
                </a:lnTo>
                <a:lnTo>
                  <a:pt x="336473" y="407238"/>
                </a:lnTo>
                <a:lnTo>
                  <a:pt x="310108" y="432549"/>
                </a:lnTo>
                <a:lnTo>
                  <a:pt x="286359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07" y="339775"/>
                </a:lnTo>
                <a:lnTo>
                  <a:pt x="116865" y="331584"/>
                </a:lnTo>
                <a:lnTo>
                  <a:pt x="112687" y="331317"/>
                </a:lnTo>
                <a:lnTo>
                  <a:pt x="112687" y="357632"/>
                </a:lnTo>
                <a:lnTo>
                  <a:pt x="112636" y="358190"/>
                </a:lnTo>
                <a:lnTo>
                  <a:pt x="112547" y="359054"/>
                </a:lnTo>
                <a:lnTo>
                  <a:pt x="112687" y="357632"/>
                </a:lnTo>
                <a:lnTo>
                  <a:pt x="112687" y="331317"/>
                </a:lnTo>
                <a:lnTo>
                  <a:pt x="111137" y="331216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25" y="338150"/>
                </a:lnTo>
                <a:lnTo>
                  <a:pt x="99301" y="339940"/>
                </a:lnTo>
                <a:lnTo>
                  <a:pt x="93548" y="344512"/>
                </a:lnTo>
                <a:lnTo>
                  <a:pt x="93484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56"/>
                </a:lnTo>
                <a:lnTo>
                  <a:pt x="304292" y="488403"/>
                </a:lnTo>
                <a:lnTo>
                  <a:pt x="309232" y="481076"/>
                </a:lnTo>
                <a:lnTo>
                  <a:pt x="308711" y="481863"/>
                </a:lnTo>
                <a:lnTo>
                  <a:pt x="309422" y="481076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EA51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292818" cy="1130854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325393" y="9011750"/>
            <a:ext cx="4773930" cy="1929764"/>
            <a:chOff x="14325393" y="9011750"/>
            <a:chExt cx="4773930" cy="1929764"/>
          </a:xfrm>
        </p:grpSpPr>
        <p:sp>
          <p:nvSpPr>
            <p:cNvPr id="4" name="object 4"/>
            <p:cNvSpPr/>
            <p:nvPr/>
          </p:nvSpPr>
          <p:spPr>
            <a:xfrm>
              <a:off x="17000208" y="9011750"/>
              <a:ext cx="2098675" cy="1929764"/>
            </a:xfrm>
            <a:custGeom>
              <a:avLst/>
              <a:gdLst/>
              <a:ahLst/>
              <a:cxnLst/>
              <a:rect l="l" t="t" r="r" b="b"/>
              <a:pathLst>
                <a:path w="2098675" h="1929765">
                  <a:moveTo>
                    <a:pt x="36323" y="1271062"/>
                  </a:moveTo>
                  <a:lnTo>
                    <a:pt x="32135" y="1271764"/>
                  </a:lnTo>
                  <a:lnTo>
                    <a:pt x="27904" y="1272225"/>
                  </a:lnTo>
                  <a:lnTo>
                    <a:pt x="0" y="1273031"/>
                  </a:lnTo>
                  <a:lnTo>
                    <a:pt x="139456" y="1393142"/>
                  </a:lnTo>
                  <a:lnTo>
                    <a:pt x="383258" y="1606930"/>
                  </a:lnTo>
                  <a:lnTo>
                    <a:pt x="704564" y="1893850"/>
                  </a:lnTo>
                  <a:lnTo>
                    <a:pt x="708732" y="1897818"/>
                  </a:lnTo>
                  <a:lnTo>
                    <a:pt x="711611" y="1900645"/>
                  </a:lnTo>
                  <a:lnTo>
                    <a:pt x="713632" y="1902425"/>
                  </a:lnTo>
                  <a:lnTo>
                    <a:pt x="715695" y="1904153"/>
                  </a:lnTo>
                  <a:lnTo>
                    <a:pt x="760663" y="1926991"/>
                  </a:lnTo>
                  <a:lnTo>
                    <a:pt x="809950" y="1929252"/>
                  </a:lnTo>
                  <a:lnTo>
                    <a:pt x="854456" y="1914864"/>
                  </a:lnTo>
                  <a:lnTo>
                    <a:pt x="885082" y="1887756"/>
                  </a:lnTo>
                  <a:lnTo>
                    <a:pt x="891397" y="1880779"/>
                  </a:lnTo>
                  <a:lnTo>
                    <a:pt x="902606" y="1869063"/>
                  </a:lnTo>
                  <a:lnTo>
                    <a:pt x="908747" y="1862782"/>
                  </a:lnTo>
                  <a:lnTo>
                    <a:pt x="794902" y="1862782"/>
                  </a:lnTo>
                  <a:lnTo>
                    <a:pt x="746227" y="1858974"/>
                  </a:lnTo>
                  <a:lnTo>
                    <a:pt x="701413" y="1835223"/>
                  </a:lnTo>
                  <a:lnTo>
                    <a:pt x="36323" y="1271062"/>
                  </a:lnTo>
                  <a:close/>
                </a:path>
                <a:path w="2098675" h="1929765">
                  <a:moveTo>
                    <a:pt x="1423431" y="0"/>
                  </a:moveTo>
                  <a:lnTo>
                    <a:pt x="1412857" y="839"/>
                  </a:lnTo>
                  <a:lnTo>
                    <a:pt x="1393724" y="2085"/>
                  </a:lnTo>
                  <a:lnTo>
                    <a:pt x="1403287" y="2085"/>
                  </a:lnTo>
                  <a:lnTo>
                    <a:pt x="1452745" y="12251"/>
                  </a:lnTo>
                  <a:lnTo>
                    <a:pt x="1496425" y="44503"/>
                  </a:lnTo>
                  <a:lnTo>
                    <a:pt x="1970038" y="518304"/>
                  </a:lnTo>
                  <a:lnTo>
                    <a:pt x="1988733" y="536462"/>
                  </a:lnTo>
                  <a:lnTo>
                    <a:pt x="1998619" y="545660"/>
                  </a:lnTo>
                  <a:lnTo>
                    <a:pt x="2020692" y="573014"/>
                  </a:lnTo>
                  <a:lnTo>
                    <a:pt x="2035267" y="614263"/>
                  </a:lnTo>
                  <a:lnTo>
                    <a:pt x="2030304" y="663549"/>
                  </a:lnTo>
                  <a:lnTo>
                    <a:pt x="1993761" y="715016"/>
                  </a:lnTo>
                  <a:lnTo>
                    <a:pt x="1972708" y="735256"/>
                  </a:lnTo>
                  <a:lnTo>
                    <a:pt x="1730030" y="971413"/>
                  </a:lnTo>
                  <a:lnTo>
                    <a:pt x="902645" y="1788179"/>
                  </a:lnTo>
                  <a:lnTo>
                    <a:pt x="886592" y="1804634"/>
                  </a:lnTo>
                  <a:lnTo>
                    <a:pt x="875235" y="1816529"/>
                  </a:lnTo>
                  <a:lnTo>
                    <a:pt x="868884" y="1823559"/>
                  </a:lnTo>
                  <a:lnTo>
                    <a:pt x="838700" y="1849895"/>
                  </a:lnTo>
                  <a:lnTo>
                    <a:pt x="794902" y="1862782"/>
                  </a:lnTo>
                  <a:lnTo>
                    <a:pt x="908747" y="1862782"/>
                  </a:lnTo>
                  <a:lnTo>
                    <a:pt x="918414" y="1852896"/>
                  </a:lnTo>
                  <a:lnTo>
                    <a:pt x="1791521" y="994075"/>
                  </a:lnTo>
                  <a:lnTo>
                    <a:pt x="2033241" y="759732"/>
                  </a:lnTo>
                  <a:lnTo>
                    <a:pt x="2054377" y="739487"/>
                  </a:lnTo>
                  <a:lnTo>
                    <a:pt x="2087796" y="696851"/>
                  </a:lnTo>
                  <a:lnTo>
                    <a:pt x="2098604" y="654886"/>
                  </a:lnTo>
                  <a:lnTo>
                    <a:pt x="2093209" y="616696"/>
                  </a:lnTo>
                  <a:lnTo>
                    <a:pt x="2078019" y="585389"/>
                  </a:lnTo>
                  <a:lnTo>
                    <a:pt x="2059445" y="564068"/>
                  </a:lnTo>
                  <a:lnTo>
                    <a:pt x="2049168" y="554543"/>
                  </a:lnTo>
                  <a:lnTo>
                    <a:pt x="2029734" y="535737"/>
                  </a:lnTo>
                  <a:lnTo>
                    <a:pt x="1537481" y="45016"/>
                  </a:lnTo>
                  <a:lnTo>
                    <a:pt x="1532194" y="38189"/>
                  </a:lnTo>
                  <a:lnTo>
                    <a:pt x="1526288" y="32398"/>
                  </a:lnTo>
                  <a:lnTo>
                    <a:pt x="1520027" y="27488"/>
                  </a:lnTo>
                  <a:lnTo>
                    <a:pt x="1484764" y="8313"/>
                  </a:lnTo>
                  <a:lnTo>
                    <a:pt x="1450069" y="839"/>
                  </a:lnTo>
                  <a:lnTo>
                    <a:pt x="1450577" y="839"/>
                  </a:lnTo>
                  <a:lnTo>
                    <a:pt x="1423431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325393" y="9020336"/>
              <a:ext cx="4710430" cy="1854200"/>
            </a:xfrm>
            <a:custGeom>
              <a:avLst/>
              <a:gdLst/>
              <a:ahLst/>
              <a:cxnLst/>
              <a:rect l="l" t="t" r="r" b="b"/>
              <a:pathLst>
                <a:path w="4710430" h="1854200">
                  <a:moveTo>
                    <a:pt x="4186157" y="1181100"/>
                  </a:moveTo>
                  <a:lnTo>
                    <a:pt x="2481421" y="1181100"/>
                  </a:lnTo>
                  <a:lnTo>
                    <a:pt x="2487341" y="1193800"/>
                  </a:lnTo>
                  <a:lnTo>
                    <a:pt x="2494276" y="1206500"/>
                  </a:lnTo>
                  <a:lnTo>
                    <a:pt x="2502217" y="1219200"/>
                  </a:lnTo>
                  <a:lnTo>
                    <a:pt x="2511159" y="1231900"/>
                  </a:lnTo>
                  <a:lnTo>
                    <a:pt x="2524686" y="1231900"/>
                  </a:lnTo>
                  <a:lnTo>
                    <a:pt x="2539923" y="1244600"/>
                  </a:lnTo>
                  <a:lnTo>
                    <a:pt x="2556813" y="1257300"/>
                  </a:lnTo>
                  <a:lnTo>
                    <a:pt x="2575293" y="1257300"/>
                  </a:lnTo>
                  <a:lnTo>
                    <a:pt x="2584502" y="1270000"/>
                  </a:lnTo>
                  <a:lnTo>
                    <a:pt x="2711142" y="1270000"/>
                  </a:lnTo>
                  <a:lnTo>
                    <a:pt x="3050263" y="1549400"/>
                  </a:lnTo>
                  <a:lnTo>
                    <a:pt x="3136398" y="1625600"/>
                  </a:lnTo>
                  <a:lnTo>
                    <a:pt x="3176427" y="1663700"/>
                  </a:lnTo>
                  <a:lnTo>
                    <a:pt x="3214092" y="1689100"/>
                  </a:lnTo>
                  <a:lnTo>
                    <a:pt x="3249139" y="1727200"/>
                  </a:lnTo>
                  <a:lnTo>
                    <a:pt x="3281315" y="1752600"/>
                  </a:lnTo>
                  <a:lnTo>
                    <a:pt x="3310366" y="1778000"/>
                  </a:lnTo>
                  <a:lnTo>
                    <a:pt x="3336039" y="1803400"/>
                  </a:lnTo>
                  <a:lnTo>
                    <a:pt x="3358078" y="1816100"/>
                  </a:lnTo>
                  <a:lnTo>
                    <a:pt x="3376232" y="1828800"/>
                  </a:lnTo>
                  <a:lnTo>
                    <a:pt x="3421047" y="1854200"/>
                  </a:lnTo>
                  <a:lnTo>
                    <a:pt x="3469721" y="1854200"/>
                  </a:lnTo>
                  <a:lnTo>
                    <a:pt x="3513519" y="1841500"/>
                  </a:lnTo>
                  <a:lnTo>
                    <a:pt x="3543703" y="1816100"/>
                  </a:lnTo>
                  <a:lnTo>
                    <a:pt x="3550054" y="1816100"/>
                  </a:lnTo>
                  <a:lnTo>
                    <a:pt x="3561411" y="1803400"/>
                  </a:lnTo>
                  <a:lnTo>
                    <a:pt x="3577464" y="1790700"/>
                  </a:lnTo>
                  <a:lnTo>
                    <a:pt x="3597901" y="1765300"/>
                  </a:lnTo>
                  <a:lnTo>
                    <a:pt x="3622410" y="1739900"/>
                  </a:lnTo>
                  <a:lnTo>
                    <a:pt x="3650680" y="1714500"/>
                  </a:lnTo>
                  <a:lnTo>
                    <a:pt x="3682400" y="1676400"/>
                  </a:lnTo>
                  <a:lnTo>
                    <a:pt x="3717257" y="1651000"/>
                  </a:lnTo>
                  <a:lnTo>
                    <a:pt x="3754941" y="1612900"/>
                  </a:lnTo>
                  <a:lnTo>
                    <a:pt x="3795140" y="1574800"/>
                  </a:lnTo>
                  <a:lnTo>
                    <a:pt x="3837542" y="1524000"/>
                  </a:lnTo>
                  <a:lnTo>
                    <a:pt x="3881836" y="1485900"/>
                  </a:lnTo>
                  <a:lnTo>
                    <a:pt x="3927710" y="1435100"/>
                  </a:lnTo>
                  <a:lnTo>
                    <a:pt x="3974854" y="1397000"/>
                  </a:lnTo>
                  <a:lnTo>
                    <a:pt x="4022954" y="1346200"/>
                  </a:lnTo>
                  <a:lnTo>
                    <a:pt x="4169886" y="1193800"/>
                  </a:lnTo>
                  <a:lnTo>
                    <a:pt x="4186157" y="1181100"/>
                  </a:lnTo>
                  <a:close/>
                </a:path>
                <a:path w="4710430" h="1854200">
                  <a:moveTo>
                    <a:pt x="1500917" y="1498600"/>
                  </a:moveTo>
                  <a:lnTo>
                    <a:pt x="1277538" y="1498600"/>
                  </a:lnTo>
                  <a:lnTo>
                    <a:pt x="1294462" y="1511300"/>
                  </a:lnTo>
                  <a:lnTo>
                    <a:pt x="1312975" y="1524000"/>
                  </a:lnTo>
                  <a:lnTo>
                    <a:pt x="1463794" y="1524000"/>
                  </a:lnTo>
                  <a:lnTo>
                    <a:pt x="1482585" y="1511300"/>
                  </a:lnTo>
                  <a:lnTo>
                    <a:pt x="1500917" y="1498600"/>
                  </a:lnTo>
                  <a:close/>
                </a:path>
                <a:path w="4710430" h="1854200">
                  <a:moveTo>
                    <a:pt x="1530002" y="1270000"/>
                  </a:moveTo>
                  <a:lnTo>
                    <a:pt x="1202329" y="1270000"/>
                  </a:lnTo>
                  <a:lnTo>
                    <a:pt x="1201868" y="1295400"/>
                  </a:lnTo>
                  <a:lnTo>
                    <a:pt x="1201579" y="1320800"/>
                  </a:lnTo>
                  <a:lnTo>
                    <a:pt x="1201607" y="1358900"/>
                  </a:lnTo>
                  <a:lnTo>
                    <a:pt x="1202693" y="1371600"/>
                  </a:lnTo>
                  <a:lnTo>
                    <a:pt x="1204675" y="1397000"/>
                  </a:lnTo>
                  <a:lnTo>
                    <a:pt x="1207544" y="1409700"/>
                  </a:lnTo>
                  <a:lnTo>
                    <a:pt x="1211292" y="1422400"/>
                  </a:lnTo>
                  <a:lnTo>
                    <a:pt x="1217746" y="1435100"/>
                  </a:lnTo>
                  <a:lnTo>
                    <a:pt x="1226155" y="1460500"/>
                  </a:lnTo>
                  <a:lnTo>
                    <a:pt x="1236485" y="1473200"/>
                  </a:lnTo>
                  <a:lnTo>
                    <a:pt x="1248705" y="1485900"/>
                  </a:lnTo>
                  <a:lnTo>
                    <a:pt x="1262265" y="1498600"/>
                  </a:lnTo>
                  <a:lnTo>
                    <a:pt x="1501116" y="1498600"/>
                  </a:lnTo>
                  <a:lnTo>
                    <a:pt x="1521748" y="1460500"/>
                  </a:lnTo>
                  <a:lnTo>
                    <a:pt x="1525119" y="1409700"/>
                  </a:lnTo>
                  <a:lnTo>
                    <a:pt x="1526229" y="1397000"/>
                  </a:lnTo>
                  <a:lnTo>
                    <a:pt x="1527164" y="1371600"/>
                  </a:lnTo>
                  <a:lnTo>
                    <a:pt x="1527922" y="1358900"/>
                  </a:lnTo>
                  <a:lnTo>
                    <a:pt x="1528545" y="1333500"/>
                  </a:lnTo>
                  <a:lnTo>
                    <a:pt x="1530002" y="1270000"/>
                  </a:lnTo>
                  <a:close/>
                </a:path>
                <a:path w="4710430" h="1854200">
                  <a:moveTo>
                    <a:pt x="134082" y="863600"/>
                  </a:moveTo>
                  <a:lnTo>
                    <a:pt x="86121" y="863600"/>
                  </a:lnTo>
                  <a:lnTo>
                    <a:pt x="58866" y="876300"/>
                  </a:lnTo>
                  <a:lnTo>
                    <a:pt x="10449" y="952500"/>
                  </a:lnTo>
                  <a:lnTo>
                    <a:pt x="2382" y="1003300"/>
                  </a:lnTo>
                  <a:lnTo>
                    <a:pt x="504" y="1041400"/>
                  </a:lnTo>
                  <a:lnTo>
                    <a:pt x="0" y="1079500"/>
                  </a:lnTo>
                  <a:lnTo>
                    <a:pt x="2511" y="1104900"/>
                  </a:lnTo>
                  <a:lnTo>
                    <a:pt x="9849" y="1117600"/>
                  </a:lnTo>
                  <a:lnTo>
                    <a:pt x="21979" y="1143000"/>
                  </a:lnTo>
                  <a:lnTo>
                    <a:pt x="54506" y="1181100"/>
                  </a:lnTo>
                  <a:lnTo>
                    <a:pt x="92760" y="1206500"/>
                  </a:lnTo>
                  <a:lnTo>
                    <a:pt x="138080" y="1231900"/>
                  </a:lnTo>
                  <a:lnTo>
                    <a:pt x="162683" y="1244600"/>
                  </a:lnTo>
                  <a:lnTo>
                    <a:pt x="188963" y="1244600"/>
                  </a:lnTo>
                  <a:lnTo>
                    <a:pt x="216831" y="1257300"/>
                  </a:lnTo>
                  <a:lnTo>
                    <a:pt x="246015" y="1257300"/>
                  </a:lnTo>
                  <a:lnTo>
                    <a:pt x="276402" y="1270000"/>
                  </a:lnTo>
                  <a:lnTo>
                    <a:pt x="418280" y="1270000"/>
                  </a:lnTo>
                  <a:lnTo>
                    <a:pt x="485042" y="1244600"/>
                  </a:lnTo>
                  <a:lnTo>
                    <a:pt x="544531" y="1219200"/>
                  </a:lnTo>
                  <a:lnTo>
                    <a:pt x="570385" y="1193800"/>
                  </a:lnTo>
                  <a:lnTo>
                    <a:pt x="593521" y="1181100"/>
                  </a:lnTo>
                  <a:lnTo>
                    <a:pt x="601791" y="1168400"/>
                  </a:lnTo>
                  <a:lnTo>
                    <a:pt x="609655" y="1155700"/>
                  </a:lnTo>
                  <a:lnTo>
                    <a:pt x="617117" y="1155700"/>
                  </a:lnTo>
                  <a:lnTo>
                    <a:pt x="624179" y="1143000"/>
                  </a:lnTo>
                  <a:lnTo>
                    <a:pt x="1871286" y="1143000"/>
                  </a:lnTo>
                  <a:lnTo>
                    <a:pt x="1879105" y="1130300"/>
                  </a:lnTo>
                  <a:lnTo>
                    <a:pt x="1886062" y="1130300"/>
                  </a:lnTo>
                  <a:lnTo>
                    <a:pt x="1892727" y="1117600"/>
                  </a:lnTo>
                  <a:lnTo>
                    <a:pt x="1899110" y="1104900"/>
                  </a:lnTo>
                  <a:lnTo>
                    <a:pt x="1905219" y="1092200"/>
                  </a:lnTo>
                  <a:lnTo>
                    <a:pt x="4278741" y="1092200"/>
                  </a:lnTo>
                  <a:lnTo>
                    <a:pt x="4314219" y="1054100"/>
                  </a:lnTo>
                  <a:lnTo>
                    <a:pt x="4360299" y="1016000"/>
                  </a:lnTo>
                  <a:lnTo>
                    <a:pt x="4382572" y="990600"/>
                  </a:lnTo>
                  <a:lnTo>
                    <a:pt x="926505" y="990600"/>
                  </a:lnTo>
                  <a:lnTo>
                    <a:pt x="923793" y="977900"/>
                  </a:lnTo>
                  <a:lnTo>
                    <a:pt x="923217" y="965200"/>
                  </a:lnTo>
                  <a:lnTo>
                    <a:pt x="923647" y="952500"/>
                  </a:lnTo>
                  <a:lnTo>
                    <a:pt x="925769" y="876300"/>
                  </a:lnTo>
                  <a:lnTo>
                    <a:pt x="147901" y="876300"/>
                  </a:lnTo>
                  <a:lnTo>
                    <a:pt x="134082" y="863600"/>
                  </a:lnTo>
                  <a:close/>
                </a:path>
                <a:path w="4710430" h="1854200">
                  <a:moveTo>
                    <a:pt x="932149" y="1257300"/>
                  </a:moveTo>
                  <a:lnTo>
                    <a:pt x="775576" y="1257300"/>
                  </a:lnTo>
                  <a:lnTo>
                    <a:pt x="801137" y="1270000"/>
                  </a:lnTo>
                  <a:lnTo>
                    <a:pt x="916564" y="1270000"/>
                  </a:lnTo>
                  <a:lnTo>
                    <a:pt x="932149" y="1257300"/>
                  </a:lnTo>
                  <a:close/>
                </a:path>
                <a:path w="4710430" h="1854200">
                  <a:moveTo>
                    <a:pt x="1530696" y="1257300"/>
                  </a:moveTo>
                  <a:lnTo>
                    <a:pt x="1084050" y="1257300"/>
                  </a:lnTo>
                  <a:lnTo>
                    <a:pt x="1099282" y="1270000"/>
                  </a:lnTo>
                  <a:lnTo>
                    <a:pt x="1530257" y="1270000"/>
                  </a:lnTo>
                  <a:lnTo>
                    <a:pt x="1530696" y="1257300"/>
                  </a:lnTo>
                  <a:close/>
                </a:path>
                <a:path w="4710430" h="1854200">
                  <a:moveTo>
                    <a:pt x="1801716" y="1219200"/>
                  </a:moveTo>
                  <a:lnTo>
                    <a:pt x="1018607" y="1219200"/>
                  </a:lnTo>
                  <a:lnTo>
                    <a:pt x="1021016" y="1231900"/>
                  </a:lnTo>
                  <a:lnTo>
                    <a:pt x="1023508" y="1231900"/>
                  </a:lnTo>
                  <a:lnTo>
                    <a:pt x="1036525" y="1244600"/>
                  </a:lnTo>
                  <a:lnTo>
                    <a:pt x="1050991" y="1244600"/>
                  </a:lnTo>
                  <a:lnTo>
                    <a:pt x="1066851" y="1257300"/>
                  </a:lnTo>
                  <a:lnTo>
                    <a:pt x="1551299" y="1257300"/>
                  </a:lnTo>
                  <a:lnTo>
                    <a:pt x="1573158" y="1270000"/>
                  </a:lnTo>
                  <a:lnTo>
                    <a:pt x="1669810" y="1270000"/>
                  </a:lnTo>
                  <a:lnTo>
                    <a:pt x="1705094" y="1257300"/>
                  </a:lnTo>
                  <a:lnTo>
                    <a:pt x="1739004" y="1244600"/>
                  </a:lnTo>
                  <a:lnTo>
                    <a:pt x="1771422" y="1231900"/>
                  </a:lnTo>
                  <a:lnTo>
                    <a:pt x="1801716" y="1219200"/>
                  </a:lnTo>
                  <a:close/>
                </a:path>
                <a:path w="4710430" h="1854200">
                  <a:moveTo>
                    <a:pt x="4278741" y="1092200"/>
                  </a:moveTo>
                  <a:lnTo>
                    <a:pt x="1908256" y="1092200"/>
                  </a:lnTo>
                  <a:lnTo>
                    <a:pt x="1909910" y="1104900"/>
                  </a:lnTo>
                  <a:lnTo>
                    <a:pt x="1949485" y="1155700"/>
                  </a:lnTo>
                  <a:lnTo>
                    <a:pt x="1998640" y="1206500"/>
                  </a:lnTo>
                  <a:lnTo>
                    <a:pt x="2025874" y="1219200"/>
                  </a:lnTo>
                  <a:lnTo>
                    <a:pt x="2054734" y="1244600"/>
                  </a:lnTo>
                  <a:lnTo>
                    <a:pt x="2085120" y="1244600"/>
                  </a:lnTo>
                  <a:lnTo>
                    <a:pt x="2116930" y="1257300"/>
                  </a:lnTo>
                  <a:lnTo>
                    <a:pt x="2142787" y="1270000"/>
                  </a:lnTo>
                  <a:lnTo>
                    <a:pt x="2281895" y="1270000"/>
                  </a:lnTo>
                  <a:lnTo>
                    <a:pt x="2304839" y="1257300"/>
                  </a:lnTo>
                  <a:lnTo>
                    <a:pt x="2352090" y="1257300"/>
                  </a:lnTo>
                  <a:lnTo>
                    <a:pt x="2375219" y="1244600"/>
                  </a:lnTo>
                  <a:lnTo>
                    <a:pt x="2397254" y="1231900"/>
                  </a:lnTo>
                  <a:lnTo>
                    <a:pt x="2418114" y="1231900"/>
                  </a:lnTo>
                  <a:lnTo>
                    <a:pt x="2435906" y="1219200"/>
                  </a:lnTo>
                  <a:lnTo>
                    <a:pt x="2452403" y="1206500"/>
                  </a:lnTo>
                  <a:lnTo>
                    <a:pt x="2467582" y="1193800"/>
                  </a:lnTo>
                  <a:lnTo>
                    <a:pt x="2481421" y="1181100"/>
                  </a:lnTo>
                  <a:lnTo>
                    <a:pt x="4186157" y="1181100"/>
                  </a:lnTo>
                  <a:lnTo>
                    <a:pt x="4218701" y="1155700"/>
                  </a:lnTo>
                  <a:lnTo>
                    <a:pt x="4266916" y="1104900"/>
                  </a:lnTo>
                  <a:lnTo>
                    <a:pt x="4278741" y="1092200"/>
                  </a:lnTo>
                  <a:close/>
                </a:path>
                <a:path w="4710430" h="1854200">
                  <a:moveTo>
                    <a:pt x="1871286" y="1143000"/>
                  </a:moveTo>
                  <a:lnTo>
                    <a:pt x="624179" y="1143000"/>
                  </a:lnTo>
                  <a:lnTo>
                    <a:pt x="633834" y="1155700"/>
                  </a:lnTo>
                  <a:lnTo>
                    <a:pt x="644710" y="1181100"/>
                  </a:lnTo>
                  <a:lnTo>
                    <a:pt x="688281" y="1219200"/>
                  </a:lnTo>
                  <a:lnTo>
                    <a:pt x="729991" y="1244600"/>
                  </a:lnTo>
                  <a:lnTo>
                    <a:pt x="753327" y="1257300"/>
                  </a:lnTo>
                  <a:lnTo>
                    <a:pt x="948578" y="1257300"/>
                  </a:lnTo>
                  <a:lnTo>
                    <a:pt x="964780" y="1244600"/>
                  </a:lnTo>
                  <a:lnTo>
                    <a:pt x="980698" y="1244600"/>
                  </a:lnTo>
                  <a:lnTo>
                    <a:pt x="996273" y="1231900"/>
                  </a:lnTo>
                  <a:lnTo>
                    <a:pt x="1009969" y="1231900"/>
                  </a:lnTo>
                  <a:lnTo>
                    <a:pt x="1016304" y="1219200"/>
                  </a:lnTo>
                  <a:lnTo>
                    <a:pt x="1801716" y="1219200"/>
                  </a:lnTo>
                  <a:lnTo>
                    <a:pt x="1829822" y="1193800"/>
                  </a:lnTo>
                  <a:lnTo>
                    <a:pt x="1855649" y="1168400"/>
                  </a:lnTo>
                  <a:lnTo>
                    <a:pt x="1871286" y="1143000"/>
                  </a:lnTo>
                  <a:close/>
                </a:path>
                <a:path w="4710430" h="1854200">
                  <a:moveTo>
                    <a:pt x="1216098" y="469900"/>
                  </a:moveTo>
                  <a:lnTo>
                    <a:pt x="1041659" y="469900"/>
                  </a:lnTo>
                  <a:lnTo>
                    <a:pt x="1025696" y="482600"/>
                  </a:lnTo>
                  <a:lnTo>
                    <a:pt x="998946" y="520700"/>
                  </a:lnTo>
                  <a:lnTo>
                    <a:pt x="991520" y="571500"/>
                  </a:lnTo>
                  <a:lnTo>
                    <a:pt x="989874" y="622300"/>
                  </a:lnTo>
                  <a:lnTo>
                    <a:pt x="989003" y="673100"/>
                  </a:lnTo>
                  <a:lnTo>
                    <a:pt x="988492" y="698500"/>
                  </a:lnTo>
                  <a:lnTo>
                    <a:pt x="987767" y="736600"/>
                  </a:lnTo>
                  <a:lnTo>
                    <a:pt x="985921" y="774700"/>
                  </a:lnTo>
                  <a:lnTo>
                    <a:pt x="981914" y="825500"/>
                  </a:lnTo>
                  <a:lnTo>
                    <a:pt x="976049" y="876300"/>
                  </a:lnTo>
                  <a:lnTo>
                    <a:pt x="967926" y="914400"/>
                  </a:lnTo>
                  <a:lnTo>
                    <a:pt x="962965" y="939800"/>
                  </a:lnTo>
                  <a:lnTo>
                    <a:pt x="958462" y="952500"/>
                  </a:lnTo>
                  <a:lnTo>
                    <a:pt x="953385" y="965200"/>
                  </a:lnTo>
                  <a:lnTo>
                    <a:pt x="947753" y="977900"/>
                  </a:lnTo>
                  <a:lnTo>
                    <a:pt x="941583" y="990600"/>
                  </a:lnTo>
                  <a:lnTo>
                    <a:pt x="4382572" y="990600"/>
                  </a:lnTo>
                  <a:lnTo>
                    <a:pt x="4404845" y="965200"/>
                  </a:lnTo>
                  <a:lnTo>
                    <a:pt x="4447544" y="927100"/>
                  </a:lnTo>
                  <a:lnTo>
                    <a:pt x="4488086" y="889000"/>
                  </a:lnTo>
                  <a:lnTo>
                    <a:pt x="4526158" y="850900"/>
                  </a:lnTo>
                  <a:lnTo>
                    <a:pt x="4561450" y="812800"/>
                  </a:lnTo>
                  <a:lnTo>
                    <a:pt x="4593649" y="787400"/>
                  </a:lnTo>
                  <a:lnTo>
                    <a:pt x="4622445" y="762000"/>
                  </a:lnTo>
                  <a:lnTo>
                    <a:pt x="4647526" y="736600"/>
                  </a:lnTo>
                  <a:lnTo>
                    <a:pt x="4668580" y="711200"/>
                  </a:lnTo>
                  <a:lnTo>
                    <a:pt x="4705123" y="660400"/>
                  </a:lnTo>
                  <a:lnTo>
                    <a:pt x="1936768" y="660400"/>
                  </a:lnTo>
                  <a:lnTo>
                    <a:pt x="1925777" y="622300"/>
                  </a:lnTo>
                  <a:lnTo>
                    <a:pt x="1912812" y="596900"/>
                  </a:lnTo>
                  <a:lnTo>
                    <a:pt x="1897870" y="571500"/>
                  </a:lnTo>
                  <a:lnTo>
                    <a:pt x="1880947" y="546100"/>
                  </a:lnTo>
                  <a:lnTo>
                    <a:pt x="1848859" y="520700"/>
                  </a:lnTo>
                  <a:lnTo>
                    <a:pt x="1506236" y="520700"/>
                  </a:lnTo>
                  <a:lnTo>
                    <a:pt x="1503273" y="508000"/>
                  </a:lnTo>
                  <a:lnTo>
                    <a:pt x="1496886" y="508000"/>
                  </a:lnTo>
                  <a:lnTo>
                    <a:pt x="1471942" y="495300"/>
                  </a:lnTo>
                  <a:lnTo>
                    <a:pt x="1249783" y="495300"/>
                  </a:lnTo>
                  <a:lnTo>
                    <a:pt x="1239289" y="482600"/>
                  </a:lnTo>
                  <a:lnTo>
                    <a:pt x="1228058" y="482600"/>
                  </a:lnTo>
                  <a:lnTo>
                    <a:pt x="1216098" y="469900"/>
                  </a:lnTo>
                  <a:close/>
                </a:path>
                <a:path w="4710430" h="1854200">
                  <a:moveTo>
                    <a:pt x="476387" y="279400"/>
                  </a:moveTo>
                  <a:lnTo>
                    <a:pt x="345862" y="279400"/>
                  </a:lnTo>
                  <a:lnTo>
                    <a:pt x="313209" y="292100"/>
                  </a:lnTo>
                  <a:lnTo>
                    <a:pt x="280630" y="292100"/>
                  </a:lnTo>
                  <a:lnTo>
                    <a:pt x="214505" y="317500"/>
                  </a:lnTo>
                  <a:lnTo>
                    <a:pt x="155440" y="355600"/>
                  </a:lnTo>
                  <a:lnTo>
                    <a:pt x="103871" y="406400"/>
                  </a:lnTo>
                  <a:lnTo>
                    <a:pt x="62919" y="457200"/>
                  </a:lnTo>
                  <a:lnTo>
                    <a:pt x="46959" y="495300"/>
                  </a:lnTo>
                  <a:lnTo>
                    <a:pt x="35570" y="533400"/>
                  </a:lnTo>
                  <a:lnTo>
                    <a:pt x="28786" y="584200"/>
                  </a:lnTo>
                  <a:lnTo>
                    <a:pt x="26637" y="622300"/>
                  </a:lnTo>
                  <a:lnTo>
                    <a:pt x="28662" y="660400"/>
                  </a:lnTo>
                  <a:lnTo>
                    <a:pt x="34389" y="698500"/>
                  </a:lnTo>
                  <a:lnTo>
                    <a:pt x="43795" y="736600"/>
                  </a:lnTo>
                  <a:lnTo>
                    <a:pt x="72326" y="787400"/>
                  </a:lnTo>
                  <a:lnTo>
                    <a:pt x="109431" y="838200"/>
                  </a:lnTo>
                  <a:lnTo>
                    <a:pt x="130938" y="863600"/>
                  </a:lnTo>
                  <a:lnTo>
                    <a:pt x="145992" y="863600"/>
                  </a:lnTo>
                  <a:lnTo>
                    <a:pt x="153705" y="876300"/>
                  </a:lnTo>
                  <a:lnTo>
                    <a:pt x="925769" y="876300"/>
                  </a:lnTo>
                  <a:lnTo>
                    <a:pt x="926127" y="863600"/>
                  </a:lnTo>
                  <a:lnTo>
                    <a:pt x="930488" y="723900"/>
                  </a:lnTo>
                  <a:lnTo>
                    <a:pt x="932236" y="673100"/>
                  </a:lnTo>
                  <a:lnTo>
                    <a:pt x="933076" y="635000"/>
                  </a:lnTo>
                  <a:lnTo>
                    <a:pt x="933144" y="622300"/>
                  </a:lnTo>
                  <a:lnTo>
                    <a:pt x="932038" y="609600"/>
                  </a:lnTo>
                  <a:lnTo>
                    <a:pt x="929967" y="596900"/>
                  </a:lnTo>
                  <a:lnTo>
                    <a:pt x="926940" y="571500"/>
                  </a:lnTo>
                  <a:lnTo>
                    <a:pt x="907540" y="533400"/>
                  </a:lnTo>
                  <a:lnTo>
                    <a:pt x="870577" y="495300"/>
                  </a:lnTo>
                  <a:lnTo>
                    <a:pt x="855142" y="482600"/>
                  </a:lnTo>
                  <a:lnTo>
                    <a:pt x="838084" y="482600"/>
                  </a:lnTo>
                  <a:lnTo>
                    <a:pt x="819451" y="469900"/>
                  </a:lnTo>
                  <a:lnTo>
                    <a:pt x="690931" y="469900"/>
                  </a:lnTo>
                  <a:lnTo>
                    <a:pt x="680986" y="431800"/>
                  </a:lnTo>
                  <a:lnTo>
                    <a:pt x="665737" y="393700"/>
                  </a:lnTo>
                  <a:lnTo>
                    <a:pt x="645295" y="368300"/>
                  </a:lnTo>
                  <a:lnTo>
                    <a:pt x="619771" y="342900"/>
                  </a:lnTo>
                  <a:lnTo>
                    <a:pt x="579860" y="317500"/>
                  </a:lnTo>
                  <a:lnTo>
                    <a:pt x="532006" y="292100"/>
                  </a:lnTo>
                  <a:lnTo>
                    <a:pt x="476387" y="279400"/>
                  </a:lnTo>
                  <a:close/>
                </a:path>
                <a:path w="4710430" h="1854200">
                  <a:moveTo>
                    <a:pt x="4104011" y="0"/>
                  </a:moveTo>
                  <a:lnTo>
                    <a:pt x="4052651" y="0"/>
                  </a:lnTo>
                  <a:lnTo>
                    <a:pt x="2721990" y="88900"/>
                  </a:lnTo>
                  <a:lnTo>
                    <a:pt x="2687639" y="88900"/>
                  </a:lnTo>
                  <a:lnTo>
                    <a:pt x="2661274" y="101600"/>
                  </a:lnTo>
                  <a:lnTo>
                    <a:pt x="2644373" y="114300"/>
                  </a:lnTo>
                  <a:lnTo>
                    <a:pt x="2638411" y="127000"/>
                  </a:lnTo>
                  <a:lnTo>
                    <a:pt x="2271847" y="469900"/>
                  </a:lnTo>
                  <a:lnTo>
                    <a:pt x="2189043" y="469900"/>
                  </a:lnTo>
                  <a:lnTo>
                    <a:pt x="2151837" y="482600"/>
                  </a:lnTo>
                  <a:lnTo>
                    <a:pt x="2086119" y="508000"/>
                  </a:lnTo>
                  <a:lnTo>
                    <a:pt x="2030038" y="546100"/>
                  </a:lnTo>
                  <a:lnTo>
                    <a:pt x="2005656" y="571500"/>
                  </a:lnTo>
                  <a:lnTo>
                    <a:pt x="1985630" y="584200"/>
                  </a:lnTo>
                  <a:lnTo>
                    <a:pt x="1967450" y="609600"/>
                  </a:lnTo>
                  <a:lnTo>
                    <a:pt x="1951151" y="635000"/>
                  </a:lnTo>
                  <a:lnTo>
                    <a:pt x="1936768" y="660400"/>
                  </a:lnTo>
                  <a:lnTo>
                    <a:pt x="4705123" y="660400"/>
                  </a:lnTo>
                  <a:lnTo>
                    <a:pt x="4710086" y="609600"/>
                  </a:lnTo>
                  <a:lnTo>
                    <a:pt x="4695511" y="571500"/>
                  </a:lnTo>
                  <a:lnTo>
                    <a:pt x="4673438" y="546100"/>
                  </a:lnTo>
                  <a:lnTo>
                    <a:pt x="4663552" y="533400"/>
                  </a:lnTo>
                  <a:lnTo>
                    <a:pt x="4644856" y="520700"/>
                  </a:lnTo>
                  <a:lnTo>
                    <a:pt x="4618553" y="495300"/>
                  </a:lnTo>
                  <a:lnTo>
                    <a:pt x="4585846" y="457200"/>
                  </a:lnTo>
                  <a:lnTo>
                    <a:pt x="4547938" y="419100"/>
                  </a:lnTo>
                  <a:lnTo>
                    <a:pt x="4506032" y="381000"/>
                  </a:lnTo>
                  <a:lnTo>
                    <a:pt x="4461332" y="330200"/>
                  </a:lnTo>
                  <a:lnTo>
                    <a:pt x="4415041" y="292100"/>
                  </a:lnTo>
                  <a:lnTo>
                    <a:pt x="4368361" y="241300"/>
                  </a:lnTo>
                  <a:lnTo>
                    <a:pt x="4278648" y="152400"/>
                  </a:lnTo>
                  <a:lnTo>
                    <a:pt x="4171244" y="38100"/>
                  </a:lnTo>
                  <a:lnTo>
                    <a:pt x="4150755" y="25400"/>
                  </a:lnTo>
                  <a:lnTo>
                    <a:pt x="4104011" y="0"/>
                  </a:lnTo>
                  <a:close/>
                </a:path>
                <a:path w="4710430" h="1854200">
                  <a:moveTo>
                    <a:pt x="1725167" y="469900"/>
                  </a:moveTo>
                  <a:lnTo>
                    <a:pt x="1621657" y="469900"/>
                  </a:lnTo>
                  <a:lnTo>
                    <a:pt x="1585894" y="482600"/>
                  </a:lnTo>
                  <a:lnTo>
                    <a:pt x="1553091" y="495300"/>
                  </a:lnTo>
                  <a:lnTo>
                    <a:pt x="1523367" y="508000"/>
                  </a:lnTo>
                  <a:lnTo>
                    <a:pt x="1511765" y="508000"/>
                  </a:lnTo>
                  <a:lnTo>
                    <a:pt x="1506236" y="520700"/>
                  </a:lnTo>
                  <a:lnTo>
                    <a:pt x="1848859" y="520700"/>
                  </a:lnTo>
                  <a:lnTo>
                    <a:pt x="1812138" y="495300"/>
                  </a:lnTo>
                  <a:lnTo>
                    <a:pt x="1770877" y="482600"/>
                  </a:lnTo>
                  <a:lnTo>
                    <a:pt x="1725167" y="469900"/>
                  </a:lnTo>
                  <a:close/>
                </a:path>
                <a:path w="4710430" h="1854200">
                  <a:moveTo>
                    <a:pt x="1409125" y="469900"/>
                  </a:moveTo>
                  <a:lnTo>
                    <a:pt x="1285100" y="469900"/>
                  </a:lnTo>
                  <a:lnTo>
                    <a:pt x="1267159" y="482600"/>
                  </a:lnTo>
                  <a:lnTo>
                    <a:pt x="1249783" y="495300"/>
                  </a:lnTo>
                  <a:lnTo>
                    <a:pt x="1471942" y="495300"/>
                  </a:lnTo>
                  <a:lnTo>
                    <a:pt x="1442653" y="482600"/>
                  </a:lnTo>
                  <a:lnTo>
                    <a:pt x="1409125" y="4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675847" y="9046691"/>
              <a:ext cx="2308225" cy="1785620"/>
            </a:xfrm>
            <a:custGeom>
              <a:avLst/>
              <a:gdLst/>
              <a:ahLst/>
              <a:cxnLst/>
              <a:rect l="l" t="t" r="r" b="b"/>
              <a:pathLst>
                <a:path w="2308225" h="1785620">
                  <a:moveTo>
                    <a:pt x="415704" y="1205827"/>
                  </a:moveTo>
                  <a:lnTo>
                    <a:pt x="389925" y="1226172"/>
                  </a:lnTo>
                  <a:lnTo>
                    <a:pt x="1019923" y="1752364"/>
                  </a:lnTo>
                  <a:lnTo>
                    <a:pt x="1025675" y="1757391"/>
                  </a:lnTo>
                  <a:lnTo>
                    <a:pt x="1067442" y="1781498"/>
                  </a:lnTo>
                  <a:lnTo>
                    <a:pt x="1114276" y="1785047"/>
                  </a:lnTo>
                  <a:lnTo>
                    <a:pt x="1156988" y="1772007"/>
                  </a:lnTo>
                  <a:lnTo>
                    <a:pt x="1186393" y="1746344"/>
                  </a:lnTo>
                  <a:lnTo>
                    <a:pt x="1192784" y="1739301"/>
                  </a:lnTo>
                  <a:lnTo>
                    <a:pt x="1204302" y="1727290"/>
                  </a:lnTo>
                  <a:lnTo>
                    <a:pt x="1210569" y="1720891"/>
                  </a:lnTo>
                  <a:lnTo>
                    <a:pt x="1089096" y="1720891"/>
                  </a:lnTo>
                  <a:lnTo>
                    <a:pt x="1040236" y="1713010"/>
                  </a:lnTo>
                  <a:lnTo>
                    <a:pt x="998189" y="1688440"/>
                  </a:lnTo>
                  <a:lnTo>
                    <a:pt x="989163" y="1680821"/>
                  </a:lnTo>
                  <a:lnTo>
                    <a:pt x="415704" y="1205827"/>
                  </a:lnTo>
                  <a:close/>
                </a:path>
                <a:path w="2308225" h="1785620">
                  <a:moveTo>
                    <a:pt x="1792416" y="41914"/>
                  </a:moveTo>
                  <a:lnTo>
                    <a:pt x="1673657" y="41914"/>
                  </a:lnTo>
                  <a:lnTo>
                    <a:pt x="1699363" y="44070"/>
                  </a:lnTo>
                  <a:lnTo>
                    <a:pt x="1718505" y="56968"/>
                  </a:lnTo>
                  <a:lnTo>
                    <a:pt x="1741433" y="84081"/>
                  </a:lnTo>
                  <a:lnTo>
                    <a:pt x="2177746" y="505175"/>
                  </a:lnTo>
                  <a:lnTo>
                    <a:pt x="2197369" y="523597"/>
                  </a:lnTo>
                  <a:lnTo>
                    <a:pt x="2207608" y="532811"/>
                  </a:lnTo>
                  <a:lnTo>
                    <a:pt x="2228075" y="557314"/>
                  </a:lnTo>
                  <a:lnTo>
                    <a:pt x="2241499" y="594307"/>
                  </a:lnTo>
                  <a:lnTo>
                    <a:pt x="2236722" y="638148"/>
                  </a:lnTo>
                  <a:lnTo>
                    <a:pt x="2236677" y="638559"/>
                  </a:lnTo>
                  <a:lnTo>
                    <a:pt x="2202404" y="684837"/>
                  </a:lnTo>
                  <a:lnTo>
                    <a:pt x="2183045" y="702795"/>
                  </a:lnTo>
                  <a:lnTo>
                    <a:pt x="2104560" y="776840"/>
                  </a:lnTo>
                  <a:lnTo>
                    <a:pt x="1837502" y="1033064"/>
                  </a:lnTo>
                  <a:lnTo>
                    <a:pt x="1212875" y="1641757"/>
                  </a:lnTo>
                  <a:lnTo>
                    <a:pt x="1179050" y="1675689"/>
                  </a:lnTo>
                  <a:lnTo>
                    <a:pt x="1164163" y="1691278"/>
                  </a:lnTo>
                  <a:lnTo>
                    <a:pt x="1133996" y="1713256"/>
                  </a:lnTo>
                  <a:lnTo>
                    <a:pt x="1089096" y="1720891"/>
                  </a:lnTo>
                  <a:lnTo>
                    <a:pt x="1210569" y="1720891"/>
                  </a:lnTo>
                  <a:lnTo>
                    <a:pt x="1220617" y="1710634"/>
                  </a:lnTo>
                  <a:lnTo>
                    <a:pt x="2045586" y="898964"/>
                  </a:lnTo>
                  <a:lnTo>
                    <a:pt x="2246422" y="704212"/>
                  </a:lnTo>
                  <a:lnTo>
                    <a:pt x="2267396" y="684104"/>
                  </a:lnTo>
                  <a:lnTo>
                    <a:pt x="2301235" y="638148"/>
                  </a:lnTo>
                  <a:lnTo>
                    <a:pt x="2307979" y="594307"/>
                  </a:lnTo>
                  <a:lnTo>
                    <a:pt x="2308080" y="593653"/>
                  </a:lnTo>
                  <a:lnTo>
                    <a:pt x="2297268" y="555168"/>
                  </a:lnTo>
                  <a:lnTo>
                    <a:pt x="2278140" y="527240"/>
                  </a:lnTo>
                  <a:lnTo>
                    <a:pt x="2276119" y="525125"/>
                  </a:lnTo>
                  <a:lnTo>
                    <a:pt x="2274182" y="523282"/>
                  </a:lnTo>
                  <a:lnTo>
                    <a:pt x="2272307" y="521690"/>
                  </a:lnTo>
                  <a:lnTo>
                    <a:pt x="2261741" y="511811"/>
                  </a:lnTo>
                  <a:lnTo>
                    <a:pt x="2241488" y="492061"/>
                  </a:lnTo>
                  <a:lnTo>
                    <a:pt x="1792416" y="41914"/>
                  </a:lnTo>
                  <a:close/>
                </a:path>
                <a:path w="2308225" h="1785620">
                  <a:moveTo>
                    <a:pt x="1702496" y="0"/>
                  </a:moveTo>
                  <a:lnTo>
                    <a:pt x="1684702" y="0"/>
                  </a:lnTo>
                  <a:lnTo>
                    <a:pt x="1679268" y="397"/>
                  </a:lnTo>
                  <a:lnTo>
                    <a:pt x="1677404" y="649"/>
                  </a:lnTo>
                  <a:lnTo>
                    <a:pt x="400427" y="83180"/>
                  </a:lnTo>
                  <a:lnTo>
                    <a:pt x="342133" y="100618"/>
                  </a:lnTo>
                  <a:lnTo>
                    <a:pt x="0" y="434761"/>
                  </a:lnTo>
                  <a:lnTo>
                    <a:pt x="7319" y="435756"/>
                  </a:lnTo>
                  <a:lnTo>
                    <a:pt x="14449" y="436939"/>
                  </a:lnTo>
                  <a:lnTo>
                    <a:pt x="21371" y="438321"/>
                  </a:lnTo>
                  <a:lnTo>
                    <a:pt x="312199" y="158937"/>
                  </a:lnTo>
                  <a:lnTo>
                    <a:pt x="330847" y="142944"/>
                  </a:lnTo>
                  <a:lnTo>
                    <a:pt x="345193" y="134417"/>
                  </a:lnTo>
                  <a:lnTo>
                    <a:pt x="362555" y="130480"/>
                  </a:lnTo>
                  <a:lnTo>
                    <a:pt x="390249" y="128257"/>
                  </a:lnTo>
                  <a:lnTo>
                    <a:pt x="1631039" y="47024"/>
                  </a:lnTo>
                  <a:lnTo>
                    <a:pt x="1673657" y="41914"/>
                  </a:lnTo>
                  <a:lnTo>
                    <a:pt x="1792416" y="41914"/>
                  </a:lnTo>
                  <a:lnTo>
                    <a:pt x="1791139" y="40627"/>
                  </a:lnTo>
                  <a:lnTo>
                    <a:pt x="1770320" y="20888"/>
                  </a:lnTo>
                  <a:lnTo>
                    <a:pt x="1746745" y="8679"/>
                  </a:lnTo>
                  <a:lnTo>
                    <a:pt x="1723064" y="2270"/>
                  </a:lnTo>
                  <a:lnTo>
                    <a:pt x="1702496" y="0"/>
                  </a:lnTo>
                  <a:close/>
                </a:path>
              </a:pathLst>
            </a:custGeom>
            <a:solidFill>
              <a:srgbClr val="EE0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554123" y="9539509"/>
              <a:ext cx="1543685" cy="648335"/>
            </a:xfrm>
            <a:custGeom>
              <a:avLst/>
              <a:gdLst/>
              <a:ahLst/>
              <a:cxnLst/>
              <a:rect l="l" t="t" r="r" b="b"/>
              <a:pathLst>
                <a:path w="1543684" h="648334">
                  <a:moveTo>
                    <a:pt x="25" y="0"/>
                  </a:moveTo>
                  <a:close/>
                </a:path>
                <a:path w="1543684" h="648334">
                  <a:moveTo>
                    <a:pt x="1305636" y="5588"/>
                  </a:moveTo>
                  <a:close/>
                </a:path>
                <a:path w="1543684" h="648334">
                  <a:moveTo>
                    <a:pt x="1543608" y="647827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678470" y="9424896"/>
              <a:ext cx="276860" cy="68580"/>
            </a:xfrm>
            <a:custGeom>
              <a:avLst/>
              <a:gdLst/>
              <a:ahLst/>
              <a:cxnLst/>
              <a:rect l="l" t="t" r="r" b="b"/>
              <a:pathLst>
                <a:path w="276859" h="68579">
                  <a:moveTo>
                    <a:pt x="181419" y="0"/>
                  </a:moveTo>
                  <a:lnTo>
                    <a:pt x="169218" y="77"/>
                  </a:lnTo>
                  <a:lnTo>
                    <a:pt x="156913" y="753"/>
                  </a:lnTo>
                  <a:lnTo>
                    <a:pt x="144623" y="1945"/>
                  </a:lnTo>
                  <a:lnTo>
                    <a:pt x="0" y="19044"/>
                  </a:lnTo>
                  <a:lnTo>
                    <a:pt x="14418" y="55650"/>
                  </a:lnTo>
                  <a:lnTo>
                    <a:pt x="159021" y="38593"/>
                  </a:lnTo>
                  <a:lnTo>
                    <a:pt x="171316" y="37377"/>
                  </a:lnTo>
                  <a:lnTo>
                    <a:pt x="183623" y="36687"/>
                  </a:lnTo>
                  <a:lnTo>
                    <a:pt x="195831" y="36602"/>
                  </a:lnTo>
                  <a:lnTo>
                    <a:pt x="207826" y="37200"/>
                  </a:lnTo>
                  <a:lnTo>
                    <a:pt x="228232" y="40236"/>
                  </a:lnTo>
                  <a:lnTo>
                    <a:pt x="246870" y="46193"/>
                  </a:lnTo>
                  <a:lnTo>
                    <a:pt x="263104" y="55478"/>
                  </a:lnTo>
                  <a:lnTo>
                    <a:pt x="276295" y="68498"/>
                  </a:lnTo>
                  <a:lnTo>
                    <a:pt x="275237" y="60351"/>
                  </a:lnTo>
                  <a:lnTo>
                    <a:pt x="255719" y="24593"/>
                  </a:lnTo>
                  <a:lnTo>
                    <a:pt x="214558" y="3746"/>
                  </a:lnTo>
                  <a:lnTo>
                    <a:pt x="193397" y="604"/>
                  </a:lnTo>
                  <a:lnTo>
                    <a:pt x="181419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666432" y="9443936"/>
              <a:ext cx="26670" cy="224154"/>
            </a:xfrm>
            <a:custGeom>
              <a:avLst/>
              <a:gdLst/>
              <a:ahLst/>
              <a:cxnLst/>
              <a:rect l="l" t="t" r="r" b="b"/>
              <a:pathLst>
                <a:path w="26669" h="224154">
                  <a:moveTo>
                    <a:pt x="12041" y="0"/>
                  </a:moveTo>
                  <a:lnTo>
                    <a:pt x="0" y="224118"/>
                  </a:lnTo>
                  <a:lnTo>
                    <a:pt x="16460" y="222223"/>
                  </a:lnTo>
                  <a:lnTo>
                    <a:pt x="26459" y="36606"/>
                  </a:lnTo>
                  <a:lnTo>
                    <a:pt x="12041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656468" y="9365913"/>
              <a:ext cx="570865" cy="541020"/>
            </a:xfrm>
            <a:custGeom>
              <a:avLst/>
              <a:gdLst/>
              <a:ahLst/>
              <a:cxnLst/>
              <a:rect l="l" t="t" r="r" b="b"/>
              <a:pathLst>
                <a:path w="570865" h="541020">
                  <a:moveTo>
                    <a:pt x="312191" y="540499"/>
                  </a:moveTo>
                  <a:lnTo>
                    <a:pt x="297840" y="503440"/>
                  </a:lnTo>
                  <a:lnTo>
                    <a:pt x="268122" y="478726"/>
                  </a:lnTo>
                  <a:lnTo>
                    <a:pt x="227825" y="467194"/>
                  </a:lnTo>
                  <a:lnTo>
                    <a:pt x="207073" y="465683"/>
                  </a:lnTo>
                  <a:lnTo>
                    <a:pt x="194589" y="465721"/>
                  </a:lnTo>
                  <a:lnTo>
                    <a:pt x="182003" y="466369"/>
                  </a:lnTo>
                  <a:lnTo>
                    <a:pt x="169430" y="467563"/>
                  </a:lnTo>
                  <a:lnTo>
                    <a:pt x="0" y="486968"/>
                  </a:lnTo>
                  <a:lnTo>
                    <a:pt x="14389" y="523570"/>
                  </a:lnTo>
                  <a:lnTo>
                    <a:pt x="183845" y="504177"/>
                  </a:lnTo>
                  <a:lnTo>
                    <a:pt x="196405" y="502970"/>
                  </a:lnTo>
                  <a:lnTo>
                    <a:pt x="208978" y="502323"/>
                  </a:lnTo>
                  <a:lnTo>
                    <a:pt x="221462" y="502285"/>
                  </a:lnTo>
                  <a:lnTo>
                    <a:pt x="233756" y="502920"/>
                  </a:lnTo>
                  <a:lnTo>
                    <a:pt x="257263" y="506514"/>
                  </a:lnTo>
                  <a:lnTo>
                    <a:pt x="278714" y="513638"/>
                  </a:lnTo>
                  <a:lnTo>
                    <a:pt x="297281" y="524802"/>
                  </a:lnTo>
                  <a:lnTo>
                    <a:pt x="312191" y="540499"/>
                  </a:lnTo>
                  <a:close/>
                </a:path>
                <a:path w="570865" h="541020">
                  <a:moveTo>
                    <a:pt x="570407" y="139954"/>
                  </a:moveTo>
                  <a:lnTo>
                    <a:pt x="565797" y="84632"/>
                  </a:lnTo>
                  <a:lnTo>
                    <a:pt x="554355" y="41122"/>
                  </a:lnTo>
                  <a:lnTo>
                    <a:pt x="538670" y="0"/>
                  </a:lnTo>
                  <a:lnTo>
                    <a:pt x="538873" y="952"/>
                  </a:lnTo>
                  <a:lnTo>
                    <a:pt x="539216" y="1905"/>
                  </a:lnTo>
                  <a:lnTo>
                    <a:pt x="540829" y="6134"/>
                  </a:lnTo>
                  <a:lnTo>
                    <a:pt x="542175" y="10642"/>
                  </a:lnTo>
                  <a:lnTo>
                    <a:pt x="544626" y="18656"/>
                  </a:lnTo>
                  <a:lnTo>
                    <a:pt x="545795" y="22123"/>
                  </a:lnTo>
                  <a:lnTo>
                    <a:pt x="547814" y="30035"/>
                  </a:lnTo>
                  <a:lnTo>
                    <a:pt x="548665" y="34645"/>
                  </a:lnTo>
                  <a:lnTo>
                    <a:pt x="550329" y="43091"/>
                  </a:lnTo>
                  <a:lnTo>
                    <a:pt x="551180" y="46901"/>
                  </a:lnTo>
                  <a:lnTo>
                    <a:pt x="551751" y="50800"/>
                  </a:lnTo>
                  <a:lnTo>
                    <a:pt x="552462" y="55270"/>
                  </a:lnTo>
                  <a:lnTo>
                    <a:pt x="553872" y="69075"/>
                  </a:lnTo>
                  <a:lnTo>
                    <a:pt x="554342" y="73406"/>
                  </a:lnTo>
                  <a:lnTo>
                    <a:pt x="554901" y="81876"/>
                  </a:lnTo>
                  <a:lnTo>
                    <a:pt x="555218" y="90360"/>
                  </a:lnTo>
                  <a:lnTo>
                    <a:pt x="555294" y="93052"/>
                  </a:lnTo>
                  <a:lnTo>
                    <a:pt x="555536" y="95732"/>
                  </a:lnTo>
                  <a:lnTo>
                    <a:pt x="554863" y="139954"/>
                  </a:lnTo>
                  <a:lnTo>
                    <a:pt x="552881" y="163220"/>
                  </a:lnTo>
                  <a:lnTo>
                    <a:pt x="552818" y="163766"/>
                  </a:lnTo>
                  <a:lnTo>
                    <a:pt x="540118" y="216230"/>
                  </a:lnTo>
                  <a:lnTo>
                    <a:pt x="516636" y="261251"/>
                  </a:lnTo>
                  <a:lnTo>
                    <a:pt x="483831" y="299415"/>
                  </a:lnTo>
                  <a:lnTo>
                    <a:pt x="443230" y="331190"/>
                  </a:lnTo>
                  <a:lnTo>
                    <a:pt x="429348" y="339801"/>
                  </a:lnTo>
                  <a:lnTo>
                    <a:pt x="440601" y="343255"/>
                  </a:lnTo>
                  <a:lnTo>
                    <a:pt x="451789" y="347091"/>
                  </a:lnTo>
                  <a:lnTo>
                    <a:pt x="462889" y="351345"/>
                  </a:lnTo>
                  <a:lnTo>
                    <a:pt x="473849" y="356057"/>
                  </a:lnTo>
                  <a:lnTo>
                    <a:pt x="489369" y="343585"/>
                  </a:lnTo>
                  <a:lnTo>
                    <a:pt x="517461" y="315493"/>
                  </a:lnTo>
                  <a:lnTo>
                    <a:pt x="544271" y="275767"/>
                  </a:lnTo>
                  <a:lnTo>
                    <a:pt x="563346" y="223240"/>
                  </a:lnTo>
                  <a:lnTo>
                    <a:pt x="569887" y="167932"/>
                  </a:lnTo>
                  <a:lnTo>
                    <a:pt x="570407" y="140169"/>
                  </a:lnTo>
                  <a:lnTo>
                    <a:pt x="570407" y="13995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41349" y="9852878"/>
              <a:ext cx="29845" cy="260350"/>
            </a:xfrm>
            <a:custGeom>
              <a:avLst/>
              <a:gdLst/>
              <a:ahLst/>
              <a:cxnLst/>
              <a:rect l="l" t="t" r="r" b="b"/>
              <a:pathLst>
                <a:path w="29844" h="260350">
                  <a:moveTo>
                    <a:pt x="15119" y="0"/>
                  </a:moveTo>
                  <a:lnTo>
                    <a:pt x="0" y="260159"/>
                  </a:lnTo>
                  <a:lnTo>
                    <a:pt x="16575" y="258986"/>
                  </a:lnTo>
                  <a:lnTo>
                    <a:pt x="29506" y="36595"/>
                  </a:lnTo>
                  <a:lnTo>
                    <a:pt x="15119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896340" y="9429476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69" h="634">
                  <a:moveTo>
                    <a:pt x="0" y="0"/>
                  </a:moveTo>
                  <a:lnTo>
                    <a:pt x="513" y="125"/>
                  </a:lnTo>
                  <a:lnTo>
                    <a:pt x="764" y="178"/>
                  </a:lnTo>
                  <a:lnTo>
                    <a:pt x="251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3248" y="9426864"/>
              <a:ext cx="13850" cy="278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907299" y="9432979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1664" y="628"/>
                  </a:lnTo>
                  <a:lnTo>
                    <a:pt x="2492" y="963"/>
                  </a:lnTo>
                  <a:lnTo>
                    <a:pt x="827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7298" y="9432979"/>
              <a:ext cx="2492" cy="9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7951705" y="9367805"/>
              <a:ext cx="258445" cy="135890"/>
            </a:xfrm>
            <a:custGeom>
              <a:avLst/>
              <a:gdLst/>
              <a:ahLst/>
              <a:cxnLst/>
              <a:rect l="l" t="t" r="r" b="b"/>
              <a:pathLst>
                <a:path w="258444" h="135890">
                  <a:moveTo>
                    <a:pt x="9956" y="135610"/>
                  </a:moveTo>
                  <a:lnTo>
                    <a:pt x="0" y="110337"/>
                  </a:lnTo>
                  <a:lnTo>
                    <a:pt x="2006" y="117462"/>
                  </a:lnTo>
                  <a:lnTo>
                    <a:pt x="3060" y="125590"/>
                  </a:lnTo>
                  <a:lnTo>
                    <a:pt x="6705" y="130390"/>
                  </a:lnTo>
                  <a:lnTo>
                    <a:pt x="9956" y="135610"/>
                  </a:lnTo>
                  <a:close/>
                </a:path>
                <a:path w="258444" h="135890">
                  <a:moveTo>
                    <a:pt x="246837" y="8458"/>
                  </a:moveTo>
                  <a:lnTo>
                    <a:pt x="245643" y="4356"/>
                  </a:lnTo>
                  <a:lnTo>
                    <a:pt x="243979" y="0"/>
                  </a:lnTo>
                  <a:lnTo>
                    <a:pt x="245579" y="4241"/>
                  </a:lnTo>
                  <a:lnTo>
                    <a:pt x="246837" y="8458"/>
                  </a:lnTo>
                  <a:close/>
                </a:path>
                <a:path w="258444" h="135890">
                  <a:moveTo>
                    <a:pt x="257225" y="53517"/>
                  </a:moveTo>
                  <a:lnTo>
                    <a:pt x="257213" y="53390"/>
                  </a:lnTo>
                  <a:lnTo>
                    <a:pt x="256514" y="48907"/>
                  </a:lnTo>
                  <a:lnTo>
                    <a:pt x="257225" y="53517"/>
                  </a:lnTo>
                  <a:close/>
                </a:path>
                <a:path w="258444" h="135890">
                  <a:moveTo>
                    <a:pt x="258178" y="62839"/>
                  </a:moveTo>
                  <a:lnTo>
                    <a:pt x="257225" y="53517"/>
                  </a:lnTo>
                  <a:lnTo>
                    <a:pt x="257683" y="58178"/>
                  </a:lnTo>
                  <a:lnTo>
                    <a:pt x="258178" y="62839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85744" y="9529775"/>
              <a:ext cx="123523" cy="21253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085827" y="9698541"/>
              <a:ext cx="11664" cy="71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7962767" y="9885114"/>
              <a:ext cx="12700" cy="31750"/>
            </a:xfrm>
            <a:custGeom>
              <a:avLst/>
              <a:gdLst/>
              <a:ahLst/>
              <a:cxnLst/>
              <a:rect l="l" t="t" r="r" b="b"/>
              <a:pathLst>
                <a:path w="12700" h="31750">
                  <a:moveTo>
                    <a:pt x="2425" y="5702"/>
                  </a:moveTo>
                  <a:lnTo>
                    <a:pt x="355" y="469"/>
                  </a:lnTo>
                  <a:lnTo>
                    <a:pt x="0" y="0"/>
                  </a:lnTo>
                  <a:lnTo>
                    <a:pt x="2425" y="5702"/>
                  </a:lnTo>
                  <a:close/>
                </a:path>
                <a:path w="12700" h="31750">
                  <a:moveTo>
                    <a:pt x="12573" y="31534"/>
                  </a:moveTo>
                  <a:lnTo>
                    <a:pt x="2552" y="6019"/>
                  </a:lnTo>
                  <a:lnTo>
                    <a:pt x="4610" y="13220"/>
                  </a:lnTo>
                  <a:lnTo>
                    <a:pt x="5892" y="21297"/>
                  </a:lnTo>
                  <a:lnTo>
                    <a:pt x="9398" y="26238"/>
                  </a:lnTo>
                  <a:lnTo>
                    <a:pt x="12573" y="3153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55369" y="9237079"/>
              <a:ext cx="1403148" cy="113382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4390396" y="9355842"/>
              <a:ext cx="2438400" cy="1121410"/>
            </a:xfrm>
            <a:custGeom>
              <a:avLst/>
              <a:gdLst/>
              <a:ahLst/>
              <a:cxnLst/>
              <a:rect l="l" t="t" r="r" b="b"/>
              <a:pathLst>
                <a:path w="2438400" h="1121409">
                  <a:moveTo>
                    <a:pt x="565759" y="174256"/>
                  </a:moveTo>
                  <a:lnTo>
                    <a:pt x="552018" y="103619"/>
                  </a:lnTo>
                  <a:lnTo>
                    <a:pt x="511429" y="47866"/>
                  </a:lnTo>
                  <a:lnTo>
                    <a:pt x="443090" y="11747"/>
                  </a:lnTo>
                  <a:lnTo>
                    <a:pt x="398208" y="2819"/>
                  </a:lnTo>
                  <a:lnTo>
                    <a:pt x="346189" y="0"/>
                  </a:lnTo>
                  <a:lnTo>
                    <a:pt x="317754" y="1028"/>
                  </a:lnTo>
                  <a:lnTo>
                    <a:pt x="260692" y="8636"/>
                  </a:lnTo>
                  <a:lnTo>
                    <a:pt x="204139" y="23901"/>
                  </a:lnTo>
                  <a:lnTo>
                    <a:pt x="152768" y="48361"/>
                  </a:lnTo>
                  <a:lnTo>
                    <a:pt x="107645" y="82296"/>
                  </a:lnTo>
                  <a:lnTo>
                    <a:pt x="70535" y="125920"/>
                  </a:lnTo>
                  <a:lnTo>
                    <a:pt x="42532" y="179539"/>
                  </a:lnTo>
                  <a:lnTo>
                    <a:pt x="28295" y="244665"/>
                  </a:lnTo>
                  <a:lnTo>
                    <a:pt x="26631" y="281647"/>
                  </a:lnTo>
                  <a:lnTo>
                    <a:pt x="28155" y="314401"/>
                  </a:lnTo>
                  <a:lnTo>
                    <a:pt x="39611" y="370560"/>
                  </a:lnTo>
                  <a:lnTo>
                    <a:pt x="61595" y="414807"/>
                  </a:lnTo>
                  <a:lnTo>
                    <a:pt x="90131" y="450494"/>
                  </a:lnTo>
                  <a:lnTo>
                    <a:pt x="124155" y="478421"/>
                  </a:lnTo>
                  <a:lnTo>
                    <a:pt x="161213" y="500176"/>
                  </a:lnTo>
                  <a:lnTo>
                    <a:pt x="219087" y="524344"/>
                  </a:lnTo>
                  <a:lnTo>
                    <a:pt x="254800" y="539292"/>
                  </a:lnTo>
                  <a:lnTo>
                    <a:pt x="299707" y="562965"/>
                  </a:lnTo>
                  <a:lnTo>
                    <a:pt x="328650" y="592251"/>
                  </a:lnTo>
                  <a:lnTo>
                    <a:pt x="334378" y="618845"/>
                  </a:lnTo>
                  <a:lnTo>
                    <a:pt x="333933" y="626846"/>
                  </a:lnTo>
                  <a:lnTo>
                    <a:pt x="312661" y="662419"/>
                  </a:lnTo>
                  <a:lnTo>
                    <a:pt x="270383" y="677786"/>
                  </a:lnTo>
                  <a:lnTo>
                    <a:pt x="245884" y="679538"/>
                  </a:lnTo>
                  <a:lnTo>
                    <a:pt x="225793" y="678738"/>
                  </a:lnTo>
                  <a:lnTo>
                    <a:pt x="173062" y="665619"/>
                  </a:lnTo>
                  <a:lnTo>
                    <a:pt x="130263" y="642493"/>
                  </a:lnTo>
                  <a:lnTo>
                    <a:pt x="75793" y="602119"/>
                  </a:lnTo>
                  <a:lnTo>
                    <a:pt x="66700" y="595934"/>
                  </a:lnTo>
                  <a:lnTo>
                    <a:pt x="20891" y="596696"/>
                  </a:lnTo>
                  <a:lnTo>
                    <a:pt x="4622" y="642391"/>
                  </a:lnTo>
                  <a:lnTo>
                    <a:pt x="406" y="698601"/>
                  </a:lnTo>
                  <a:lnTo>
                    <a:pt x="0" y="734923"/>
                  </a:lnTo>
                  <a:lnTo>
                    <a:pt x="1358" y="744639"/>
                  </a:lnTo>
                  <a:lnTo>
                    <a:pt x="33134" y="788111"/>
                  </a:lnTo>
                  <a:lnTo>
                    <a:pt x="80175" y="819213"/>
                  </a:lnTo>
                  <a:lnTo>
                    <a:pt x="120764" y="836942"/>
                  </a:lnTo>
                  <a:lnTo>
                    <a:pt x="167855" y="851395"/>
                  </a:lnTo>
                  <a:lnTo>
                    <a:pt x="220395" y="860958"/>
                  </a:lnTo>
                  <a:lnTo>
                    <a:pt x="277355" y="864006"/>
                  </a:lnTo>
                  <a:lnTo>
                    <a:pt x="310591" y="862685"/>
                  </a:lnTo>
                  <a:lnTo>
                    <a:pt x="370598" y="852982"/>
                  </a:lnTo>
                  <a:lnTo>
                    <a:pt x="421957" y="834123"/>
                  </a:lnTo>
                  <a:lnTo>
                    <a:pt x="464451" y="807618"/>
                  </a:lnTo>
                  <a:lnTo>
                    <a:pt x="498119" y="773950"/>
                  </a:lnTo>
                  <a:lnTo>
                    <a:pt x="523392" y="734225"/>
                  </a:lnTo>
                  <a:lnTo>
                    <a:pt x="540334" y="688936"/>
                  </a:lnTo>
                  <a:lnTo>
                    <a:pt x="548728" y="640105"/>
                  </a:lnTo>
                  <a:lnTo>
                    <a:pt x="549706" y="614476"/>
                  </a:lnTo>
                  <a:lnTo>
                    <a:pt x="548068" y="582790"/>
                  </a:lnTo>
                  <a:lnTo>
                    <a:pt x="535724" y="528116"/>
                  </a:lnTo>
                  <a:lnTo>
                    <a:pt x="512038" y="484466"/>
                  </a:lnTo>
                  <a:lnTo>
                    <a:pt x="481431" y="448500"/>
                  </a:lnTo>
                  <a:lnTo>
                    <a:pt x="445020" y="419468"/>
                  </a:lnTo>
                  <a:lnTo>
                    <a:pt x="405003" y="396240"/>
                  </a:lnTo>
                  <a:lnTo>
                    <a:pt x="362546" y="378002"/>
                  </a:lnTo>
                  <a:lnTo>
                    <a:pt x="342138" y="369316"/>
                  </a:lnTo>
                  <a:lnTo>
                    <a:pt x="303771" y="352158"/>
                  </a:lnTo>
                  <a:lnTo>
                    <a:pt x="255625" y="324954"/>
                  </a:lnTo>
                  <a:lnTo>
                    <a:pt x="224409" y="292125"/>
                  </a:lnTo>
                  <a:lnTo>
                    <a:pt x="218236" y="263156"/>
                  </a:lnTo>
                  <a:lnTo>
                    <a:pt x="220014" y="245668"/>
                  </a:lnTo>
                  <a:lnTo>
                    <a:pt x="247573" y="203288"/>
                  </a:lnTo>
                  <a:lnTo>
                    <a:pt x="296519" y="181470"/>
                  </a:lnTo>
                  <a:lnTo>
                    <a:pt x="314934" y="179959"/>
                  </a:lnTo>
                  <a:lnTo>
                    <a:pt x="327799" y="180682"/>
                  </a:lnTo>
                  <a:lnTo>
                    <a:pt x="364769" y="198729"/>
                  </a:lnTo>
                  <a:lnTo>
                    <a:pt x="386016" y="240334"/>
                  </a:lnTo>
                  <a:lnTo>
                    <a:pt x="390956" y="283349"/>
                  </a:lnTo>
                  <a:lnTo>
                    <a:pt x="391121" y="298386"/>
                  </a:lnTo>
                  <a:lnTo>
                    <a:pt x="393103" y="304088"/>
                  </a:lnTo>
                  <a:lnTo>
                    <a:pt x="424307" y="310883"/>
                  </a:lnTo>
                  <a:lnTo>
                    <a:pt x="456603" y="308571"/>
                  </a:lnTo>
                  <a:lnTo>
                    <a:pt x="509181" y="290918"/>
                  </a:lnTo>
                  <a:lnTo>
                    <a:pt x="545426" y="256095"/>
                  </a:lnTo>
                  <a:lnTo>
                    <a:pt x="563575" y="205447"/>
                  </a:lnTo>
                  <a:lnTo>
                    <a:pt x="565759" y="174256"/>
                  </a:lnTo>
                  <a:close/>
                </a:path>
                <a:path w="2438400" h="1121409">
                  <a:moveTo>
                    <a:pt x="1185037" y="305968"/>
                  </a:moveTo>
                  <a:lnTo>
                    <a:pt x="1180630" y="259537"/>
                  </a:lnTo>
                  <a:lnTo>
                    <a:pt x="1164209" y="220230"/>
                  </a:lnTo>
                  <a:lnTo>
                    <a:pt x="1131265" y="196329"/>
                  </a:lnTo>
                  <a:lnTo>
                    <a:pt x="1093495" y="187731"/>
                  </a:lnTo>
                  <a:lnTo>
                    <a:pt x="1077658" y="186880"/>
                  </a:lnTo>
                  <a:lnTo>
                    <a:pt x="1060170" y="187071"/>
                  </a:lnTo>
                  <a:lnTo>
                    <a:pt x="1008926" y="189014"/>
                  </a:lnTo>
                  <a:lnTo>
                    <a:pt x="991476" y="234315"/>
                  </a:lnTo>
                  <a:lnTo>
                    <a:pt x="989291" y="311632"/>
                  </a:lnTo>
                  <a:lnTo>
                    <a:pt x="987958" y="389610"/>
                  </a:lnTo>
                  <a:lnTo>
                    <a:pt x="987120" y="416242"/>
                  </a:lnTo>
                  <a:lnTo>
                    <a:pt x="983957" y="469341"/>
                  </a:lnTo>
                  <a:lnTo>
                    <a:pt x="978712" y="521944"/>
                  </a:lnTo>
                  <a:lnTo>
                    <a:pt x="970965" y="571525"/>
                  </a:lnTo>
                  <a:lnTo>
                    <a:pt x="960361" y="615581"/>
                  </a:lnTo>
                  <a:lnTo>
                    <a:pt x="946099" y="653135"/>
                  </a:lnTo>
                  <a:lnTo>
                    <a:pt x="916266" y="694702"/>
                  </a:lnTo>
                  <a:lnTo>
                    <a:pt x="874585" y="710603"/>
                  </a:lnTo>
                  <a:lnTo>
                    <a:pt x="857199" y="709828"/>
                  </a:lnTo>
                  <a:lnTo>
                    <a:pt x="816356" y="689724"/>
                  </a:lnTo>
                  <a:lnTo>
                    <a:pt x="795261" y="645591"/>
                  </a:lnTo>
                  <a:lnTo>
                    <a:pt x="793229" y="626084"/>
                  </a:lnTo>
                  <a:lnTo>
                    <a:pt x="793661" y="603973"/>
                  </a:lnTo>
                  <a:lnTo>
                    <a:pt x="802805" y="306527"/>
                  </a:lnTo>
                  <a:lnTo>
                    <a:pt x="803186" y="282968"/>
                  </a:lnTo>
                  <a:lnTo>
                    <a:pt x="796277" y="241198"/>
                  </a:lnTo>
                  <a:lnTo>
                    <a:pt x="768502" y="204724"/>
                  </a:lnTo>
                  <a:lnTo>
                    <a:pt x="725398" y="189268"/>
                  </a:lnTo>
                  <a:lnTo>
                    <a:pt x="695109" y="186867"/>
                  </a:lnTo>
                  <a:lnTo>
                    <a:pt x="677595" y="187096"/>
                  </a:lnTo>
                  <a:lnTo>
                    <a:pt x="628700" y="188950"/>
                  </a:lnTo>
                  <a:lnTo>
                    <a:pt x="608037" y="226441"/>
                  </a:lnTo>
                  <a:lnTo>
                    <a:pt x="604875" y="291172"/>
                  </a:lnTo>
                  <a:lnTo>
                    <a:pt x="602716" y="350964"/>
                  </a:lnTo>
                  <a:lnTo>
                    <a:pt x="600760" y="439585"/>
                  </a:lnTo>
                  <a:lnTo>
                    <a:pt x="598398" y="515378"/>
                  </a:lnTo>
                  <a:lnTo>
                    <a:pt x="595541" y="621347"/>
                  </a:lnTo>
                  <a:lnTo>
                    <a:pt x="595083" y="669442"/>
                  </a:lnTo>
                  <a:lnTo>
                    <a:pt x="595414" y="689698"/>
                  </a:lnTo>
                  <a:lnTo>
                    <a:pt x="604088" y="740676"/>
                  </a:lnTo>
                  <a:lnTo>
                    <a:pt x="627329" y="788377"/>
                  </a:lnTo>
                  <a:lnTo>
                    <a:pt x="663054" y="826046"/>
                  </a:lnTo>
                  <a:lnTo>
                    <a:pt x="711009" y="852093"/>
                  </a:lnTo>
                  <a:lnTo>
                    <a:pt x="754697" y="861733"/>
                  </a:lnTo>
                  <a:lnTo>
                    <a:pt x="802830" y="863815"/>
                  </a:lnTo>
                  <a:lnTo>
                    <a:pt x="814717" y="863028"/>
                  </a:lnTo>
                  <a:lnTo>
                    <a:pt x="863320" y="853071"/>
                  </a:lnTo>
                  <a:lnTo>
                    <a:pt x="898906" y="837057"/>
                  </a:lnTo>
                  <a:lnTo>
                    <a:pt x="941222" y="806297"/>
                  </a:lnTo>
                  <a:lnTo>
                    <a:pt x="970800" y="771588"/>
                  </a:lnTo>
                  <a:lnTo>
                    <a:pt x="972045" y="780935"/>
                  </a:lnTo>
                  <a:lnTo>
                    <a:pt x="987907" y="824217"/>
                  </a:lnTo>
                  <a:lnTo>
                    <a:pt x="1017422" y="849160"/>
                  </a:lnTo>
                  <a:lnTo>
                    <a:pt x="1065022" y="863028"/>
                  </a:lnTo>
                  <a:lnTo>
                    <a:pt x="1080490" y="863993"/>
                  </a:lnTo>
                  <a:lnTo>
                    <a:pt x="1097457" y="863854"/>
                  </a:lnTo>
                  <a:lnTo>
                    <a:pt x="1154607" y="861695"/>
                  </a:lnTo>
                  <a:lnTo>
                    <a:pt x="1176299" y="565899"/>
                  </a:lnTo>
                  <a:lnTo>
                    <a:pt x="1182509" y="410997"/>
                  </a:lnTo>
                  <a:lnTo>
                    <a:pt x="1185037" y="318249"/>
                  </a:lnTo>
                  <a:lnTo>
                    <a:pt x="1185037" y="305968"/>
                  </a:lnTo>
                  <a:close/>
                </a:path>
                <a:path w="2438400" h="1121409">
                  <a:moveTo>
                    <a:pt x="1831441" y="513041"/>
                  </a:moveTo>
                  <a:lnTo>
                    <a:pt x="1831378" y="501954"/>
                  </a:lnTo>
                  <a:lnTo>
                    <a:pt x="1831289" y="487426"/>
                  </a:lnTo>
                  <a:lnTo>
                    <a:pt x="1831174" y="468515"/>
                  </a:lnTo>
                  <a:lnTo>
                    <a:pt x="1826945" y="412813"/>
                  </a:lnTo>
                  <a:lnTo>
                    <a:pt x="1818436" y="363105"/>
                  </a:lnTo>
                  <a:lnTo>
                    <a:pt x="1815566" y="353364"/>
                  </a:lnTo>
                  <a:lnTo>
                    <a:pt x="1815477" y="353060"/>
                  </a:lnTo>
                  <a:lnTo>
                    <a:pt x="1795703" y="298145"/>
                  </a:lnTo>
                  <a:lnTo>
                    <a:pt x="1767332" y="252933"/>
                  </a:lnTo>
                  <a:lnTo>
                    <a:pt x="1734743" y="224332"/>
                  </a:lnTo>
                  <a:lnTo>
                    <a:pt x="1695589" y="204470"/>
                  </a:lnTo>
                  <a:lnTo>
                    <a:pt x="1649869" y="193344"/>
                  </a:lnTo>
                  <a:lnTo>
                    <a:pt x="1619262" y="191960"/>
                  </a:lnTo>
                  <a:lnTo>
                    <a:pt x="1619262" y="501954"/>
                  </a:lnTo>
                  <a:lnTo>
                    <a:pt x="1618894" y="549490"/>
                  </a:lnTo>
                  <a:lnTo>
                    <a:pt x="1613966" y="593686"/>
                  </a:lnTo>
                  <a:lnTo>
                    <a:pt x="1590509" y="657898"/>
                  </a:lnTo>
                  <a:lnTo>
                    <a:pt x="1553400" y="696201"/>
                  </a:lnTo>
                  <a:lnTo>
                    <a:pt x="1507147" y="710184"/>
                  </a:lnTo>
                  <a:lnTo>
                    <a:pt x="1493558" y="709790"/>
                  </a:lnTo>
                  <a:lnTo>
                    <a:pt x="1450975" y="690486"/>
                  </a:lnTo>
                  <a:lnTo>
                    <a:pt x="1424279" y="649427"/>
                  </a:lnTo>
                  <a:lnTo>
                    <a:pt x="1412951" y="609117"/>
                  </a:lnTo>
                  <a:lnTo>
                    <a:pt x="1407477" y="564654"/>
                  </a:lnTo>
                  <a:lnTo>
                    <a:pt x="1406677" y="549490"/>
                  </a:lnTo>
                  <a:lnTo>
                    <a:pt x="1406906" y="513041"/>
                  </a:lnTo>
                  <a:lnTo>
                    <a:pt x="1406931" y="507238"/>
                  </a:lnTo>
                  <a:lnTo>
                    <a:pt x="1418602" y="436397"/>
                  </a:lnTo>
                  <a:lnTo>
                    <a:pt x="1445387" y="384670"/>
                  </a:lnTo>
                  <a:lnTo>
                    <a:pt x="1488808" y="357289"/>
                  </a:lnTo>
                  <a:lnTo>
                    <a:pt x="1516849" y="353060"/>
                  </a:lnTo>
                  <a:lnTo>
                    <a:pt x="1530985" y="353364"/>
                  </a:lnTo>
                  <a:lnTo>
                    <a:pt x="1574977" y="370852"/>
                  </a:lnTo>
                  <a:lnTo>
                    <a:pt x="1601876" y="407924"/>
                  </a:lnTo>
                  <a:lnTo>
                    <a:pt x="1613103" y="445249"/>
                  </a:lnTo>
                  <a:lnTo>
                    <a:pt x="1618488" y="487426"/>
                  </a:lnTo>
                  <a:lnTo>
                    <a:pt x="1619262" y="501954"/>
                  </a:lnTo>
                  <a:lnTo>
                    <a:pt x="1619262" y="191960"/>
                  </a:lnTo>
                  <a:lnTo>
                    <a:pt x="1567002" y="193535"/>
                  </a:lnTo>
                  <a:lnTo>
                    <a:pt x="1513840" y="207213"/>
                  </a:lnTo>
                  <a:lnTo>
                    <a:pt x="1471320" y="232625"/>
                  </a:lnTo>
                  <a:lnTo>
                    <a:pt x="1437525" y="272567"/>
                  </a:lnTo>
                  <a:lnTo>
                    <a:pt x="1423835" y="298145"/>
                  </a:lnTo>
                  <a:lnTo>
                    <a:pt x="1420964" y="277202"/>
                  </a:lnTo>
                  <a:lnTo>
                    <a:pt x="1403451" y="231101"/>
                  </a:lnTo>
                  <a:lnTo>
                    <a:pt x="1372768" y="203339"/>
                  </a:lnTo>
                  <a:lnTo>
                    <a:pt x="1325892" y="191833"/>
                  </a:lnTo>
                  <a:lnTo>
                    <a:pt x="1296085" y="191249"/>
                  </a:lnTo>
                  <a:lnTo>
                    <a:pt x="1237627" y="193344"/>
                  </a:lnTo>
                  <a:lnTo>
                    <a:pt x="1239393" y="193344"/>
                  </a:lnTo>
                  <a:lnTo>
                    <a:pt x="1233462" y="194678"/>
                  </a:lnTo>
                  <a:lnTo>
                    <a:pt x="1225981" y="244703"/>
                  </a:lnTo>
                  <a:lnTo>
                    <a:pt x="1226070" y="300520"/>
                  </a:lnTo>
                  <a:lnTo>
                    <a:pt x="1225511" y="331089"/>
                  </a:lnTo>
                  <a:lnTo>
                    <a:pt x="1223175" y="395655"/>
                  </a:lnTo>
                  <a:lnTo>
                    <a:pt x="1220279" y="468515"/>
                  </a:lnTo>
                  <a:lnTo>
                    <a:pt x="1211910" y="667016"/>
                  </a:lnTo>
                  <a:lnTo>
                    <a:pt x="1210411" y="703605"/>
                  </a:lnTo>
                  <a:lnTo>
                    <a:pt x="1208697" y="746912"/>
                  </a:lnTo>
                  <a:lnTo>
                    <a:pt x="1205979" y="818591"/>
                  </a:lnTo>
                  <a:lnTo>
                    <a:pt x="1203756" y="880579"/>
                  </a:lnTo>
                  <a:lnTo>
                    <a:pt x="1202169" y="935685"/>
                  </a:lnTo>
                  <a:lnTo>
                    <a:pt x="1202118" y="937717"/>
                  </a:lnTo>
                  <a:lnTo>
                    <a:pt x="1201674" y="970699"/>
                  </a:lnTo>
                  <a:lnTo>
                    <a:pt x="1201559" y="1013688"/>
                  </a:lnTo>
                  <a:lnTo>
                    <a:pt x="1202359" y="1026756"/>
                  </a:lnTo>
                  <a:lnTo>
                    <a:pt x="1212113" y="1070711"/>
                  </a:lnTo>
                  <a:lnTo>
                    <a:pt x="1236357" y="1101229"/>
                  </a:lnTo>
                  <a:lnTo>
                    <a:pt x="1278661" y="1118108"/>
                  </a:lnTo>
                  <a:lnTo>
                    <a:pt x="1308658" y="1120851"/>
                  </a:lnTo>
                  <a:lnTo>
                    <a:pt x="1326159" y="1120698"/>
                  </a:lnTo>
                  <a:lnTo>
                    <a:pt x="1378966" y="1118806"/>
                  </a:lnTo>
                  <a:lnTo>
                    <a:pt x="1394269" y="1087653"/>
                  </a:lnTo>
                  <a:lnTo>
                    <a:pt x="1395120" y="1070711"/>
                  </a:lnTo>
                  <a:lnTo>
                    <a:pt x="1397241" y="1026896"/>
                  </a:lnTo>
                  <a:lnTo>
                    <a:pt x="1399768" y="937717"/>
                  </a:lnTo>
                  <a:lnTo>
                    <a:pt x="1399819" y="935685"/>
                  </a:lnTo>
                  <a:lnTo>
                    <a:pt x="1400390" y="919403"/>
                  </a:lnTo>
                  <a:lnTo>
                    <a:pt x="1400898" y="911021"/>
                  </a:lnTo>
                  <a:lnTo>
                    <a:pt x="1401292" y="903528"/>
                  </a:lnTo>
                  <a:lnTo>
                    <a:pt x="1401572" y="896912"/>
                  </a:lnTo>
                  <a:lnTo>
                    <a:pt x="1401737" y="891184"/>
                  </a:lnTo>
                  <a:lnTo>
                    <a:pt x="1401889" y="884135"/>
                  </a:lnTo>
                  <a:lnTo>
                    <a:pt x="1402194" y="876096"/>
                  </a:lnTo>
                  <a:lnTo>
                    <a:pt x="1402816" y="864158"/>
                  </a:lnTo>
                  <a:lnTo>
                    <a:pt x="1403540" y="851814"/>
                  </a:lnTo>
                  <a:lnTo>
                    <a:pt x="1404188" y="841844"/>
                  </a:lnTo>
                  <a:lnTo>
                    <a:pt x="1404924" y="831215"/>
                  </a:lnTo>
                  <a:lnTo>
                    <a:pt x="1405712" y="819150"/>
                  </a:lnTo>
                  <a:lnTo>
                    <a:pt x="1406613" y="803871"/>
                  </a:lnTo>
                  <a:lnTo>
                    <a:pt x="1407541" y="786447"/>
                  </a:lnTo>
                  <a:lnTo>
                    <a:pt x="1408531" y="766533"/>
                  </a:lnTo>
                  <a:lnTo>
                    <a:pt x="1420368" y="789368"/>
                  </a:lnTo>
                  <a:lnTo>
                    <a:pt x="1449527" y="826465"/>
                  </a:lnTo>
                  <a:lnTo>
                    <a:pt x="1486687" y="851814"/>
                  </a:lnTo>
                  <a:lnTo>
                    <a:pt x="1536242" y="863536"/>
                  </a:lnTo>
                  <a:lnTo>
                    <a:pt x="1565935" y="864158"/>
                  </a:lnTo>
                  <a:lnTo>
                    <a:pt x="1594916" y="861504"/>
                  </a:lnTo>
                  <a:lnTo>
                    <a:pt x="1649437" y="846632"/>
                  </a:lnTo>
                  <a:lnTo>
                    <a:pt x="1699069" y="819150"/>
                  </a:lnTo>
                  <a:lnTo>
                    <a:pt x="1742059" y="779754"/>
                  </a:lnTo>
                  <a:lnTo>
                    <a:pt x="1777898" y="728726"/>
                  </a:lnTo>
                  <a:lnTo>
                    <a:pt x="1805292" y="667016"/>
                  </a:lnTo>
                  <a:lnTo>
                    <a:pt x="1823720" y="594880"/>
                  </a:lnTo>
                  <a:lnTo>
                    <a:pt x="1828952" y="555155"/>
                  </a:lnTo>
                  <a:lnTo>
                    <a:pt x="1831441" y="513041"/>
                  </a:lnTo>
                  <a:close/>
                </a:path>
                <a:path w="2438400" h="1121409">
                  <a:moveTo>
                    <a:pt x="2437904" y="357022"/>
                  </a:moveTo>
                  <a:lnTo>
                    <a:pt x="2437155" y="347091"/>
                  </a:lnTo>
                  <a:lnTo>
                    <a:pt x="2437053" y="345744"/>
                  </a:lnTo>
                  <a:lnTo>
                    <a:pt x="2436558" y="339013"/>
                  </a:lnTo>
                  <a:lnTo>
                    <a:pt x="2423769" y="288836"/>
                  </a:lnTo>
                  <a:lnTo>
                    <a:pt x="2396579" y="246126"/>
                  </a:lnTo>
                  <a:lnTo>
                    <a:pt x="2353145" y="213220"/>
                  </a:lnTo>
                  <a:lnTo>
                    <a:pt x="2314156" y="197815"/>
                  </a:lnTo>
                  <a:lnTo>
                    <a:pt x="2266492" y="188760"/>
                  </a:lnTo>
                  <a:lnTo>
                    <a:pt x="2240826" y="187121"/>
                  </a:lnTo>
                  <a:lnTo>
                    <a:pt x="2237079" y="187121"/>
                  </a:lnTo>
                  <a:lnTo>
                    <a:pt x="2237079" y="405206"/>
                  </a:lnTo>
                  <a:lnTo>
                    <a:pt x="2234933" y="425932"/>
                  </a:lnTo>
                  <a:lnTo>
                    <a:pt x="2213292" y="460400"/>
                  </a:lnTo>
                  <a:lnTo>
                    <a:pt x="2169668" y="485394"/>
                  </a:lnTo>
                  <a:lnTo>
                    <a:pt x="2110663" y="499821"/>
                  </a:lnTo>
                  <a:lnTo>
                    <a:pt x="2075827" y="502983"/>
                  </a:lnTo>
                  <a:lnTo>
                    <a:pt x="2077351" y="490359"/>
                  </a:lnTo>
                  <a:lnTo>
                    <a:pt x="2084120" y="450608"/>
                  </a:lnTo>
                  <a:lnTo>
                    <a:pt x="2095919" y="412038"/>
                  </a:lnTo>
                  <a:lnTo>
                    <a:pt x="2122322" y="370192"/>
                  </a:lnTo>
                  <a:lnTo>
                    <a:pt x="2162213" y="347091"/>
                  </a:lnTo>
                  <a:lnTo>
                    <a:pt x="2174710" y="345744"/>
                  </a:lnTo>
                  <a:lnTo>
                    <a:pt x="2189111" y="346443"/>
                  </a:lnTo>
                  <a:lnTo>
                    <a:pt x="2227656" y="372681"/>
                  </a:lnTo>
                  <a:lnTo>
                    <a:pt x="2237079" y="405206"/>
                  </a:lnTo>
                  <a:lnTo>
                    <a:pt x="2237079" y="187121"/>
                  </a:lnTo>
                  <a:lnTo>
                    <a:pt x="2209622" y="187121"/>
                  </a:lnTo>
                  <a:lnTo>
                    <a:pt x="2172551" y="189699"/>
                  </a:lnTo>
                  <a:lnTo>
                    <a:pt x="2106688" y="202577"/>
                  </a:lnTo>
                  <a:lnTo>
                    <a:pt x="2051519" y="225221"/>
                  </a:lnTo>
                  <a:lnTo>
                    <a:pt x="2005152" y="254609"/>
                  </a:lnTo>
                  <a:lnTo>
                    <a:pt x="1967166" y="289953"/>
                  </a:lnTo>
                  <a:lnTo>
                    <a:pt x="1936838" y="329742"/>
                  </a:lnTo>
                  <a:lnTo>
                    <a:pt x="1913775" y="373214"/>
                  </a:lnTo>
                  <a:lnTo>
                    <a:pt x="1896300" y="417322"/>
                  </a:lnTo>
                  <a:lnTo>
                    <a:pt x="1884057" y="461340"/>
                  </a:lnTo>
                  <a:lnTo>
                    <a:pt x="1876336" y="504228"/>
                  </a:lnTo>
                  <a:lnTo>
                    <a:pt x="1872716" y="545198"/>
                  </a:lnTo>
                  <a:lnTo>
                    <a:pt x="1871865" y="563714"/>
                  </a:lnTo>
                  <a:lnTo>
                    <a:pt x="1871878" y="597700"/>
                  </a:lnTo>
                  <a:lnTo>
                    <a:pt x="1874583" y="633196"/>
                  </a:lnTo>
                  <a:lnTo>
                    <a:pt x="1874697" y="634733"/>
                  </a:lnTo>
                  <a:lnTo>
                    <a:pt x="1889950" y="701103"/>
                  </a:lnTo>
                  <a:lnTo>
                    <a:pt x="1917065" y="753821"/>
                  </a:lnTo>
                  <a:lnTo>
                    <a:pt x="1951901" y="795274"/>
                  </a:lnTo>
                  <a:lnTo>
                    <a:pt x="1993531" y="825995"/>
                  </a:lnTo>
                  <a:lnTo>
                    <a:pt x="2040407" y="846899"/>
                  </a:lnTo>
                  <a:lnTo>
                    <a:pt x="2091664" y="858570"/>
                  </a:lnTo>
                  <a:lnTo>
                    <a:pt x="2143620" y="863333"/>
                  </a:lnTo>
                  <a:lnTo>
                    <a:pt x="2168614" y="863333"/>
                  </a:lnTo>
                  <a:lnTo>
                    <a:pt x="2209177" y="860171"/>
                  </a:lnTo>
                  <a:lnTo>
                    <a:pt x="2249792" y="853465"/>
                  </a:lnTo>
                  <a:lnTo>
                    <a:pt x="2288959" y="842975"/>
                  </a:lnTo>
                  <a:lnTo>
                    <a:pt x="2339937" y="819658"/>
                  </a:lnTo>
                  <a:lnTo>
                    <a:pt x="2377783" y="786409"/>
                  </a:lnTo>
                  <a:lnTo>
                    <a:pt x="2396299" y="743178"/>
                  </a:lnTo>
                  <a:lnTo>
                    <a:pt x="2397074" y="726567"/>
                  </a:lnTo>
                  <a:lnTo>
                    <a:pt x="2395893" y="712838"/>
                  </a:lnTo>
                  <a:lnTo>
                    <a:pt x="2394597" y="705904"/>
                  </a:lnTo>
                  <a:lnTo>
                    <a:pt x="2393315" y="698957"/>
                  </a:lnTo>
                  <a:lnTo>
                    <a:pt x="2370505" y="661416"/>
                  </a:lnTo>
                  <a:lnTo>
                    <a:pt x="2332558" y="640905"/>
                  </a:lnTo>
                  <a:lnTo>
                    <a:pt x="2308212" y="636879"/>
                  </a:lnTo>
                  <a:lnTo>
                    <a:pt x="2295601" y="637311"/>
                  </a:lnTo>
                  <a:lnTo>
                    <a:pt x="2288794" y="640905"/>
                  </a:lnTo>
                  <a:lnTo>
                    <a:pt x="2283917" y="647750"/>
                  </a:lnTo>
                  <a:lnTo>
                    <a:pt x="2280056" y="653072"/>
                  </a:lnTo>
                  <a:lnTo>
                    <a:pt x="2254466" y="683069"/>
                  </a:lnTo>
                  <a:lnTo>
                    <a:pt x="2219020" y="702475"/>
                  </a:lnTo>
                  <a:lnTo>
                    <a:pt x="2191766" y="705904"/>
                  </a:lnTo>
                  <a:lnTo>
                    <a:pt x="2176957" y="705739"/>
                  </a:lnTo>
                  <a:lnTo>
                    <a:pt x="2139365" y="697014"/>
                  </a:lnTo>
                  <a:lnTo>
                    <a:pt x="2104161" y="670966"/>
                  </a:lnTo>
                  <a:lnTo>
                    <a:pt x="2083358" y="633196"/>
                  </a:lnTo>
                  <a:lnTo>
                    <a:pt x="2075459" y="597700"/>
                  </a:lnTo>
                  <a:lnTo>
                    <a:pt x="2085898" y="597242"/>
                  </a:lnTo>
                  <a:lnTo>
                    <a:pt x="2098344" y="596493"/>
                  </a:lnTo>
                  <a:lnTo>
                    <a:pt x="2146998" y="592264"/>
                  </a:lnTo>
                  <a:lnTo>
                    <a:pt x="2184971" y="586257"/>
                  </a:lnTo>
                  <a:lnTo>
                    <a:pt x="2225776" y="577138"/>
                  </a:lnTo>
                  <a:lnTo>
                    <a:pt x="2267394" y="564794"/>
                  </a:lnTo>
                  <a:lnTo>
                    <a:pt x="2308923" y="548894"/>
                  </a:lnTo>
                  <a:lnTo>
                    <a:pt x="2346985" y="527786"/>
                  </a:lnTo>
                  <a:lnTo>
                    <a:pt x="2378532" y="502983"/>
                  </a:lnTo>
                  <a:lnTo>
                    <a:pt x="2407983" y="468541"/>
                  </a:lnTo>
                  <a:lnTo>
                    <a:pt x="2428024" y="429717"/>
                  </a:lnTo>
                  <a:lnTo>
                    <a:pt x="2437409" y="383235"/>
                  </a:lnTo>
                  <a:lnTo>
                    <a:pt x="2437790" y="363131"/>
                  </a:lnTo>
                  <a:lnTo>
                    <a:pt x="2437904" y="357022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1419841" y="5818695"/>
            <a:ext cx="487680" cy="382270"/>
          </a:xfrm>
          <a:custGeom>
            <a:avLst/>
            <a:gdLst/>
            <a:ahLst/>
            <a:cxnLst/>
            <a:rect l="l" t="t" r="r" b="b"/>
            <a:pathLst>
              <a:path w="487680" h="382270">
                <a:moveTo>
                  <a:pt x="298106" y="104"/>
                </a:moveTo>
                <a:lnTo>
                  <a:pt x="84301" y="0"/>
                </a:lnTo>
                <a:lnTo>
                  <a:pt x="24844" y="24665"/>
                </a:lnTo>
                <a:lnTo>
                  <a:pt x="115" y="84081"/>
                </a:lnTo>
                <a:lnTo>
                  <a:pt x="0" y="297771"/>
                </a:lnTo>
                <a:lnTo>
                  <a:pt x="6619" y="330457"/>
                </a:lnTo>
                <a:lnTo>
                  <a:pt x="24677" y="357212"/>
                </a:lnTo>
                <a:lnTo>
                  <a:pt x="51424" y="375289"/>
                </a:lnTo>
                <a:lnTo>
                  <a:pt x="84112" y="381936"/>
                </a:lnTo>
                <a:lnTo>
                  <a:pt x="297917" y="382040"/>
                </a:lnTo>
                <a:lnTo>
                  <a:pt x="330625" y="375424"/>
                </a:lnTo>
                <a:lnTo>
                  <a:pt x="357397" y="357375"/>
                </a:lnTo>
                <a:lnTo>
                  <a:pt x="375484" y="330638"/>
                </a:lnTo>
                <a:lnTo>
                  <a:pt x="382134" y="297959"/>
                </a:lnTo>
                <a:lnTo>
                  <a:pt x="382239" y="79421"/>
                </a:lnTo>
                <a:lnTo>
                  <a:pt x="381820" y="74667"/>
                </a:lnTo>
                <a:lnTo>
                  <a:pt x="381056" y="70029"/>
                </a:lnTo>
                <a:lnTo>
                  <a:pt x="410997" y="48253"/>
                </a:lnTo>
                <a:lnTo>
                  <a:pt x="439122" y="32911"/>
                </a:lnTo>
                <a:lnTo>
                  <a:pt x="464719" y="24976"/>
                </a:lnTo>
                <a:lnTo>
                  <a:pt x="487074" y="25423"/>
                </a:lnTo>
                <a:lnTo>
                  <a:pt x="449778" y="19270"/>
                </a:lnTo>
                <a:lnTo>
                  <a:pt x="411650" y="29010"/>
                </a:lnTo>
                <a:lnTo>
                  <a:pt x="373595" y="51445"/>
                </a:lnTo>
                <a:lnTo>
                  <a:pt x="336517" y="83376"/>
                </a:lnTo>
                <a:lnTo>
                  <a:pt x="301323" y="121604"/>
                </a:lnTo>
                <a:lnTo>
                  <a:pt x="268917" y="162932"/>
                </a:lnTo>
                <a:lnTo>
                  <a:pt x="240206" y="204159"/>
                </a:lnTo>
                <a:lnTo>
                  <a:pt x="216095" y="242089"/>
                </a:lnTo>
                <a:lnTo>
                  <a:pt x="185292" y="295258"/>
                </a:lnTo>
                <a:lnTo>
                  <a:pt x="78960" y="136760"/>
                </a:lnTo>
                <a:lnTo>
                  <a:pt x="178277" y="195041"/>
                </a:lnTo>
                <a:lnTo>
                  <a:pt x="214707" y="151215"/>
                </a:lnTo>
                <a:lnTo>
                  <a:pt x="251649" y="112097"/>
                </a:lnTo>
                <a:lnTo>
                  <a:pt x="288442" y="78012"/>
                </a:lnTo>
                <a:lnTo>
                  <a:pt x="324426" y="49288"/>
                </a:lnTo>
                <a:lnTo>
                  <a:pt x="358941" y="26250"/>
                </a:lnTo>
                <a:lnTo>
                  <a:pt x="346311" y="15390"/>
                </a:lnTo>
                <a:lnTo>
                  <a:pt x="331712" y="7158"/>
                </a:lnTo>
                <a:lnTo>
                  <a:pt x="315518" y="1935"/>
                </a:lnTo>
                <a:lnTo>
                  <a:pt x="298106" y="104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1978431" y="5821917"/>
            <a:ext cx="4627880" cy="921385"/>
            <a:chOff x="1978431" y="5821917"/>
            <a:chExt cx="4627880" cy="921385"/>
          </a:xfrm>
        </p:grpSpPr>
        <p:sp>
          <p:nvSpPr>
            <p:cNvPr id="24" name="object 24"/>
            <p:cNvSpPr/>
            <p:nvPr/>
          </p:nvSpPr>
          <p:spPr>
            <a:xfrm>
              <a:off x="2120396" y="5858567"/>
              <a:ext cx="193040" cy="287020"/>
            </a:xfrm>
            <a:custGeom>
              <a:avLst/>
              <a:gdLst/>
              <a:ahLst/>
              <a:cxnLst/>
              <a:rect l="l" t="t" r="r" b="b"/>
              <a:pathLst>
                <a:path w="193039" h="287020">
                  <a:moveTo>
                    <a:pt x="86855" y="84447"/>
                  </a:moveTo>
                  <a:lnTo>
                    <a:pt x="53584" y="91487"/>
                  </a:lnTo>
                  <a:lnTo>
                    <a:pt x="25840" y="111844"/>
                  </a:lnTo>
                  <a:lnTo>
                    <a:pt x="6890" y="144374"/>
                  </a:lnTo>
                  <a:lnTo>
                    <a:pt x="0" y="187931"/>
                  </a:lnTo>
                  <a:lnTo>
                    <a:pt x="6447" y="228534"/>
                  </a:lnTo>
                  <a:lnTo>
                    <a:pt x="24102" y="259781"/>
                  </a:lnTo>
                  <a:lnTo>
                    <a:pt x="50433" y="279859"/>
                  </a:lnTo>
                  <a:lnTo>
                    <a:pt x="82908" y="286954"/>
                  </a:lnTo>
                  <a:lnTo>
                    <a:pt x="102907" y="284528"/>
                  </a:lnTo>
                  <a:lnTo>
                    <a:pt x="120513" y="277563"/>
                  </a:lnTo>
                  <a:lnTo>
                    <a:pt x="135047" y="266532"/>
                  </a:lnTo>
                  <a:lnTo>
                    <a:pt x="145828" y="251908"/>
                  </a:lnTo>
                  <a:lnTo>
                    <a:pt x="191252" y="251908"/>
                  </a:lnTo>
                  <a:lnTo>
                    <a:pt x="191155" y="247730"/>
                  </a:lnTo>
                  <a:lnTo>
                    <a:pt x="98175" y="247730"/>
                  </a:lnTo>
                  <a:lnTo>
                    <a:pt x="77578" y="243113"/>
                  </a:lnTo>
                  <a:lnTo>
                    <a:pt x="62352" y="230282"/>
                  </a:lnTo>
                  <a:lnTo>
                    <a:pt x="52912" y="210770"/>
                  </a:lnTo>
                  <a:lnTo>
                    <a:pt x="49673" y="186109"/>
                  </a:lnTo>
                  <a:lnTo>
                    <a:pt x="52898" y="160997"/>
                  </a:lnTo>
                  <a:lnTo>
                    <a:pt x="62360" y="140767"/>
                  </a:lnTo>
                  <a:lnTo>
                    <a:pt x="77746" y="127272"/>
                  </a:lnTo>
                  <a:lnTo>
                    <a:pt x="98740" y="122362"/>
                  </a:lnTo>
                  <a:lnTo>
                    <a:pt x="190988" y="122362"/>
                  </a:lnTo>
                  <a:lnTo>
                    <a:pt x="190982" y="109692"/>
                  </a:lnTo>
                  <a:lnTo>
                    <a:pt x="141158" y="109692"/>
                  </a:lnTo>
                  <a:lnTo>
                    <a:pt x="132746" y="99709"/>
                  </a:lnTo>
                  <a:lnTo>
                    <a:pt x="120705" y="91702"/>
                  </a:lnTo>
                  <a:lnTo>
                    <a:pt x="105315" y="86379"/>
                  </a:lnTo>
                  <a:lnTo>
                    <a:pt x="86855" y="84447"/>
                  </a:lnTo>
                  <a:close/>
                </a:path>
                <a:path w="193039" h="287020">
                  <a:moveTo>
                    <a:pt x="191252" y="251908"/>
                  </a:moveTo>
                  <a:lnTo>
                    <a:pt x="146707" y="251908"/>
                  </a:lnTo>
                  <a:lnTo>
                    <a:pt x="148906" y="282577"/>
                  </a:lnTo>
                  <a:lnTo>
                    <a:pt x="192517" y="282577"/>
                  </a:lnTo>
                  <a:lnTo>
                    <a:pt x="191897" y="271331"/>
                  </a:lnTo>
                  <a:lnTo>
                    <a:pt x="191462" y="259781"/>
                  </a:lnTo>
                  <a:lnTo>
                    <a:pt x="191392" y="257922"/>
                  </a:lnTo>
                  <a:lnTo>
                    <a:pt x="191252" y="251908"/>
                  </a:lnTo>
                  <a:close/>
                </a:path>
                <a:path w="193039" h="287020">
                  <a:moveTo>
                    <a:pt x="190988" y="122362"/>
                  </a:moveTo>
                  <a:lnTo>
                    <a:pt x="98740" y="122362"/>
                  </a:lnTo>
                  <a:lnTo>
                    <a:pt x="113995" y="125084"/>
                  </a:lnTo>
                  <a:lnTo>
                    <a:pt x="126421" y="132486"/>
                  </a:lnTo>
                  <a:lnTo>
                    <a:pt x="135535" y="143429"/>
                  </a:lnTo>
                  <a:lnTo>
                    <a:pt x="140854" y="156770"/>
                  </a:lnTo>
                  <a:lnTo>
                    <a:pt x="141702" y="160738"/>
                  </a:lnTo>
                  <a:lnTo>
                    <a:pt x="141953" y="165617"/>
                  </a:lnTo>
                  <a:lnTo>
                    <a:pt x="141953" y="203711"/>
                  </a:lnTo>
                  <a:lnTo>
                    <a:pt x="124983" y="238244"/>
                  </a:lnTo>
                  <a:lnTo>
                    <a:pt x="98175" y="247730"/>
                  </a:lnTo>
                  <a:lnTo>
                    <a:pt x="191155" y="247730"/>
                  </a:lnTo>
                  <a:lnTo>
                    <a:pt x="191030" y="203711"/>
                  </a:lnTo>
                  <a:lnTo>
                    <a:pt x="190988" y="122362"/>
                  </a:lnTo>
                  <a:close/>
                </a:path>
                <a:path w="193039" h="287020">
                  <a:moveTo>
                    <a:pt x="190926" y="0"/>
                  </a:moveTo>
                  <a:lnTo>
                    <a:pt x="141953" y="0"/>
                  </a:lnTo>
                  <a:lnTo>
                    <a:pt x="141953" y="109692"/>
                  </a:lnTo>
                  <a:lnTo>
                    <a:pt x="190982" y="109692"/>
                  </a:lnTo>
                  <a:lnTo>
                    <a:pt x="1909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41676" y="5943008"/>
              <a:ext cx="361020" cy="20250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040136" y="5872889"/>
              <a:ext cx="49530" cy="268605"/>
            </a:xfrm>
            <a:custGeom>
              <a:avLst/>
              <a:gdLst/>
              <a:ahLst/>
              <a:cxnLst/>
              <a:rect l="l" t="t" r="r" b="b"/>
              <a:pathLst>
                <a:path w="49530" h="268604">
                  <a:moveTo>
                    <a:pt x="49035" y="268253"/>
                  </a:moveTo>
                  <a:lnTo>
                    <a:pt x="0" y="268253"/>
                  </a:lnTo>
                  <a:lnTo>
                    <a:pt x="0" y="0"/>
                  </a:lnTo>
                  <a:lnTo>
                    <a:pt x="49035" y="0"/>
                  </a:lnTo>
                  <a:lnTo>
                    <a:pt x="49035" y="268253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33421" y="5944281"/>
              <a:ext cx="165576" cy="19866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120396" y="5858567"/>
              <a:ext cx="193040" cy="287020"/>
            </a:xfrm>
            <a:custGeom>
              <a:avLst/>
              <a:gdLst/>
              <a:ahLst/>
              <a:cxnLst/>
              <a:rect l="l" t="t" r="r" b="b"/>
              <a:pathLst>
                <a:path w="193039" h="287020">
                  <a:moveTo>
                    <a:pt x="190926" y="0"/>
                  </a:moveTo>
                  <a:lnTo>
                    <a:pt x="190926" y="228233"/>
                  </a:lnTo>
                  <a:lnTo>
                    <a:pt x="191051" y="243255"/>
                  </a:lnTo>
                  <a:lnTo>
                    <a:pt x="191392" y="257922"/>
                  </a:lnTo>
                  <a:lnTo>
                    <a:pt x="191897" y="271331"/>
                  </a:lnTo>
                  <a:lnTo>
                    <a:pt x="192517" y="282577"/>
                  </a:lnTo>
                  <a:lnTo>
                    <a:pt x="148906" y="282577"/>
                  </a:lnTo>
                  <a:lnTo>
                    <a:pt x="146707" y="251908"/>
                  </a:lnTo>
                  <a:lnTo>
                    <a:pt x="145828" y="251908"/>
                  </a:lnTo>
                  <a:lnTo>
                    <a:pt x="135047" y="266532"/>
                  </a:lnTo>
                  <a:lnTo>
                    <a:pt x="120513" y="277563"/>
                  </a:lnTo>
                  <a:lnTo>
                    <a:pt x="102907" y="284528"/>
                  </a:lnTo>
                  <a:lnTo>
                    <a:pt x="82908" y="286954"/>
                  </a:lnTo>
                  <a:lnTo>
                    <a:pt x="50433" y="279859"/>
                  </a:lnTo>
                  <a:lnTo>
                    <a:pt x="24102" y="259781"/>
                  </a:lnTo>
                  <a:lnTo>
                    <a:pt x="6447" y="228534"/>
                  </a:lnTo>
                  <a:lnTo>
                    <a:pt x="0" y="187931"/>
                  </a:lnTo>
                  <a:lnTo>
                    <a:pt x="6890" y="144374"/>
                  </a:lnTo>
                  <a:lnTo>
                    <a:pt x="25840" y="111844"/>
                  </a:lnTo>
                  <a:lnTo>
                    <a:pt x="53584" y="91487"/>
                  </a:lnTo>
                  <a:lnTo>
                    <a:pt x="86855" y="84447"/>
                  </a:lnTo>
                  <a:lnTo>
                    <a:pt x="105315" y="86379"/>
                  </a:lnTo>
                  <a:lnTo>
                    <a:pt x="120705" y="91702"/>
                  </a:lnTo>
                  <a:lnTo>
                    <a:pt x="132746" y="99709"/>
                  </a:lnTo>
                  <a:lnTo>
                    <a:pt x="141158" y="109692"/>
                  </a:lnTo>
                  <a:lnTo>
                    <a:pt x="141953" y="109692"/>
                  </a:lnTo>
                  <a:lnTo>
                    <a:pt x="141953" y="0"/>
                  </a:lnTo>
                  <a:lnTo>
                    <a:pt x="190926" y="0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51854" y="5939806"/>
              <a:ext cx="158581" cy="12050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341676" y="5943010"/>
              <a:ext cx="178435" cy="202565"/>
            </a:xfrm>
            <a:custGeom>
              <a:avLst/>
              <a:gdLst/>
              <a:ahLst/>
              <a:cxnLst/>
              <a:rect l="l" t="t" r="r" b="b"/>
              <a:pathLst>
                <a:path w="178435" h="202564">
                  <a:moveTo>
                    <a:pt x="46909" y="114813"/>
                  </a:moveTo>
                  <a:lnTo>
                    <a:pt x="52395" y="137509"/>
                  </a:lnTo>
                  <a:lnTo>
                    <a:pt x="65551" y="153208"/>
                  </a:lnTo>
                  <a:lnTo>
                    <a:pt x="84344" y="162325"/>
                  </a:lnTo>
                  <a:lnTo>
                    <a:pt x="106740" y="165272"/>
                  </a:lnTo>
                  <a:lnTo>
                    <a:pt x="122519" y="164634"/>
                  </a:lnTo>
                  <a:lnTo>
                    <a:pt x="136375" y="162823"/>
                  </a:lnTo>
                  <a:lnTo>
                    <a:pt x="148782" y="159993"/>
                  </a:lnTo>
                  <a:lnTo>
                    <a:pt x="160215" y="156298"/>
                  </a:lnTo>
                  <a:lnTo>
                    <a:pt x="167460" y="190015"/>
                  </a:lnTo>
                  <a:lnTo>
                    <a:pt x="153839" y="194904"/>
                  </a:lnTo>
                  <a:lnTo>
                    <a:pt x="137935" y="198800"/>
                  </a:lnTo>
                  <a:lnTo>
                    <a:pt x="119867" y="201376"/>
                  </a:lnTo>
                  <a:lnTo>
                    <a:pt x="99756" y="202307"/>
                  </a:lnTo>
                  <a:lnTo>
                    <a:pt x="57629" y="195308"/>
                  </a:lnTo>
                  <a:lnTo>
                    <a:pt x="26287" y="175456"/>
                  </a:lnTo>
                  <a:lnTo>
                    <a:pt x="6740" y="144470"/>
                  </a:lnTo>
                  <a:lnTo>
                    <a:pt x="0" y="104070"/>
                  </a:lnTo>
                  <a:lnTo>
                    <a:pt x="6042" y="65249"/>
                  </a:lnTo>
                  <a:lnTo>
                    <a:pt x="24009" y="31982"/>
                  </a:lnTo>
                  <a:lnTo>
                    <a:pt x="53662" y="8741"/>
                  </a:lnTo>
                  <a:lnTo>
                    <a:pt x="94761" y="0"/>
                  </a:lnTo>
                  <a:lnTo>
                    <a:pt x="134376" y="8753"/>
                  </a:lnTo>
                  <a:lnTo>
                    <a:pt x="160122" y="31196"/>
                  </a:lnTo>
                  <a:lnTo>
                    <a:pt x="174058" y="61600"/>
                  </a:lnTo>
                  <a:lnTo>
                    <a:pt x="178245" y="94237"/>
                  </a:lnTo>
                  <a:lnTo>
                    <a:pt x="178245" y="103347"/>
                  </a:lnTo>
                  <a:lnTo>
                    <a:pt x="177450" y="110635"/>
                  </a:lnTo>
                  <a:lnTo>
                    <a:pt x="176518" y="114813"/>
                  </a:lnTo>
                  <a:lnTo>
                    <a:pt x="46909" y="114813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47738" y="6009603"/>
              <a:ext cx="140927" cy="13753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535780" y="5943008"/>
              <a:ext cx="167005" cy="202565"/>
            </a:xfrm>
            <a:custGeom>
              <a:avLst/>
              <a:gdLst/>
              <a:ahLst/>
              <a:cxnLst/>
              <a:rect l="l" t="t" r="r" b="b"/>
              <a:pathLst>
                <a:path w="167005" h="202564">
                  <a:moveTo>
                    <a:pt x="122718" y="198140"/>
                  </a:moveTo>
                  <a:lnTo>
                    <a:pt x="119368" y="176549"/>
                  </a:lnTo>
                  <a:lnTo>
                    <a:pt x="118195" y="176549"/>
                  </a:lnTo>
                  <a:lnTo>
                    <a:pt x="107843" y="187054"/>
                  </a:lnTo>
                  <a:lnTo>
                    <a:pt x="94643" y="195261"/>
                  </a:lnTo>
                  <a:lnTo>
                    <a:pt x="78942" y="200600"/>
                  </a:lnTo>
                  <a:lnTo>
                    <a:pt x="61087" y="202506"/>
                  </a:lnTo>
                  <a:lnTo>
                    <a:pt x="34959" y="197658"/>
                  </a:lnTo>
                  <a:lnTo>
                    <a:pt x="15803" y="184777"/>
                  </a:lnTo>
                  <a:lnTo>
                    <a:pt x="4017" y="166354"/>
                  </a:lnTo>
                  <a:lnTo>
                    <a:pt x="0" y="144885"/>
                  </a:lnTo>
                  <a:lnTo>
                    <a:pt x="7922" y="112757"/>
                  </a:lnTo>
                  <a:lnTo>
                    <a:pt x="30704" y="89762"/>
                  </a:lnTo>
                  <a:lnTo>
                    <a:pt x="66866" y="75990"/>
                  </a:lnTo>
                  <a:lnTo>
                    <a:pt x="114928" y="71526"/>
                  </a:lnTo>
                  <a:lnTo>
                    <a:pt x="114928" y="68322"/>
                  </a:lnTo>
                  <a:lnTo>
                    <a:pt x="113605" y="57649"/>
                  </a:lnTo>
                  <a:lnTo>
                    <a:pt x="108122" y="46601"/>
                  </a:lnTo>
                  <a:lnTo>
                    <a:pt x="96207" y="37967"/>
                  </a:lnTo>
                  <a:lnTo>
                    <a:pt x="75589" y="34532"/>
                  </a:lnTo>
                  <a:lnTo>
                    <a:pt x="61303" y="35620"/>
                  </a:lnTo>
                  <a:lnTo>
                    <a:pt x="47383" y="38637"/>
                  </a:lnTo>
                  <a:lnTo>
                    <a:pt x="34542" y="43217"/>
                  </a:lnTo>
                  <a:lnTo>
                    <a:pt x="23496" y="48993"/>
                  </a:lnTo>
                  <a:lnTo>
                    <a:pt x="13790" y="17203"/>
                  </a:lnTo>
                  <a:lnTo>
                    <a:pt x="26649" y="10760"/>
                  </a:lnTo>
                  <a:lnTo>
                    <a:pt x="42955" y="5264"/>
                  </a:lnTo>
                  <a:lnTo>
                    <a:pt x="62235" y="1436"/>
                  </a:lnTo>
                  <a:lnTo>
                    <a:pt x="84018" y="0"/>
                  </a:lnTo>
                  <a:lnTo>
                    <a:pt x="122717" y="6786"/>
                  </a:lnTo>
                  <a:lnTo>
                    <a:pt x="147263" y="24905"/>
                  </a:lnTo>
                  <a:lnTo>
                    <a:pt x="160158" y="50994"/>
                  </a:lnTo>
                  <a:lnTo>
                    <a:pt x="163900" y="81693"/>
                  </a:lnTo>
                  <a:lnTo>
                    <a:pt x="163900" y="151461"/>
                  </a:lnTo>
                  <a:lnTo>
                    <a:pt x="164071" y="164502"/>
                  </a:lnTo>
                  <a:lnTo>
                    <a:pt x="164607" y="176917"/>
                  </a:lnTo>
                  <a:lnTo>
                    <a:pt x="165544" y="188274"/>
                  </a:lnTo>
                  <a:lnTo>
                    <a:pt x="166916" y="198140"/>
                  </a:lnTo>
                  <a:lnTo>
                    <a:pt x="122718" y="198140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41749" y="5858565"/>
              <a:ext cx="49530" cy="282575"/>
            </a:xfrm>
            <a:custGeom>
              <a:avLst/>
              <a:gdLst/>
              <a:ahLst/>
              <a:cxnLst/>
              <a:rect l="l" t="t" r="r" b="b"/>
              <a:pathLst>
                <a:path w="49530" h="282575">
                  <a:moveTo>
                    <a:pt x="0" y="0"/>
                  </a:moveTo>
                  <a:lnTo>
                    <a:pt x="49035" y="0"/>
                  </a:lnTo>
                  <a:lnTo>
                    <a:pt x="49035" y="282577"/>
                  </a:lnTo>
                  <a:lnTo>
                    <a:pt x="0" y="282577"/>
                  </a:lnTo>
                  <a:lnTo>
                    <a:pt x="0" y="0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68225" y="5906358"/>
              <a:ext cx="771379" cy="35023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77783" y="5821917"/>
              <a:ext cx="2928377" cy="43467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78431" y="6299516"/>
              <a:ext cx="2355592" cy="44367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040128" y="5858579"/>
              <a:ext cx="273050" cy="287020"/>
            </a:xfrm>
            <a:custGeom>
              <a:avLst/>
              <a:gdLst/>
              <a:ahLst/>
              <a:cxnLst/>
              <a:rect l="l" t="t" r="r" b="b"/>
              <a:pathLst>
                <a:path w="273050" h="287020">
                  <a:moveTo>
                    <a:pt x="49034" y="14312"/>
                  </a:moveTo>
                  <a:lnTo>
                    <a:pt x="0" y="14312"/>
                  </a:lnTo>
                  <a:lnTo>
                    <a:pt x="0" y="282575"/>
                  </a:lnTo>
                  <a:lnTo>
                    <a:pt x="49034" y="282575"/>
                  </a:lnTo>
                  <a:lnTo>
                    <a:pt x="49034" y="14312"/>
                  </a:lnTo>
                  <a:close/>
                </a:path>
                <a:path w="273050" h="287020">
                  <a:moveTo>
                    <a:pt x="272783" y="282575"/>
                  </a:moveTo>
                  <a:lnTo>
                    <a:pt x="272161" y="271322"/>
                  </a:lnTo>
                  <a:lnTo>
                    <a:pt x="271729" y="259778"/>
                  </a:lnTo>
                  <a:lnTo>
                    <a:pt x="271653" y="257911"/>
                  </a:lnTo>
                  <a:lnTo>
                    <a:pt x="271513" y="251904"/>
                  </a:lnTo>
                  <a:lnTo>
                    <a:pt x="271411" y="247726"/>
                  </a:lnTo>
                  <a:lnTo>
                    <a:pt x="271297" y="203708"/>
                  </a:lnTo>
                  <a:lnTo>
                    <a:pt x="271246" y="122351"/>
                  </a:lnTo>
                  <a:lnTo>
                    <a:pt x="271246" y="109689"/>
                  </a:lnTo>
                  <a:lnTo>
                    <a:pt x="271183" y="0"/>
                  </a:lnTo>
                  <a:lnTo>
                    <a:pt x="222211" y="0"/>
                  </a:lnTo>
                  <a:lnTo>
                    <a:pt x="222211" y="109689"/>
                  </a:lnTo>
                  <a:lnTo>
                    <a:pt x="222211" y="165608"/>
                  </a:lnTo>
                  <a:lnTo>
                    <a:pt x="222211" y="203708"/>
                  </a:lnTo>
                  <a:lnTo>
                    <a:pt x="221843" y="208495"/>
                  </a:lnTo>
                  <a:lnTo>
                    <a:pt x="192798" y="245262"/>
                  </a:lnTo>
                  <a:lnTo>
                    <a:pt x="178435" y="247726"/>
                  </a:lnTo>
                  <a:lnTo>
                    <a:pt x="157835" y="243103"/>
                  </a:lnTo>
                  <a:lnTo>
                    <a:pt x="142608" y="230276"/>
                  </a:lnTo>
                  <a:lnTo>
                    <a:pt x="133172" y="210769"/>
                  </a:lnTo>
                  <a:lnTo>
                    <a:pt x="129933" y="186105"/>
                  </a:lnTo>
                  <a:lnTo>
                    <a:pt x="133159" y="160985"/>
                  </a:lnTo>
                  <a:lnTo>
                    <a:pt x="142621" y="140766"/>
                  </a:lnTo>
                  <a:lnTo>
                    <a:pt x="158013" y="127266"/>
                  </a:lnTo>
                  <a:lnTo>
                    <a:pt x="179006" y="122351"/>
                  </a:lnTo>
                  <a:lnTo>
                    <a:pt x="194259" y="125082"/>
                  </a:lnTo>
                  <a:lnTo>
                    <a:pt x="221119" y="156768"/>
                  </a:lnTo>
                  <a:lnTo>
                    <a:pt x="222211" y="165608"/>
                  </a:lnTo>
                  <a:lnTo>
                    <a:pt x="222211" y="109689"/>
                  </a:lnTo>
                  <a:lnTo>
                    <a:pt x="221424" y="109689"/>
                  </a:lnTo>
                  <a:lnTo>
                    <a:pt x="213004" y="99707"/>
                  </a:lnTo>
                  <a:lnTo>
                    <a:pt x="200964" y="91694"/>
                  </a:lnTo>
                  <a:lnTo>
                    <a:pt x="185572" y="86372"/>
                  </a:lnTo>
                  <a:lnTo>
                    <a:pt x="167119" y="84442"/>
                  </a:lnTo>
                  <a:lnTo>
                    <a:pt x="133845" y="91478"/>
                  </a:lnTo>
                  <a:lnTo>
                    <a:pt x="106108" y="111836"/>
                  </a:lnTo>
                  <a:lnTo>
                    <a:pt x="87147" y="144373"/>
                  </a:lnTo>
                  <a:lnTo>
                    <a:pt x="80264" y="187921"/>
                  </a:lnTo>
                  <a:lnTo>
                    <a:pt x="86715" y="228523"/>
                  </a:lnTo>
                  <a:lnTo>
                    <a:pt x="104368" y="259778"/>
                  </a:lnTo>
                  <a:lnTo>
                    <a:pt x="130695" y="279857"/>
                  </a:lnTo>
                  <a:lnTo>
                    <a:pt x="163169" y="286943"/>
                  </a:lnTo>
                  <a:lnTo>
                    <a:pt x="183172" y="284518"/>
                  </a:lnTo>
                  <a:lnTo>
                    <a:pt x="200774" y="277558"/>
                  </a:lnTo>
                  <a:lnTo>
                    <a:pt x="215303" y="266522"/>
                  </a:lnTo>
                  <a:lnTo>
                    <a:pt x="226085" y="251904"/>
                  </a:lnTo>
                  <a:lnTo>
                    <a:pt x="226974" y="251904"/>
                  </a:lnTo>
                  <a:lnTo>
                    <a:pt x="229171" y="282575"/>
                  </a:lnTo>
                  <a:lnTo>
                    <a:pt x="272783" y="2825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41676" y="5943008"/>
              <a:ext cx="361020" cy="20250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741749" y="5858565"/>
              <a:ext cx="49530" cy="282575"/>
            </a:xfrm>
            <a:custGeom>
              <a:avLst/>
              <a:gdLst/>
              <a:ahLst/>
              <a:cxnLst/>
              <a:rect l="l" t="t" r="r" b="b"/>
              <a:pathLst>
                <a:path w="49530" h="282575">
                  <a:moveTo>
                    <a:pt x="49035" y="0"/>
                  </a:moveTo>
                  <a:lnTo>
                    <a:pt x="0" y="0"/>
                  </a:lnTo>
                  <a:lnTo>
                    <a:pt x="0" y="282577"/>
                  </a:lnTo>
                  <a:lnTo>
                    <a:pt x="49035" y="282577"/>
                  </a:lnTo>
                  <a:lnTo>
                    <a:pt x="49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948651" y="7012377"/>
            <a:ext cx="487680" cy="382270"/>
          </a:xfrm>
          <a:custGeom>
            <a:avLst/>
            <a:gdLst/>
            <a:ahLst/>
            <a:cxnLst/>
            <a:rect l="l" t="t" r="r" b="b"/>
            <a:pathLst>
              <a:path w="487680" h="382270">
                <a:moveTo>
                  <a:pt x="298106" y="104"/>
                </a:moveTo>
                <a:lnTo>
                  <a:pt x="84301" y="0"/>
                </a:lnTo>
                <a:lnTo>
                  <a:pt x="24844" y="24665"/>
                </a:lnTo>
                <a:lnTo>
                  <a:pt x="115" y="84081"/>
                </a:lnTo>
                <a:lnTo>
                  <a:pt x="0" y="297771"/>
                </a:lnTo>
                <a:lnTo>
                  <a:pt x="6619" y="330457"/>
                </a:lnTo>
                <a:lnTo>
                  <a:pt x="24677" y="357212"/>
                </a:lnTo>
                <a:lnTo>
                  <a:pt x="51424" y="375289"/>
                </a:lnTo>
                <a:lnTo>
                  <a:pt x="84112" y="381936"/>
                </a:lnTo>
                <a:lnTo>
                  <a:pt x="297917" y="382040"/>
                </a:lnTo>
                <a:lnTo>
                  <a:pt x="330625" y="375424"/>
                </a:lnTo>
                <a:lnTo>
                  <a:pt x="357397" y="357375"/>
                </a:lnTo>
                <a:lnTo>
                  <a:pt x="375484" y="330638"/>
                </a:lnTo>
                <a:lnTo>
                  <a:pt x="382134" y="297959"/>
                </a:lnTo>
                <a:lnTo>
                  <a:pt x="382239" y="79421"/>
                </a:lnTo>
                <a:lnTo>
                  <a:pt x="381820" y="74667"/>
                </a:lnTo>
                <a:lnTo>
                  <a:pt x="381056" y="70029"/>
                </a:lnTo>
                <a:lnTo>
                  <a:pt x="410997" y="48253"/>
                </a:lnTo>
                <a:lnTo>
                  <a:pt x="439122" y="32911"/>
                </a:lnTo>
                <a:lnTo>
                  <a:pt x="464719" y="24976"/>
                </a:lnTo>
                <a:lnTo>
                  <a:pt x="487074" y="25423"/>
                </a:lnTo>
                <a:lnTo>
                  <a:pt x="449778" y="19270"/>
                </a:lnTo>
                <a:lnTo>
                  <a:pt x="411650" y="29010"/>
                </a:lnTo>
                <a:lnTo>
                  <a:pt x="373595" y="51445"/>
                </a:lnTo>
                <a:lnTo>
                  <a:pt x="336517" y="83376"/>
                </a:lnTo>
                <a:lnTo>
                  <a:pt x="301323" y="121604"/>
                </a:lnTo>
                <a:lnTo>
                  <a:pt x="268917" y="162932"/>
                </a:lnTo>
                <a:lnTo>
                  <a:pt x="240206" y="204159"/>
                </a:lnTo>
                <a:lnTo>
                  <a:pt x="216095" y="242089"/>
                </a:lnTo>
                <a:lnTo>
                  <a:pt x="185292" y="295258"/>
                </a:lnTo>
                <a:lnTo>
                  <a:pt x="78960" y="136760"/>
                </a:lnTo>
                <a:lnTo>
                  <a:pt x="178277" y="195041"/>
                </a:lnTo>
                <a:lnTo>
                  <a:pt x="214707" y="151215"/>
                </a:lnTo>
                <a:lnTo>
                  <a:pt x="251649" y="112097"/>
                </a:lnTo>
                <a:lnTo>
                  <a:pt x="288442" y="78012"/>
                </a:lnTo>
                <a:lnTo>
                  <a:pt x="324426" y="49288"/>
                </a:lnTo>
                <a:lnTo>
                  <a:pt x="358941" y="26250"/>
                </a:lnTo>
                <a:lnTo>
                  <a:pt x="346311" y="15390"/>
                </a:lnTo>
                <a:lnTo>
                  <a:pt x="331712" y="7158"/>
                </a:lnTo>
                <a:lnTo>
                  <a:pt x="315518" y="1935"/>
                </a:lnTo>
                <a:lnTo>
                  <a:pt x="298106" y="104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" name="object 44"/>
          <p:cNvGrpSpPr/>
          <p:nvPr/>
        </p:nvGrpSpPr>
        <p:grpSpPr>
          <a:xfrm>
            <a:off x="265202" y="0"/>
            <a:ext cx="7585075" cy="4667885"/>
            <a:chOff x="265202" y="0"/>
            <a:chExt cx="7585075" cy="4667885"/>
          </a:xfrm>
        </p:grpSpPr>
        <p:sp>
          <p:nvSpPr>
            <p:cNvPr id="45" name="object 45"/>
            <p:cNvSpPr/>
            <p:nvPr/>
          </p:nvSpPr>
          <p:spPr>
            <a:xfrm>
              <a:off x="2177944" y="0"/>
              <a:ext cx="5569585" cy="2482215"/>
            </a:xfrm>
            <a:custGeom>
              <a:avLst/>
              <a:gdLst/>
              <a:ahLst/>
              <a:cxnLst/>
              <a:rect l="l" t="t" r="r" b="b"/>
              <a:pathLst>
                <a:path w="5569584" h="2482215">
                  <a:moveTo>
                    <a:pt x="5569262" y="0"/>
                  </a:moveTo>
                  <a:lnTo>
                    <a:pt x="1459693" y="0"/>
                  </a:lnTo>
                  <a:lnTo>
                    <a:pt x="0" y="2418774"/>
                  </a:lnTo>
                  <a:lnTo>
                    <a:pt x="4073174" y="2481599"/>
                  </a:lnTo>
                  <a:lnTo>
                    <a:pt x="5569262" y="0"/>
                  </a:lnTo>
                  <a:close/>
                </a:path>
              </a:pathLst>
            </a:custGeom>
            <a:solidFill>
              <a:srgbClr val="0082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040140" y="1983822"/>
              <a:ext cx="5810250" cy="2097405"/>
            </a:xfrm>
            <a:custGeom>
              <a:avLst/>
              <a:gdLst/>
              <a:ahLst/>
              <a:cxnLst/>
              <a:rect l="l" t="t" r="r" b="b"/>
              <a:pathLst>
                <a:path w="5810250" h="2097404">
                  <a:moveTo>
                    <a:pt x="4462272" y="1701939"/>
                  </a:moveTo>
                  <a:lnTo>
                    <a:pt x="4273791" y="529196"/>
                  </a:lnTo>
                  <a:lnTo>
                    <a:pt x="2932938" y="432841"/>
                  </a:lnTo>
                  <a:lnTo>
                    <a:pt x="2022551" y="382600"/>
                  </a:lnTo>
                  <a:lnTo>
                    <a:pt x="1677022" y="497789"/>
                  </a:lnTo>
                  <a:lnTo>
                    <a:pt x="1221828" y="382600"/>
                  </a:lnTo>
                  <a:lnTo>
                    <a:pt x="828878" y="602488"/>
                  </a:lnTo>
                  <a:lnTo>
                    <a:pt x="64503" y="518731"/>
                  </a:lnTo>
                  <a:lnTo>
                    <a:pt x="95910" y="864260"/>
                  </a:lnTo>
                  <a:lnTo>
                    <a:pt x="0" y="1796872"/>
                  </a:lnTo>
                  <a:lnTo>
                    <a:pt x="2309076" y="2097239"/>
                  </a:lnTo>
                  <a:lnTo>
                    <a:pt x="3254819" y="2025167"/>
                  </a:lnTo>
                  <a:lnTo>
                    <a:pt x="4462272" y="1701939"/>
                  </a:lnTo>
                  <a:close/>
                </a:path>
                <a:path w="5810250" h="2097404">
                  <a:moveTo>
                    <a:pt x="5053774" y="127914"/>
                  </a:moveTo>
                  <a:lnTo>
                    <a:pt x="5053406" y="81280"/>
                  </a:lnTo>
                  <a:lnTo>
                    <a:pt x="5045646" y="36690"/>
                  </a:lnTo>
                  <a:lnTo>
                    <a:pt x="5019903" y="673"/>
                  </a:lnTo>
                  <a:lnTo>
                    <a:pt x="5005679" y="0"/>
                  </a:lnTo>
                  <a:lnTo>
                    <a:pt x="4990643" y="6680"/>
                  </a:lnTo>
                  <a:lnTo>
                    <a:pt x="4958042" y="43230"/>
                  </a:lnTo>
                  <a:lnTo>
                    <a:pt x="4937417" y="88557"/>
                  </a:lnTo>
                  <a:lnTo>
                    <a:pt x="4923218" y="135826"/>
                  </a:lnTo>
                  <a:lnTo>
                    <a:pt x="4913681" y="184429"/>
                  </a:lnTo>
                  <a:lnTo>
                    <a:pt x="4907026" y="233756"/>
                  </a:lnTo>
                  <a:lnTo>
                    <a:pt x="4903863" y="278066"/>
                  </a:lnTo>
                  <a:lnTo>
                    <a:pt x="4902886" y="332803"/>
                  </a:lnTo>
                  <a:lnTo>
                    <a:pt x="4903660" y="393369"/>
                  </a:lnTo>
                  <a:lnTo>
                    <a:pt x="4905730" y="455180"/>
                  </a:lnTo>
                  <a:lnTo>
                    <a:pt x="4908664" y="513664"/>
                  </a:lnTo>
                  <a:lnTo>
                    <a:pt x="4912017" y="564210"/>
                  </a:lnTo>
                  <a:lnTo>
                    <a:pt x="4915357" y="602246"/>
                  </a:lnTo>
                  <a:lnTo>
                    <a:pt x="4934140" y="635266"/>
                  </a:lnTo>
                  <a:lnTo>
                    <a:pt x="4942027" y="633539"/>
                  </a:lnTo>
                  <a:lnTo>
                    <a:pt x="4968037" y="573582"/>
                  </a:lnTo>
                  <a:lnTo>
                    <a:pt x="4983327" y="522058"/>
                  </a:lnTo>
                  <a:lnTo>
                    <a:pt x="4996751" y="470014"/>
                  </a:lnTo>
                  <a:lnTo>
                    <a:pt x="5008753" y="417588"/>
                  </a:lnTo>
                  <a:lnTo>
                    <a:pt x="5019840" y="364896"/>
                  </a:lnTo>
                  <a:lnTo>
                    <a:pt x="5030457" y="312064"/>
                  </a:lnTo>
                  <a:lnTo>
                    <a:pt x="5039004" y="266268"/>
                  </a:lnTo>
                  <a:lnTo>
                    <a:pt x="5046065" y="220345"/>
                  </a:lnTo>
                  <a:lnTo>
                    <a:pt x="5051158" y="174244"/>
                  </a:lnTo>
                  <a:lnTo>
                    <a:pt x="5053774" y="127914"/>
                  </a:lnTo>
                  <a:close/>
                </a:path>
                <a:path w="5810250" h="2097404">
                  <a:moveTo>
                    <a:pt x="5451208" y="211175"/>
                  </a:moveTo>
                  <a:lnTo>
                    <a:pt x="5442128" y="172478"/>
                  </a:lnTo>
                  <a:lnTo>
                    <a:pt x="5408219" y="147256"/>
                  </a:lnTo>
                  <a:lnTo>
                    <a:pt x="5389880" y="147142"/>
                  </a:lnTo>
                  <a:lnTo>
                    <a:pt x="5374716" y="155498"/>
                  </a:lnTo>
                  <a:lnTo>
                    <a:pt x="5323383" y="198348"/>
                  </a:lnTo>
                  <a:lnTo>
                    <a:pt x="5295265" y="232283"/>
                  </a:lnTo>
                  <a:lnTo>
                    <a:pt x="5270792" y="269062"/>
                  </a:lnTo>
                  <a:lnTo>
                    <a:pt x="5249265" y="307962"/>
                  </a:lnTo>
                  <a:lnTo>
                    <a:pt x="5205476" y="394322"/>
                  </a:lnTo>
                  <a:lnTo>
                    <a:pt x="5140452" y="524230"/>
                  </a:lnTo>
                  <a:lnTo>
                    <a:pt x="5051615" y="703618"/>
                  </a:lnTo>
                  <a:lnTo>
                    <a:pt x="5053101" y="716051"/>
                  </a:lnTo>
                  <a:lnTo>
                    <a:pt x="5061521" y="723684"/>
                  </a:lnTo>
                  <a:lnTo>
                    <a:pt x="5074374" y="723658"/>
                  </a:lnTo>
                  <a:lnTo>
                    <a:pt x="5122519" y="682485"/>
                  </a:lnTo>
                  <a:lnTo>
                    <a:pt x="5164023" y="642962"/>
                  </a:lnTo>
                  <a:lnTo>
                    <a:pt x="5197500" y="607415"/>
                  </a:lnTo>
                  <a:lnTo>
                    <a:pt x="5230304" y="571296"/>
                  </a:lnTo>
                  <a:lnTo>
                    <a:pt x="5262296" y="534504"/>
                  </a:lnTo>
                  <a:lnTo>
                    <a:pt x="5293347" y="496925"/>
                  </a:lnTo>
                  <a:lnTo>
                    <a:pt x="5323294" y="458444"/>
                  </a:lnTo>
                  <a:lnTo>
                    <a:pt x="5351996" y="418960"/>
                  </a:lnTo>
                  <a:lnTo>
                    <a:pt x="5379313" y="378345"/>
                  </a:lnTo>
                  <a:lnTo>
                    <a:pt x="5405094" y="336511"/>
                  </a:lnTo>
                  <a:lnTo>
                    <a:pt x="5426646" y="294106"/>
                  </a:lnTo>
                  <a:lnTo>
                    <a:pt x="5444363" y="249732"/>
                  </a:lnTo>
                  <a:lnTo>
                    <a:pt x="5451208" y="211175"/>
                  </a:lnTo>
                  <a:close/>
                </a:path>
                <a:path w="5810250" h="2097404">
                  <a:moveTo>
                    <a:pt x="5809627" y="621030"/>
                  </a:moveTo>
                  <a:lnTo>
                    <a:pt x="5807062" y="594817"/>
                  </a:lnTo>
                  <a:lnTo>
                    <a:pt x="5789714" y="575335"/>
                  </a:lnTo>
                  <a:lnTo>
                    <a:pt x="5758789" y="565556"/>
                  </a:lnTo>
                  <a:lnTo>
                    <a:pt x="5726646" y="564883"/>
                  </a:lnTo>
                  <a:lnTo>
                    <a:pt x="5695188" y="568972"/>
                  </a:lnTo>
                  <a:lnTo>
                    <a:pt x="5634152" y="586828"/>
                  </a:lnTo>
                  <a:lnTo>
                    <a:pt x="5586819" y="604799"/>
                  </a:lnTo>
                  <a:lnTo>
                    <a:pt x="5539956" y="623785"/>
                  </a:lnTo>
                  <a:lnTo>
                    <a:pt x="5493575" y="643788"/>
                  </a:lnTo>
                  <a:lnTo>
                    <a:pt x="5447677" y="664794"/>
                  </a:lnTo>
                  <a:lnTo>
                    <a:pt x="5402262" y="686816"/>
                  </a:lnTo>
                  <a:lnTo>
                    <a:pt x="5357342" y="709853"/>
                  </a:lnTo>
                  <a:lnTo>
                    <a:pt x="5312905" y="733907"/>
                  </a:lnTo>
                  <a:lnTo>
                    <a:pt x="5268963" y="758964"/>
                  </a:lnTo>
                  <a:lnTo>
                    <a:pt x="5225491" y="785025"/>
                  </a:lnTo>
                  <a:lnTo>
                    <a:pt x="5182527" y="812114"/>
                  </a:lnTo>
                  <a:lnTo>
                    <a:pt x="5165077" y="834364"/>
                  </a:lnTo>
                  <a:lnTo>
                    <a:pt x="5166690" y="845121"/>
                  </a:lnTo>
                  <a:lnTo>
                    <a:pt x="5172138" y="854379"/>
                  </a:lnTo>
                  <a:lnTo>
                    <a:pt x="5179796" y="859726"/>
                  </a:lnTo>
                  <a:lnTo>
                    <a:pt x="5189093" y="861949"/>
                  </a:lnTo>
                  <a:lnTo>
                    <a:pt x="5199392" y="861872"/>
                  </a:lnTo>
                  <a:lnTo>
                    <a:pt x="5284406" y="848702"/>
                  </a:lnTo>
                  <a:lnTo>
                    <a:pt x="5331498" y="839228"/>
                  </a:lnTo>
                  <a:lnTo>
                    <a:pt x="5378374" y="828992"/>
                  </a:lnTo>
                  <a:lnTo>
                    <a:pt x="5425008" y="817880"/>
                  </a:lnTo>
                  <a:lnTo>
                    <a:pt x="5471376" y="805751"/>
                  </a:lnTo>
                  <a:lnTo>
                    <a:pt x="5517426" y="792492"/>
                  </a:lnTo>
                  <a:lnTo>
                    <a:pt x="5563146" y="777951"/>
                  </a:lnTo>
                  <a:lnTo>
                    <a:pt x="5608485" y="762012"/>
                  </a:lnTo>
                  <a:lnTo>
                    <a:pt x="5653417" y="744537"/>
                  </a:lnTo>
                  <a:lnTo>
                    <a:pt x="5690006" y="728853"/>
                  </a:lnTo>
                  <a:lnTo>
                    <a:pt x="5725274" y="710882"/>
                  </a:lnTo>
                  <a:lnTo>
                    <a:pt x="5758180" y="688911"/>
                  </a:lnTo>
                  <a:lnTo>
                    <a:pt x="5787656" y="661276"/>
                  </a:lnTo>
                  <a:lnTo>
                    <a:pt x="5809627" y="621030"/>
                  </a:lnTo>
                  <a:close/>
                </a:path>
              </a:pathLst>
            </a:custGeom>
            <a:solidFill>
              <a:srgbClr val="1A42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5202" y="1837724"/>
              <a:ext cx="7481004" cy="283001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443516" y="545915"/>
              <a:ext cx="3448050" cy="949325"/>
            </a:xfrm>
            <a:custGeom>
              <a:avLst/>
              <a:gdLst/>
              <a:ahLst/>
              <a:cxnLst/>
              <a:rect l="l" t="t" r="r" b="b"/>
              <a:pathLst>
                <a:path w="3448050" h="949325">
                  <a:moveTo>
                    <a:pt x="201917" y="20548"/>
                  </a:moveTo>
                  <a:lnTo>
                    <a:pt x="114363" y="20548"/>
                  </a:lnTo>
                  <a:lnTo>
                    <a:pt x="114363" y="262813"/>
                  </a:lnTo>
                  <a:lnTo>
                    <a:pt x="110172" y="299961"/>
                  </a:lnTo>
                  <a:lnTo>
                    <a:pt x="98209" y="323342"/>
                  </a:lnTo>
                  <a:lnTo>
                    <a:pt x="79349" y="335508"/>
                  </a:lnTo>
                  <a:lnTo>
                    <a:pt x="54508" y="339001"/>
                  </a:lnTo>
                  <a:lnTo>
                    <a:pt x="42075" y="338480"/>
                  </a:lnTo>
                  <a:lnTo>
                    <a:pt x="30314" y="337032"/>
                  </a:lnTo>
                  <a:lnTo>
                    <a:pt x="19481" y="334911"/>
                  </a:lnTo>
                  <a:lnTo>
                    <a:pt x="9829" y="332295"/>
                  </a:lnTo>
                  <a:lnTo>
                    <a:pt x="0" y="402297"/>
                  </a:lnTo>
                  <a:lnTo>
                    <a:pt x="14452" y="406260"/>
                  </a:lnTo>
                  <a:lnTo>
                    <a:pt x="30899" y="409143"/>
                  </a:lnTo>
                  <a:lnTo>
                    <a:pt x="47929" y="410895"/>
                  </a:lnTo>
                  <a:lnTo>
                    <a:pt x="64109" y="411480"/>
                  </a:lnTo>
                  <a:lnTo>
                    <a:pt x="111074" y="406603"/>
                  </a:lnTo>
                  <a:lnTo>
                    <a:pt x="149326" y="390956"/>
                  </a:lnTo>
                  <a:lnTo>
                    <a:pt x="177876" y="362966"/>
                  </a:lnTo>
                  <a:lnTo>
                    <a:pt x="195745" y="321106"/>
                  </a:lnTo>
                  <a:lnTo>
                    <a:pt x="201917" y="263817"/>
                  </a:lnTo>
                  <a:lnTo>
                    <a:pt x="201917" y="20548"/>
                  </a:lnTo>
                  <a:close/>
                </a:path>
                <a:path w="3448050" h="949325">
                  <a:moveTo>
                    <a:pt x="280441" y="762673"/>
                  </a:moveTo>
                  <a:lnTo>
                    <a:pt x="126377" y="762673"/>
                  </a:lnTo>
                  <a:lnTo>
                    <a:pt x="126377" y="451523"/>
                  </a:lnTo>
                  <a:lnTo>
                    <a:pt x="38811" y="451523"/>
                  </a:lnTo>
                  <a:lnTo>
                    <a:pt x="38811" y="762673"/>
                  </a:lnTo>
                  <a:lnTo>
                    <a:pt x="38811" y="836333"/>
                  </a:lnTo>
                  <a:lnTo>
                    <a:pt x="280441" y="836333"/>
                  </a:lnTo>
                  <a:lnTo>
                    <a:pt x="280441" y="762673"/>
                  </a:lnTo>
                  <a:close/>
                </a:path>
                <a:path w="3448050" h="949325">
                  <a:moveTo>
                    <a:pt x="390982" y="556844"/>
                  </a:moveTo>
                  <a:lnTo>
                    <a:pt x="303428" y="556844"/>
                  </a:lnTo>
                  <a:lnTo>
                    <a:pt x="303428" y="836180"/>
                  </a:lnTo>
                  <a:lnTo>
                    <a:pt x="390982" y="836180"/>
                  </a:lnTo>
                  <a:lnTo>
                    <a:pt x="390982" y="556844"/>
                  </a:lnTo>
                  <a:close/>
                </a:path>
                <a:path w="3448050" h="949325">
                  <a:moveTo>
                    <a:pt x="439991" y="435635"/>
                  </a:moveTo>
                  <a:lnTo>
                    <a:pt x="359371" y="435635"/>
                  </a:lnTo>
                  <a:lnTo>
                    <a:pt x="309968" y="522262"/>
                  </a:lnTo>
                  <a:lnTo>
                    <a:pt x="369785" y="522262"/>
                  </a:lnTo>
                  <a:lnTo>
                    <a:pt x="439991" y="435635"/>
                  </a:lnTo>
                  <a:close/>
                </a:path>
                <a:path w="3448050" h="949325">
                  <a:moveTo>
                    <a:pt x="481825" y="405206"/>
                  </a:moveTo>
                  <a:lnTo>
                    <a:pt x="477672" y="358203"/>
                  </a:lnTo>
                  <a:lnTo>
                    <a:pt x="477621" y="357162"/>
                  </a:lnTo>
                  <a:lnTo>
                    <a:pt x="477532" y="350570"/>
                  </a:lnTo>
                  <a:lnTo>
                    <a:pt x="477418" y="342290"/>
                  </a:lnTo>
                  <a:lnTo>
                    <a:pt x="477354" y="273113"/>
                  </a:lnTo>
                  <a:lnTo>
                    <a:pt x="477354" y="240144"/>
                  </a:lnTo>
                  <a:lnTo>
                    <a:pt x="471258" y="193636"/>
                  </a:lnTo>
                  <a:lnTo>
                    <a:pt x="463664" y="179349"/>
                  </a:lnTo>
                  <a:lnTo>
                    <a:pt x="450850" y="155270"/>
                  </a:lnTo>
                  <a:lnTo>
                    <a:pt x="412877" y="129197"/>
                  </a:lnTo>
                  <a:lnTo>
                    <a:pt x="392518" y="125869"/>
                  </a:lnTo>
                  <a:lnTo>
                    <a:pt x="392518" y="273113"/>
                  </a:lnTo>
                  <a:lnTo>
                    <a:pt x="392518" y="308584"/>
                  </a:lnTo>
                  <a:lnTo>
                    <a:pt x="360946" y="348081"/>
                  </a:lnTo>
                  <a:lnTo>
                    <a:pt x="345668" y="350570"/>
                  </a:lnTo>
                  <a:lnTo>
                    <a:pt x="331851" y="348513"/>
                  </a:lnTo>
                  <a:lnTo>
                    <a:pt x="320852" y="342290"/>
                  </a:lnTo>
                  <a:lnTo>
                    <a:pt x="313588" y="331851"/>
                  </a:lnTo>
                  <a:lnTo>
                    <a:pt x="310959" y="317131"/>
                  </a:lnTo>
                  <a:lnTo>
                    <a:pt x="317233" y="296189"/>
                  </a:lnTo>
                  <a:lnTo>
                    <a:pt x="334492" y="282549"/>
                  </a:lnTo>
                  <a:lnTo>
                    <a:pt x="360375" y="275209"/>
                  </a:lnTo>
                  <a:lnTo>
                    <a:pt x="392518" y="273113"/>
                  </a:lnTo>
                  <a:lnTo>
                    <a:pt x="392518" y="125869"/>
                  </a:lnTo>
                  <a:lnTo>
                    <a:pt x="354126" y="119583"/>
                  </a:lnTo>
                  <a:lnTo>
                    <a:pt x="318122" y="121932"/>
                  </a:lnTo>
                  <a:lnTo>
                    <a:pt x="287553" y="127939"/>
                  </a:lnTo>
                  <a:lnTo>
                    <a:pt x="262940" y="136017"/>
                  </a:lnTo>
                  <a:lnTo>
                    <a:pt x="244830" y="144627"/>
                  </a:lnTo>
                  <a:lnTo>
                    <a:pt x="260921" y="200215"/>
                  </a:lnTo>
                  <a:lnTo>
                    <a:pt x="276898" y="192239"/>
                  </a:lnTo>
                  <a:lnTo>
                    <a:pt x="295935" y="185597"/>
                  </a:lnTo>
                  <a:lnTo>
                    <a:pt x="316852" y="181038"/>
                  </a:lnTo>
                  <a:lnTo>
                    <a:pt x="338416" y="179349"/>
                  </a:lnTo>
                  <a:lnTo>
                    <a:pt x="364794" y="182841"/>
                  </a:lnTo>
                  <a:lnTo>
                    <a:pt x="380466" y="191744"/>
                  </a:lnTo>
                  <a:lnTo>
                    <a:pt x="387972" y="203428"/>
                  </a:lnTo>
                  <a:lnTo>
                    <a:pt x="389915" y="215315"/>
                  </a:lnTo>
                  <a:lnTo>
                    <a:pt x="389915" y="218897"/>
                  </a:lnTo>
                  <a:lnTo>
                    <a:pt x="334543" y="222999"/>
                  </a:lnTo>
                  <a:lnTo>
                    <a:pt x="288836" y="235597"/>
                  </a:lnTo>
                  <a:lnTo>
                    <a:pt x="254317" y="256844"/>
                  </a:lnTo>
                  <a:lnTo>
                    <a:pt x="232498" y="286931"/>
                  </a:lnTo>
                  <a:lnTo>
                    <a:pt x="224891" y="326034"/>
                  </a:lnTo>
                  <a:lnTo>
                    <a:pt x="231038" y="358203"/>
                  </a:lnTo>
                  <a:lnTo>
                    <a:pt x="248869" y="385483"/>
                  </a:lnTo>
                  <a:lnTo>
                    <a:pt x="277431" y="404406"/>
                  </a:lnTo>
                  <a:lnTo>
                    <a:pt x="315785" y="411480"/>
                  </a:lnTo>
                  <a:lnTo>
                    <a:pt x="339788" y="409295"/>
                  </a:lnTo>
                  <a:lnTo>
                    <a:pt x="361543" y="402805"/>
                  </a:lnTo>
                  <a:lnTo>
                    <a:pt x="380492" y="392150"/>
                  </a:lnTo>
                  <a:lnTo>
                    <a:pt x="396100" y="377456"/>
                  </a:lnTo>
                  <a:lnTo>
                    <a:pt x="397967" y="377456"/>
                  </a:lnTo>
                  <a:lnTo>
                    <a:pt x="403110" y="405206"/>
                  </a:lnTo>
                  <a:lnTo>
                    <a:pt x="481825" y="405206"/>
                  </a:lnTo>
                  <a:close/>
                </a:path>
                <a:path w="3448050" h="949325">
                  <a:moveTo>
                    <a:pt x="709383" y="556844"/>
                  </a:moveTo>
                  <a:lnTo>
                    <a:pt x="624865" y="556844"/>
                  </a:lnTo>
                  <a:lnTo>
                    <a:pt x="622617" y="589495"/>
                  </a:lnTo>
                  <a:lnTo>
                    <a:pt x="622604" y="589724"/>
                  </a:lnTo>
                  <a:lnTo>
                    <a:pt x="621449" y="589495"/>
                  </a:lnTo>
                  <a:lnTo>
                    <a:pt x="619988" y="587717"/>
                  </a:lnTo>
                  <a:lnTo>
                    <a:pt x="619988" y="669378"/>
                  </a:lnTo>
                  <a:lnTo>
                    <a:pt x="619988" y="721563"/>
                  </a:lnTo>
                  <a:lnTo>
                    <a:pt x="619328" y="728713"/>
                  </a:lnTo>
                  <a:lnTo>
                    <a:pt x="619302" y="728992"/>
                  </a:lnTo>
                  <a:lnTo>
                    <a:pt x="617537" y="734733"/>
                  </a:lnTo>
                  <a:lnTo>
                    <a:pt x="610743" y="750506"/>
                  </a:lnTo>
                  <a:lnTo>
                    <a:pt x="599503" y="763028"/>
                  </a:lnTo>
                  <a:lnTo>
                    <a:pt x="584657" y="771271"/>
                  </a:lnTo>
                  <a:lnTo>
                    <a:pt x="567067" y="774242"/>
                  </a:lnTo>
                  <a:lnTo>
                    <a:pt x="542417" y="768718"/>
                  </a:lnTo>
                  <a:lnTo>
                    <a:pt x="523748" y="753071"/>
                  </a:lnTo>
                  <a:lnTo>
                    <a:pt x="511937" y="728713"/>
                  </a:lnTo>
                  <a:lnTo>
                    <a:pt x="507809" y="697052"/>
                  </a:lnTo>
                  <a:lnTo>
                    <a:pt x="511657" y="665632"/>
                  </a:lnTo>
                  <a:lnTo>
                    <a:pt x="523036" y="640778"/>
                  </a:lnTo>
                  <a:lnTo>
                    <a:pt x="541959" y="624179"/>
                  </a:lnTo>
                  <a:lnTo>
                    <a:pt x="568172" y="618236"/>
                  </a:lnTo>
                  <a:lnTo>
                    <a:pt x="586473" y="621588"/>
                  </a:lnTo>
                  <a:lnTo>
                    <a:pt x="618502" y="659904"/>
                  </a:lnTo>
                  <a:lnTo>
                    <a:pt x="619988" y="669378"/>
                  </a:lnTo>
                  <a:lnTo>
                    <a:pt x="619988" y="587717"/>
                  </a:lnTo>
                  <a:lnTo>
                    <a:pt x="607631" y="572566"/>
                  </a:lnTo>
                  <a:lnTo>
                    <a:pt x="590003" y="560387"/>
                  </a:lnTo>
                  <a:lnTo>
                    <a:pt x="568566" y="553034"/>
                  </a:lnTo>
                  <a:lnTo>
                    <a:pt x="543293" y="550570"/>
                  </a:lnTo>
                  <a:lnTo>
                    <a:pt x="507276" y="556539"/>
                  </a:lnTo>
                  <a:lnTo>
                    <a:pt x="473570" y="574471"/>
                  </a:lnTo>
                  <a:lnTo>
                    <a:pt x="445465" y="604405"/>
                  </a:lnTo>
                  <a:lnTo>
                    <a:pt x="426212" y="646366"/>
                  </a:lnTo>
                  <a:lnTo>
                    <a:pt x="419061" y="700379"/>
                  </a:lnTo>
                  <a:lnTo>
                    <a:pt x="428675" y="760018"/>
                  </a:lnTo>
                  <a:lnTo>
                    <a:pt x="454406" y="804697"/>
                  </a:lnTo>
                  <a:lnTo>
                    <a:pt x="491553" y="832739"/>
                  </a:lnTo>
                  <a:lnTo>
                    <a:pt x="535444" y="842467"/>
                  </a:lnTo>
                  <a:lnTo>
                    <a:pt x="561949" y="839762"/>
                  </a:lnTo>
                  <a:lnTo>
                    <a:pt x="584720" y="831799"/>
                  </a:lnTo>
                  <a:lnTo>
                    <a:pt x="603694" y="818870"/>
                  </a:lnTo>
                  <a:lnTo>
                    <a:pt x="618782" y="801230"/>
                  </a:lnTo>
                  <a:lnTo>
                    <a:pt x="619988" y="801230"/>
                  </a:lnTo>
                  <a:lnTo>
                    <a:pt x="619988" y="949185"/>
                  </a:lnTo>
                  <a:lnTo>
                    <a:pt x="707428" y="949185"/>
                  </a:lnTo>
                  <a:lnTo>
                    <a:pt x="707428" y="801230"/>
                  </a:lnTo>
                  <a:lnTo>
                    <a:pt x="707428" y="774242"/>
                  </a:lnTo>
                  <a:lnTo>
                    <a:pt x="707517" y="630656"/>
                  </a:lnTo>
                  <a:lnTo>
                    <a:pt x="707644" y="618236"/>
                  </a:lnTo>
                  <a:lnTo>
                    <a:pt x="708088" y="598157"/>
                  </a:lnTo>
                  <a:lnTo>
                    <a:pt x="708342" y="589724"/>
                  </a:lnTo>
                  <a:lnTo>
                    <a:pt x="708710" y="577354"/>
                  </a:lnTo>
                  <a:lnTo>
                    <a:pt x="709269" y="560387"/>
                  </a:lnTo>
                  <a:lnTo>
                    <a:pt x="709383" y="556844"/>
                  </a:lnTo>
                  <a:close/>
                </a:path>
                <a:path w="3448050" h="949325">
                  <a:moveTo>
                    <a:pt x="810069" y="260629"/>
                  </a:moveTo>
                  <a:lnTo>
                    <a:pt x="801725" y="202476"/>
                  </a:lnTo>
                  <a:lnTo>
                    <a:pt x="793115" y="186575"/>
                  </a:lnTo>
                  <a:lnTo>
                    <a:pt x="778268" y="159169"/>
                  </a:lnTo>
                  <a:lnTo>
                    <a:pt x="777646" y="158013"/>
                  </a:lnTo>
                  <a:lnTo>
                    <a:pt x="740778" y="129590"/>
                  </a:lnTo>
                  <a:lnTo>
                    <a:pt x="721334" y="125437"/>
                  </a:lnTo>
                  <a:lnTo>
                    <a:pt x="721334" y="264287"/>
                  </a:lnTo>
                  <a:lnTo>
                    <a:pt x="717181" y="297395"/>
                  </a:lnTo>
                  <a:lnTo>
                    <a:pt x="717130" y="297815"/>
                  </a:lnTo>
                  <a:lnTo>
                    <a:pt x="705104" y="322605"/>
                  </a:lnTo>
                  <a:lnTo>
                    <a:pt x="686117" y="337985"/>
                  </a:lnTo>
                  <a:lnTo>
                    <a:pt x="661035" y="343268"/>
                  </a:lnTo>
                  <a:lnTo>
                    <a:pt x="643026" y="340067"/>
                  </a:lnTo>
                  <a:lnTo>
                    <a:pt x="609574" y="301904"/>
                  </a:lnTo>
                  <a:lnTo>
                    <a:pt x="608037" y="292214"/>
                  </a:lnTo>
                  <a:lnTo>
                    <a:pt x="608037" y="239890"/>
                  </a:lnTo>
                  <a:lnTo>
                    <a:pt x="628548" y="198513"/>
                  </a:lnTo>
                  <a:lnTo>
                    <a:pt x="661187" y="186575"/>
                  </a:lnTo>
                  <a:lnTo>
                    <a:pt x="687705" y="192608"/>
                  </a:lnTo>
                  <a:lnTo>
                    <a:pt x="706475" y="209143"/>
                  </a:lnTo>
                  <a:lnTo>
                    <a:pt x="717638" y="233819"/>
                  </a:lnTo>
                  <a:lnTo>
                    <a:pt x="721334" y="264287"/>
                  </a:lnTo>
                  <a:lnTo>
                    <a:pt x="721334" y="125437"/>
                  </a:lnTo>
                  <a:lnTo>
                    <a:pt x="694042" y="119583"/>
                  </a:lnTo>
                  <a:lnTo>
                    <a:pt x="666673" y="122389"/>
                  </a:lnTo>
                  <a:lnTo>
                    <a:pt x="643242" y="130365"/>
                  </a:lnTo>
                  <a:lnTo>
                    <a:pt x="624001" y="142849"/>
                  </a:lnTo>
                  <a:lnTo>
                    <a:pt x="609180" y="159169"/>
                  </a:lnTo>
                  <a:lnTo>
                    <a:pt x="608037" y="159169"/>
                  </a:lnTo>
                  <a:lnTo>
                    <a:pt x="608037" y="12"/>
                  </a:lnTo>
                  <a:lnTo>
                    <a:pt x="520585" y="12"/>
                  </a:lnTo>
                  <a:lnTo>
                    <a:pt x="520522" y="331279"/>
                  </a:lnTo>
                  <a:lnTo>
                    <a:pt x="520407" y="345592"/>
                  </a:lnTo>
                  <a:lnTo>
                    <a:pt x="519938" y="366306"/>
                  </a:lnTo>
                  <a:lnTo>
                    <a:pt x="519899" y="368452"/>
                  </a:lnTo>
                  <a:lnTo>
                    <a:pt x="519214" y="387350"/>
                  </a:lnTo>
                  <a:lnTo>
                    <a:pt x="519163" y="388835"/>
                  </a:lnTo>
                  <a:lnTo>
                    <a:pt x="518299" y="405206"/>
                  </a:lnTo>
                  <a:lnTo>
                    <a:pt x="592505" y="405206"/>
                  </a:lnTo>
                  <a:lnTo>
                    <a:pt x="596176" y="366306"/>
                  </a:lnTo>
                  <a:lnTo>
                    <a:pt x="597395" y="366306"/>
                  </a:lnTo>
                  <a:lnTo>
                    <a:pt x="614210" y="387350"/>
                  </a:lnTo>
                  <a:lnTo>
                    <a:pt x="634441" y="401294"/>
                  </a:lnTo>
                  <a:lnTo>
                    <a:pt x="657212" y="409079"/>
                  </a:lnTo>
                  <a:lnTo>
                    <a:pt x="681456" y="411480"/>
                  </a:lnTo>
                  <a:lnTo>
                    <a:pt x="719569" y="405447"/>
                  </a:lnTo>
                  <a:lnTo>
                    <a:pt x="754570" y="387350"/>
                  </a:lnTo>
                  <a:lnTo>
                    <a:pt x="774661" y="366306"/>
                  </a:lnTo>
                  <a:lnTo>
                    <a:pt x="783361" y="357187"/>
                  </a:lnTo>
                  <a:lnTo>
                    <a:pt x="789787" y="343268"/>
                  </a:lnTo>
                  <a:lnTo>
                    <a:pt x="802881" y="314947"/>
                  </a:lnTo>
                  <a:lnTo>
                    <a:pt x="810069" y="260629"/>
                  </a:lnTo>
                  <a:close/>
                </a:path>
                <a:path w="3448050" h="949325">
                  <a:moveTo>
                    <a:pt x="1018159" y="836193"/>
                  </a:moveTo>
                  <a:lnTo>
                    <a:pt x="1017282" y="817511"/>
                  </a:lnTo>
                  <a:lnTo>
                    <a:pt x="1016558" y="796328"/>
                  </a:lnTo>
                  <a:lnTo>
                    <a:pt x="1016050" y="772706"/>
                  </a:lnTo>
                  <a:lnTo>
                    <a:pt x="1015860" y="746658"/>
                  </a:lnTo>
                  <a:lnTo>
                    <a:pt x="1015860" y="556844"/>
                  </a:lnTo>
                  <a:lnTo>
                    <a:pt x="928306" y="556844"/>
                  </a:lnTo>
                  <a:lnTo>
                    <a:pt x="928306" y="730300"/>
                  </a:lnTo>
                  <a:lnTo>
                    <a:pt x="927315" y="736688"/>
                  </a:lnTo>
                  <a:lnTo>
                    <a:pt x="897674" y="769531"/>
                  </a:lnTo>
                  <a:lnTo>
                    <a:pt x="881659" y="772299"/>
                  </a:lnTo>
                  <a:lnTo>
                    <a:pt x="861771" y="767842"/>
                  </a:lnTo>
                  <a:lnTo>
                    <a:pt x="848080" y="754964"/>
                  </a:lnTo>
                  <a:lnTo>
                    <a:pt x="840168" y="734428"/>
                  </a:lnTo>
                  <a:lnTo>
                    <a:pt x="837628" y="706970"/>
                  </a:lnTo>
                  <a:lnTo>
                    <a:pt x="837628" y="556844"/>
                  </a:lnTo>
                  <a:lnTo>
                    <a:pt x="750074" y="556844"/>
                  </a:lnTo>
                  <a:lnTo>
                    <a:pt x="750074" y="721080"/>
                  </a:lnTo>
                  <a:lnTo>
                    <a:pt x="757466" y="776287"/>
                  </a:lnTo>
                  <a:lnTo>
                    <a:pt x="778027" y="813981"/>
                  </a:lnTo>
                  <a:lnTo>
                    <a:pt x="809307" y="835571"/>
                  </a:lnTo>
                  <a:lnTo>
                    <a:pt x="848855" y="842454"/>
                  </a:lnTo>
                  <a:lnTo>
                    <a:pt x="882269" y="837742"/>
                  </a:lnTo>
                  <a:lnTo>
                    <a:pt x="907453" y="826084"/>
                  </a:lnTo>
                  <a:lnTo>
                    <a:pt x="925245" y="811187"/>
                  </a:lnTo>
                  <a:lnTo>
                    <a:pt x="936485" y="796759"/>
                  </a:lnTo>
                  <a:lnTo>
                    <a:pt x="938314" y="796759"/>
                  </a:lnTo>
                  <a:lnTo>
                    <a:pt x="942327" y="836193"/>
                  </a:lnTo>
                  <a:lnTo>
                    <a:pt x="1018159" y="836193"/>
                  </a:lnTo>
                  <a:close/>
                </a:path>
                <a:path w="3448050" h="949325">
                  <a:moveTo>
                    <a:pt x="1062202" y="4660"/>
                  </a:moveTo>
                  <a:lnTo>
                    <a:pt x="981570" y="4660"/>
                  </a:lnTo>
                  <a:lnTo>
                    <a:pt x="932167" y="91287"/>
                  </a:lnTo>
                  <a:lnTo>
                    <a:pt x="991997" y="91287"/>
                  </a:lnTo>
                  <a:lnTo>
                    <a:pt x="1062202" y="4660"/>
                  </a:lnTo>
                  <a:close/>
                </a:path>
                <a:path w="3448050" h="949325">
                  <a:moveTo>
                    <a:pt x="1117447" y="262737"/>
                  </a:moveTo>
                  <a:lnTo>
                    <a:pt x="1110805" y="215468"/>
                  </a:lnTo>
                  <a:lnTo>
                    <a:pt x="1091819" y="175920"/>
                  </a:lnTo>
                  <a:lnTo>
                    <a:pt x="1061847" y="145719"/>
                  </a:lnTo>
                  <a:lnTo>
                    <a:pt x="1027341" y="128905"/>
                  </a:lnTo>
                  <a:lnTo>
                    <a:pt x="1027341" y="265150"/>
                  </a:lnTo>
                  <a:lnTo>
                    <a:pt x="1023531" y="298818"/>
                  </a:lnTo>
                  <a:lnTo>
                    <a:pt x="1023442" y="299580"/>
                  </a:lnTo>
                  <a:lnTo>
                    <a:pt x="1012291" y="326199"/>
                  </a:lnTo>
                  <a:lnTo>
                    <a:pt x="994765" y="343369"/>
                  </a:lnTo>
                  <a:lnTo>
                    <a:pt x="971677" y="349453"/>
                  </a:lnTo>
                  <a:lnTo>
                    <a:pt x="946975" y="343052"/>
                  </a:lnTo>
                  <a:lnTo>
                    <a:pt x="928954" y="325399"/>
                  </a:lnTo>
                  <a:lnTo>
                    <a:pt x="917905" y="298818"/>
                  </a:lnTo>
                  <a:lnTo>
                    <a:pt x="914146" y="265595"/>
                  </a:lnTo>
                  <a:lnTo>
                    <a:pt x="917295" y="235013"/>
                  </a:lnTo>
                  <a:lnTo>
                    <a:pt x="927315" y="208089"/>
                  </a:lnTo>
                  <a:lnTo>
                    <a:pt x="945172" y="188925"/>
                  </a:lnTo>
                  <a:lnTo>
                    <a:pt x="971765" y="181622"/>
                  </a:lnTo>
                  <a:lnTo>
                    <a:pt x="997191" y="188925"/>
                  </a:lnTo>
                  <a:lnTo>
                    <a:pt x="1014399" y="207937"/>
                  </a:lnTo>
                  <a:lnTo>
                    <a:pt x="1024229" y="234721"/>
                  </a:lnTo>
                  <a:lnTo>
                    <a:pt x="1027341" y="265150"/>
                  </a:lnTo>
                  <a:lnTo>
                    <a:pt x="1027341" y="128905"/>
                  </a:lnTo>
                  <a:lnTo>
                    <a:pt x="1022197" y="126390"/>
                  </a:lnTo>
                  <a:lnTo>
                    <a:pt x="974280" y="119595"/>
                  </a:lnTo>
                  <a:lnTo>
                    <a:pt x="923544" y="126390"/>
                  </a:lnTo>
                  <a:lnTo>
                    <a:pt x="923836" y="126390"/>
                  </a:lnTo>
                  <a:lnTo>
                    <a:pt x="882357" y="145719"/>
                  </a:lnTo>
                  <a:lnTo>
                    <a:pt x="850900" y="176542"/>
                  </a:lnTo>
                  <a:lnTo>
                    <a:pt x="830999" y="217563"/>
                  </a:lnTo>
                  <a:lnTo>
                    <a:pt x="824052" y="267563"/>
                  </a:lnTo>
                  <a:lnTo>
                    <a:pt x="831291" y="317169"/>
                  </a:lnTo>
                  <a:lnTo>
                    <a:pt x="851598" y="357187"/>
                  </a:lnTo>
                  <a:lnTo>
                    <a:pt x="882802" y="386803"/>
                  </a:lnTo>
                  <a:lnTo>
                    <a:pt x="922731" y="405180"/>
                  </a:lnTo>
                  <a:lnTo>
                    <a:pt x="969251" y="411492"/>
                  </a:lnTo>
                  <a:lnTo>
                    <a:pt x="1013625" y="405815"/>
                  </a:lnTo>
                  <a:lnTo>
                    <a:pt x="1053998" y="388531"/>
                  </a:lnTo>
                  <a:lnTo>
                    <a:pt x="1086993" y="359194"/>
                  </a:lnTo>
                  <a:lnTo>
                    <a:pt x="1092187" y="349453"/>
                  </a:lnTo>
                  <a:lnTo>
                    <a:pt x="1109268" y="317411"/>
                  </a:lnTo>
                  <a:lnTo>
                    <a:pt x="1117447" y="262737"/>
                  </a:lnTo>
                  <a:close/>
                </a:path>
                <a:path w="3448050" h="949325">
                  <a:moveTo>
                    <a:pt x="1147686" y="556844"/>
                  </a:moveTo>
                  <a:lnTo>
                    <a:pt x="1060132" y="556844"/>
                  </a:lnTo>
                  <a:lnTo>
                    <a:pt x="1060132" y="836180"/>
                  </a:lnTo>
                  <a:lnTo>
                    <a:pt x="1147686" y="836180"/>
                  </a:lnTo>
                  <a:lnTo>
                    <a:pt x="1147686" y="556844"/>
                  </a:lnTo>
                  <a:close/>
                </a:path>
                <a:path w="3448050" h="949325">
                  <a:moveTo>
                    <a:pt x="1150162" y="479310"/>
                  </a:moveTo>
                  <a:lnTo>
                    <a:pt x="1146771" y="462038"/>
                  </a:lnTo>
                  <a:lnTo>
                    <a:pt x="1137539" y="448246"/>
                  </a:lnTo>
                  <a:lnTo>
                    <a:pt x="1123048" y="439115"/>
                  </a:lnTo>
                  <a:lnTo>
                    <a:pt x="1103947" y="435813"/>
                  </a:lnTo>
                  <a:lnTo>
                    <a:pt x="1084859" y="439115"/>
                  </a:lnTo>
                  <a:lnTo>
                    <a:pt x="1070241" y="448246"/>
                  </a:lnTo>
                  <a:lnTo>
                    <a:pt x="1060894" y="462038"/>
                  </a:lnTo>
                  <a:lnTo>
                    <a:pt x="1057656" y="479310"/>
                  </a:lnTo>
                  <a:lnTo>
                    <a:pt x="1060831" y="496277"/>
                  </a:lnTo>
                  <a:lnTo>
                    <a:pt x="1069987" y="510057"/>
                  </a:lnTo>
                  <a:lnTo>
                    <a:pt x="1084364" y="519303"/>
                  </a:lnTo>
                  <a:lnTo>
                    <a:pt x="1103172" y="522681"/>
                  </a:lnTo>
                  <a:lnTo>
                    <a:pt x="1122807" y="519303"/>
                  </a:lnTo>
                  <a:lnTo>
                    <a:pt x="1137627" y="510057"/>
                  </a:lnTo>
                  <a:lnTo>
                    <a:pt x="1146962" y="496277"/>
                  </a:lnTo>
                  <a:lnTo>
                    <a:pt x="1150162" y="479310"/>
                  </a:lnTo>
                  <a:close/>
                </a:path>
                <a:path w="3448050" h="949325">
                  <a:moveTo>
                    <a:pt x="1412735" y="239864"/>
                  </a:moveTo>
                  <a:lnTo>
                    <a:pt x="1405077" y="186385"/>
                  </a:lnTo>
                  <a:lnTo>
                    <a:pt x="1383944" y="148894"/>
                  </a:lnTo>
                  <a:lnTo>
                    <a:pt x="1352042" y="126822"/>
                  </a:lnTo>
                  <a:lnTo>
                    <a:pt x="1312075" y="119595"/>
                  </a:lnTo>
                  <a:lnTo>
                    <a:pt x="1280287" y="124091"/>
                  </a:lnTo>
                  <a:lnTo>
                    <a:pt x="1255280" y="135331"/>
                  </a:lnTo>
                  <a:lnTo>
                    <a:pt x="1236941" y="149961"/>
                  </a:lnTo>
                  <a:lnTo>
                    <a:pt x="1225181" y="164579"/>
                  </a:lnTo>
                  <a:lnTo>
                    <a:pt x="1223340" y="164579"/>
                  </a:lnTo>
                  <a:lnTo>
                    <a:pt x="1219301" y="125869"/>
                  </a:lnTo>
                  <a:lnTo>
                    <a:pt x="1143469" y="125869"/>
                  </a:lnTo>
                  <a:lnTo>
                    <a:pt x="1145070" y="166827"/>
                  </a:lnTo>
                  <a:lnTo>
                    <a:pt x="1145578" y="190004"/>
                  </a:lnTo>
                  <a:lnTo>
                    <a:pt x="1145768" y="215099"/>
                  </a:lnTo>
                  <a:lnTo>
                    <a:pt x="1145768" y="405206"/>
                  </a:lnTo>
                  <a:lnTo>
                    <a:pt x="1233322" y="405206"/>
                  </a:lnTo>
                  <a:lnTo>
                    <a:pt x="1233322" y="236258"/>
                  </a:lnTo>
                  <a:lnTo>
                    <a:pt x="1234135" y="227990"/>
                  </a:lnTo>
                  <a:lnTo>
                    <a:pt x="1264475" y="192633"/>
                  </a:lnTo>
                  <a:lnTo>
                    <a:pt x="1280706" y="189763"/>
                  </a:lnTo>
                  <a:lnTo>
                    <a:pt x="1300962" y="194183"/>
                  </a:lnTo>
                  <a:lnTo>
                    <a:pt x="1314767" y="206578"/>
                  </a:lnTo>
                  <a:lnTo>
                    <a:pt x="1322666" y="225742"/>
                  </a:lnTo>
                  <a:lnTo>
                    <a:pt x="1325181" y="250393"/>
                  </a:lnTo>
                  <a:lnTo>
                    <a:pt x="1325181" y="405206"/>
                  </a:lnTo>
                  <a:lnTo>
                    <a:pt x="1412735" y="405206"/>
                  </a:lnTo>
                  <a:lnTo>
                    <a:pt x="1412735" y="239864"/>
                  </a:lnTo>
                  <a:close/>
                </a:path>
                <a:path w="3448050" h="949325">
                  <a:moveTo>
                    <a:pt x="1466329" y="836180"/>
                  </a:moveTo>
                  <a:lnTo>
                    <a:pt x="1465453" y="819721"/>
                  </a:lnTo>
                  <a:lnTo>
                    <a:pt x="1464729" y="799350"/>
                  </a:lnTo>
                  <a:lnTo>
                    <a:pt x="1464640" y="795274"/>
                  </a:lnTo>
                  <a:lnTo>
                    <a:pt x="1464221" y="776528"/>
                  </a:lnTo>
                  <a:lnTo>
                    <a:pt x="1464195" y="773226"/>
                  </a:lnTo>
                  <a:lnTo>
                    <a:pt x="1464106" y="761606"/>
                  </a:lnTo>
                  <a:lnTo>
                    <a:pt x="1464030" y="617220"/>
                  </a:lnTo>
                  <a:lnTo>
                    <a:pt x="1464030" y="582142"/>
                  </a:lnTo>
                  <a:lnTo>
                    <a:pt x="1464030" y="430987"/>
                  </a:lnTo>
                  <a:lnTo>
                    <a:pt x="1376591" y="430987"/>
                  </a:lnTo>
                  <a:lnTo>
                    <a:pt x="1376591" y="582142"/>
                  </a:lnTo>
                  <a:lnTo>
                    <a:pt x="1376591" y="670547"/>
                  </a:lnTo>
                  <a:lnTo>
                    <a:pt x="1376591" y="718921"/>
                  </a:lnTo>
                  <a:lnTo>
                    <a:pt x="1376184" y="725639"/>
                  </a:lnTo>
                  <a:lnTo>
                    <a:pt x="1356766" y="761606"/>
                  </a:lnTo>
                  <a:lnTo>
                    <a:pt x="1324152" y="773226"/>
                  </a:lnTo>
                  <a:lnTo>
                    <a:pt x="1299451" y="767854"/>
                  </a:lnTo>
                  <a:lnTo>
                    <a:pt x="1280629" y="752500"/>
                  </a:lnTo>
                  <a:lnTo>
                    <a:pt x="1268628" y="728332"/>
                  </a:lnTo>
                  <a:lnTo>
                    <a:pt x="1264412" y="696518"/>
                  </a:lnTo>
                  <a:lnTo>
                    <a:pt x="1268209" y="665556"/>
                  </a:lnTo>
                  <a:lnTo>
                    <a:pt x="1279563" y="640359"/>
                  </a:lnTo>
                  <a:lnTo>
                    <a:pt x="1298422" y="623417"/>
                  </a:lnTo>
                  <a:lnTo>
                    <a:pt x="1324775" y="617220"/>
                  </a:lnTo>
                  <a:lnTo>
                    <a:pt x="1343215" y="620572"/>
                  </a:lnTo>
                  <a:lnTo>
                    <a:pt x="1375448" y="659663"/>
                  </a:lnTo>
                  <a:lnTo>
                    <a:pt x="1376591" y="670547"/>
                  </a:lnTo>
                  <a:lnTo>
                    <a:pt x="1376591" y="582142"/>
                  </a:lnTo>
                  <a:lnTo>
                    <a:pt x="1375435" y="582142"/>
                  </a:lnTo>
                  <a:lnTo>
                    <a:pt x="1363459" y="569074"/>
                  </a:lnTo>
                  <a:lnTo>
                    <a:pt x="1346771" y="559117"/>
                  </a:lnTo>
                  <a:lnTo>
                    <a:pt x="1325930" y="552792"/>
                  </a:lnTo>
                  <a:lnTo>
                    <a:pt x="1301496" y="550570"/>
                  </a:lnTo>
                  <a:lnTo>
                    <a:pt x="1262659" y="557009"/>
                  </a:lnTo>
                  <a:lnTo>
                    <a:pt x="1228153" y="575818"/>
                  </a:lnTo>
                  <a:lnTo>
                    <a:pt x="1200492" y="606259"/>
                  </a:lnTo>
                  <a:lnTo>
                    <a:pt x="1182154" y="647573"/>
                  </a:lnTo>
                  <a:lnTo>
                    <a:pt x="1175664" y="699033"/>
                  </a:lnTo>
                  <a:lnTo>
                    <a:pt x="1181773" y="747280"/>
                  </a:lnTo>
                  <a:lnTo>
                    <a:pt x="1198803" y="787031"/>
                  </a:lnTo>
                  <a:lnTo>
                    <a:pt x="1224788" y="816978"/>
                  </a:lnTo>
                  <a:lnTo>
                    <a:pt x="1257731" y="835888"/>
                  </a:lnTo>
                  <a:lnTo>
                    <a:pt x="1295704" y="842467"/>
                  </a:lnTo>
                  <a:lnTo>
                    <a:pt x="1322260" y="839495"/>
                  </a:lnTo>
                  <a:lnTo>
                    <a:pt x="1346669" y="830618"/>
                  </a:lnTo>
                  <a:lnTo>
                    <a:pt x="1367599" y="815860"/>
                  </a:lnTo>
                  <a:lnTo>
                    <a:pt x="1383715" y="795274"/>
                  </a:lnTo>
                  <a:lnTo>
                    <a:pt x="1384935" y="795274"/>
                  </a:lnTo>
                  <a:lnTo>
                    <a:pt x="1388579" y="835888"/>
                  </a:lnTo>
                  <a:lnTo>
                    <a:pt x="1388605" y="836180"/>
                  </a:lnTo>
                  <a:lnTo>
                    <a:pt x="1466329" y="836180"/>
                  </a:lnTo>
                  <a:close/>
                </a:path>
                <a:path w="3448050" h="949325">
                  <a:moveTo>
                    <a:pt x="1785670" y="693724"/>
                  </a:moveTo>
                  <a:lnTo>
                    <a:pt x="1779028" y="646442"/>
                  </a:lnTo>
                  <a:lnTo>
                    <a:pt x="1762785" y="612609"/>
                  </a:lnTo>
                  <a:lnTo>
                    <a:pt x="1760042" y="606894"/>
                  </a:lnTo>
                  <a:lnTo>
                    <a:pt x="1730070" y="576694"/>
                  </a:lnTo>
                  <a:lnTo>
                    <a:pt x="1695551" y="559866"/>
                  </a:lnTo>
                  <a:lnTo>
                    <a:pt x="1695551" y="696137"/>
                  </a:lnTo>
                  <a:lnTo>
                    <a:pt x="1691741" y="729792"/>
                  </a:lnTo>
                  <a:lnTo>
                    <a:pt x="1691652" y="730567"/>
                  </a:lnTo>
                  <a:lnTo>
                    <a:pt x="1680514" y="757174"/>
                  </a:lnTo>
                  <a:lnTo>
                    <a:pt x="1662976" y="774344"/>
                  </a:lnTo>
                  <a:lnTo>
                    <a:pt x="1639887" y="780427"/>
                  </a:lnTo>
                  <a:lnTo>
                    <a:pt x="1615186" y="774026"/>
                  </a:lnTo>
                  <a:lnTo>
                    <a:pt x="1597164" y="756386"/>
                  </a:lnTo>
                  <a:lnTo>
                    <a:pt x="1586115" y="729792"/>
                  </a:lnTo>
                  <a:lnTo>
                    <a:pt x="1582369" y="696582"/>
                  </a:lnTo>
                  <a:lnTo>
                    <a:pt x="1585506" y="666000"/>
                  </a:lnTo>
                  <a:lnTo>
                    <a:pt x="1595539" y="639064"/>
                  </a:lnTo>
                  <a:lnTo>
                    <a:pt x="1613382" y="619899"/>
                  </a:lnTo>
                  <a:lnTo>
                    <a:pt x="1639976" y="612609"/>
                  </a:lnTo>
                  <a:lnTo>
                    <a:pt x="1665401" y="619899"/>
                  </a:lnTo>
                  <a:lnTo>
                    <a:pt x="1682610" y="638924"/>
                  </a:lnTo>
                  <a:lnTo>
                    <a:pt x="1692440" y="665708"/>
                  </a:lnTo>
                  <a:lnTo>
                    <a:pt x="1695551" y="696137"/>
                  </a:lnTo>
                  <a:lnTo>
                    <a:pt x="1695551" y="559866"/>
                  </a:lnTo>
                  <a:lnTo>
                    <a:pt x="1690408" y="557352"/>
                  </a:lnTo>
                  <a:lnTo>
                    <a:pt x="1642503" y="550570"/>
                  </a:lnTo>
                  <a:lnTo>
                    <a:pt x="1591767" y="557352"/>
                  </a:lnTo>
                  <a:lnTo>
                    <a:pt x="1592059" y="557352"/>
                  </a:lnTo>
                  <a:lnTo>
                    <a:pt x="1550581" y="576694"/>
                  </a:lnTo>
                  <a:lnTo>
                    <a:pt x="1519123" y="607517"/>
                  </a:lnTo>
                  <a:lnTo>
                    <a:pt x="1499209" y="648538"/>
                  </a:lnTo>
                  <a:lnTo>
                    <a:pt x="1492262" y="698538"/>
                  </a:lnTo>
                  <a:lnTo>
                    <a:pt x="1499514" y="748144"/>
                  </a:lnTo>
                  <a:lnTo>
                    <a:pt x="1519809" y="788162"/>
                  </a:lnTo>
                  <a:lnTo>
                    <a:pt x="1551012" y="817778"/>
                  </a:lnTo>
                  <a:lnTo>
                    <a:pt x="1590941" y="836155"/>
                  </a:lnTo>
                  <a:lnTo>
                    <a:pt x="1637461" y="842467"/>
                  </a:lnTo>
                  <a:lnTo>
                    <a:pt x="1681835" y="836790"/>
                  </a:lnTo>
                  <a:lnTo>
                    <a:pt x="1722208" y="819505"/>
                  </a:lnTo>
                  <a:lnTo>
                    <a:pt x="1755216" y="790168"/>
                  </a:lnTo>
                  <a:lnTo>
                    <a:pt x="1760410" y="780427"/>
                  </a:lnTo>
                  <a:lnTo>
                    <a:pt x="1777492" y="748385"/>
                  </a:lnTo>
                  <a:lnTo>
                    <a:pt x="1785670" y="693724"/>
                  </a:lnTo>
                  <a:close/>
                </a:path>
                <a:path w="3448050" h="949325">
                  <a:moveTo>
                    <a:pt x="1821446" y="405206"/>
                  </a:moveTo>
                  <a:lnTo>
                    <a:pt x="1820583" y="388747"/>
                  </a:lnTo>
                  <a:lnTo>
                    <a:pt x="1819846" y="368363"/>
                  </a:lnTo>
                  <a:lnTo>
                    <a:pt x="1819757" y="364299"/>
                  </a:lnTo>
                  <a:lnTo>
                    <a:pt x="1819338" y="345554"/>
                  </a:lnTo>
                  <a:lnTo>
                    <a:pt x="1819313" y="342252"/>
                  </a:lnTo>
                  <a:lnTo>
                    <a:pt x="1819224" y="330631"/>
                  </a:lnTo>
                  <a:lnTo>
                    <a:pt x="1819148" y="186245"/>
                  </a:lnTo>
                  <a:lnTo>
                    <a:pt x="1819148" y="151168"/>
                  </a:lnTo>
                  <a:lnTo>
                    <a:pt x="1819148" y="0"/>
                  </a:lnTo>
                  <a:lnTo>
                    <a:pt x="1731708" y="0"/>
                  </a:lnTo>
                  <a:lnTo>
                    <a:pt x="1731708" y="151168"/>
                  </a:lnTo>
                  <a:lnTo>
                    <a:pt x="1731708" y="239572"/>
                  </a:lnTo>
                  <a:lnTo>
                    <a:pt x="1731708" y="287947"/>
                  </a:lnTo>
                  <a:lnTo>
                    <a:pt x="1731302" y="294652"/>
                  </a:lnTo>
                  <a:lnTo>
                    <a:pt x="1711896" y="330631"/>
                  </a:lnTo>
                  <a:lnTo>
                    <a:pt x="1679270" y="342252"/>
                  </a:lnTo>
                  <a:lnTo>
                    <a:pt x="1654568" y="336867"/>
                  </a:lnTo>
                  <a:lnTo>
                    <a:pt x="1635747" y="321525"/>
                  </a:lnTo>
                  <a:lnTo>
                    <a:pt x="1623745" y="297357"/>
                  </a:lnTo>
                  <a:lnTo>
                    <a:pt x="1619542" y="265531"/>
                  </a:lnTo>
                  <a:lnTo>
                    <a:pt x="1623326" y="234581"/>
                  </a:lnTo>
                  <a:lnTo>
                    <a:pt x="1634680" y="209384"/>
                  </a:lnTo>
                  <a:lnTo>
                    <a:pt x="1653552" y="192443"/>
                  </a:lnTo>
                  <a:lnTo>
                    <a:pt x="1679892" y="186245"/>
                  </a:lnTo>
                  <a:lnTo>
                    <a:pt x="1698345" y="189598"/>
                  </a:lnTo>
                  <a:lnTo>
                    <a:pt x="1730565" y="228688"/>
                  </a:lnTo>
                  <a:lnTo>
                    <a:pt x="1731708" y="239572"/>
                  </a:lnTo>
                  <a:lnTo>
                    <a:pt x="1731708" y="151168"/>
                  </a:lnTo>
                  <a:lnTo>
                    <a:pt x="1730552" y="151168"/>
                  </a:lnTo>
                  <a:lnTo>
                    <a:pt x="1718589" y="138087"/>
                  </a:lnTo>
                  <a:lnTo>
                    <a:pt x="1701901" y="128143"/>
                  </a:lnTo>
                  <a:lnTo>
                    <a:pt x="1681060" y="121818"/>
                  </a:lnTo>
                  <a:lnTo>
                    <a:pt x="1656613" y="119595"/>
                  </a:lnTo>
                  <a:lnTo>
                    <a:pt x="1617776" y="126034"/>
                  </a:lnTo>
                  <a:lnTo>
                    <a:pt x="1583270" y="144843"/>
                  </a:lnTo>
                  <a:lnTo>
                    <a:pt x="1555610" y="175272"/>
                  </a:lnTo>
                  <a:lnTo>
                    <a:pt x="1537284" y="216598"/>
                  </a:lnTo>
                  <a:lnTo>
                    <a:pt x="1530781" y="268046"/>
                  </a:lnTo>
                  <a:lnTo>
                    <a:pt x="1536903" y="316306"/>
                  </a:lnTo>
                  <a:lnTo>
                    <a:pt x="1553933" y="356044"/>
                  </a:lnTo>
                  <a:lnTo>
                    <a:pt x="1579905" y="386003"/>
                  </a:lnTo>
                  <a:lnTo>
                    <a:pt x="1612861" y="404914"/>
                  </a:lnTo>
                  <a:lnTo>
                    <a:pt x="1650822" y="411492"/>
                  </a:lnTo>
                  <a:lnTo>
                    <a:pt x="1677377" y="408520"/>
                  </a:lnTo>
                  <a:lnTo>
                    <a:pt x="1701787" y="399643"/>
                  </a:lnTo>
                  <a:lnTo>
                    <a:pt x="1722716" y="384886"/>
                  </a:lnTo>
                  <a:lnTo>
                    <a:pt x="1738845" y="364299"/>
                  </a:lnTo>
                  <a:lnTo>
                    <a:pt x="1740052" y="364299"/>
                  </a:lnTo>
                  <a:lnTo>
                    <a:pt x="1743710" y="404914"/>
                  </a:lnTo>
                  <a:lnTo>
                    <a:pt x="1743735" y="405206"/>
                  </a:lnTo>
                  <a:lnTo>
                    <a:pt x="1821446" y="405206"/>
                  </a:lnTo>
                  <a:close/>
                </a:path>
                <a:path w="3448050" h="949325">
                  <a:moveTo>
                    <a:pt x="2114689" y="259067"/>
                  </a:moveTo>
                  <a:lnTo>
                    <a:pt x="2112048" y="233972"/>
                  </a:lnTo>
                  <a:lnTo>
                    <a:pt x="2110371" y="218020"/>
                  </a:lnTo>
                  <a:lnTo>
                    <a:pt x="2096731" y="180111"/>
                  </a:lnTo>
                  <a:lnTo>
                    <a:pt x="2094611" y="177355"/>
                  </a:lnTo>
                  <a:lnTo>
                    <a:pt x="2072690" y="148780"/>
                  </a:lnTo>
                  <a:lnTo>
                    <a:pt x="2037181" y="127469"/>
                  </a:lnTo>
                  <a:lnTo>
                    <a:pt x="2033435" y="126860"/>
                  </a:lnTo>
                  <a:lnTo>
                    <a:pt x="2033435" y="233972"/>
                  </a:lnTo>
                  <a:lnTo>
                    <a:pt x="1930082" y="233972"/>
                  </a:lnTo>
                  <a:lnTo>
                    <a:pt x="1934400" y="215366"/>
                  </a:lnTo>
                  <a:lnTo>
                    <a:pt x="1944293" y="196989"/>
                  </a:lnTo>
                  <a:lnTo>
                    <a:pt x="1960664" y="182943"/>
                  </a:lnTo>
                  <a:lnTo>
                    <a:pt x="1984400" y="177355"/>
                  </a:lnTo>
                  <a:lnTo>
                    <a:pt x="2008860" y="183261"/>
                  </a:lnTo>
                  <a:lnTo>
                    <a:pt x="2023884" y="197815"/>
                  </a:lnTo>
                  <a:lnTo>
                    <a:pt x="2031428" y="216293"/>
                  </a:lnTo>
                  <a:lnTo>
                    <a:pt x="2033435" y="233972"/>
                  </a:lnTo>
                  <a:lnTo>
                    <a:pt x="2033435" y="126860"/>
                  </a:lnTo>
                  <a:lnTo>
                    <a:pt x="1989112" y="119595"/>
                  </a:lnTo>
                  <a:lnTo>
                    <a:pt x="1937054" y="128320"/>
                  </a:lnTo>
                  <a:lnTo>
                    <a:pt x="1897240" y="151765"/>
                  </a:lnTo>
                  <a:lnTo>
                    <a:pt x="1869287" y="185775"/>
                  </a:lnTo>
                  <a:lnTo>
                    <a:pt x="1852790" y="226250"/>
                  </a:lnTo>
                  <a:lnTo>
                    <a:pt x="1847380" y="269049"/>
                  </a:lnTo>
                  <a:lnTo>
                    <a:pt x="1853793" y="316979"/>
                  </a:lnTo>
                  <a:lnTo>
                    <a:pt x="1872729" y="356692"/>
                  </a:lnTo>
                  <a:lnTo>
                    <a:pt x="1903399" y="386232"/>
                  </a:lnTo>
                  <a:lnTo>
                    <a:pt x="1945170" y="404774"/>
                  </a:lnTo>
                  <a:lnTo>
                    <a:pt x="1997341" y="411200"/>
                  </a:lnTo>
                  <a:lnTo>
                    <a:pt x="2025078" y="410095"/>
                  </a:lnTo>
                  <a:lnTo>
                    <a:pt x="2051507" y="406793"/>
                  </a:lnTo>
                  <a:lnTo>
                    <a:pt x="2076335" y="401269"/>
                  </a:lnTo>
                  <a:lnTo>
                    <a:pt x="2099233" y="393547"/>
                  </a:lnTo>
                  <a:lnTo>
                    <a:pt x="2089810" y="346621"/>
                  </a:lnTo>
                  <a:lnTo>
                    <a:pt x="2087422" y="334784"/>
                  </a:lnTo>
                  <a:lnTo>
                    <a:pt x="2069553" y="339966"/>
                  </a:lnTo>
                  <a:lnTo>
                    <a:pt x="2050986" y="343662"/>
                  </a:lnTo>
                  <a:lnTo>
                    <a:pt x="2031301" y="345884"/>
                  </a:lnTo>
                  <a:lnTo>
                    <a:pt x="2010054" y="346621"/>
                  </a:lnTo>
                  <a:lnTo>
                    <a:pt x="1980819" y="343382"/>
                  </a:lnTo>
                  <a:lnTo>
                    <a:pt x="1956104" y="333552"/>
                  </a:lnTo>
                  <a:lnTo>
                    <a:pt x="1938540" y="316979"/>
                  </a:lnTo>
                  <a:lnTo>
                    <a:pt x="1930793" y="293458"/>
                  </a:lnTo>
                  <a:lnTo>
                    <a:pt x="2111552" y="293458"/>
                  </a:lnTo>
                  <a:lnTo>
                    <a:pt x="2112695" y="287502"/>
                  </a:lnTo>
                  <a:lnTo>
                    <a:pt x="2113699" y="279527"/>
                  </a:lnTo>
                  <a:lnTo>
                    <a:pt x="2114410" y="269925"/>
                  </a:lnTo>
                  <a:lnTo>
                    <a:pt x="2114689" y="259067"/>
                  </a:lnTo>
                  <a:close/>
                </a:path>
                <a:path w="3448050" h="949325">
                  <a:moveTo>
                    <a:pt x="2521470" y="292519"/>
                  </a:moveTo>
                  <a:lnTo>
                    <a:pt x="2515641" y="258635"/>
                  </a:lnTo>
                  <a:lnTo>
                    <a:pt x="2501836" y="235178"/>
                  </a:lnTo>
                  <a:lnTo>
                    <a:pt x="2499512" y="231228"/>
                  </a:lnTo>
                  <a:lnTo>
                    <a:pt x="2475090" y="210908"/>
                  </a:lnTo>
                  <a:lnTo>
                    <a:pt x="2444394" y="198247"/>
                  </a:lnTo>
                  <a:lnTo>
                    <a:pt x="2444394" y="196773"/>
                  </a:lnTo>
                  <a:lnTo>
                    <a:pt x="2481757" y="173113"/>
                  </a:lnTo>
                  <a:lnTo>
                    <a:pt x="2504186" y="139763"/>
                  </a:lnTo>
                  <a:lnTo>
                    <a:pt x="2507983" y="114973"/>
                  </a:lnTo>
                  <a:lnTo>
                    <a:pt x="2504579" y="90246"/>
                  </a:lnTo>
                  <a:lnTo>
                    <a:pt x="2500388" y="80987"/>
                  </a:lnTo>
                  <a:lnTo>
                    <a:pt x="2500299" y="80772"/>
                  </a:lnTo>
                  <a:lnTo>
                    <a:pt x="2461818" y="39128"/>
                  </a:lnTo>
                  <a:lnTo>
                    <a:pt x="2429383" y="26250"/>
                  </a:lnTo>
                  <a:lnTo>
                    <a:pt x="2429383" y="289090"/>
                  </a:lnTo>
                  <a:lnTo>
                    <a:pt x="2423287" y="314896"/>
                  </a:lnTo>
                  <a:lnTo>
                    <a:pt x="2406916" y="332168"/>
                  </a:lnTo>
                  <a:lnTo>
                    <a:pt x="2383091" y="341845"/>
                  </a:lnTo>
                  <a:lnTo>
                    <a:pt x="2354643" y="344868"/>
                  </a:lnTo>
                  <a:lnTo>
                    <a:pt x="2346287" y="344868"/>
                  </a:lnTo>
                  <a:lnTo>
                    <a:pt x="2335466" y="344614"/>
                  </a:lnTo>
                  <a:lnTo>
                    <a:pt x="2327783" y="344144"/>
                  </a:lnTo>
                  <a:lnTo>
                    <a:pt x="2321064" y="343306"/>
                  </a:lnTo>
                  <a:lnTo>
                    <a:pt x="2321064" y="235178"/>
                  </a:lnTo>
                  <a:lnTo>
                    <a:pt x="2350986" y="235178"/>
                  </a:lnTo>
                  <a:lnTo>
                    <a:pt x="2381656" y="238201"/>
                  </a:lnTo>
                  <a:lnTo>
                    <a:pt x="2406548" y="247700"/>
                  </a:lnTo>
                  <a:lnTo>
                    <a:pt x="2423274" y="264426"/>
                  </a:lnTo>
                  <a:lnTo>
                    <a:pt x="2429383" y="289090"/>
                  </a:lnTo>
                  <a:lnTo>
                    <a:pt x="2429383" y="26250"/>
                  </a:lnTo>
                  <a:lnTo>
                    <a:pt x="2420048" y="23812"/>
                  </a:lnTo>
                  <a:lnTo>
                    <a:pt x="2420048" y="125399"/>
                  </a:lnTo>
                  <a:lnTo>
                    <a:pt x="2415540" y="144919"/>
                  </a:lnTo>
                  <a:lnTo>
                    <a:pt x="2402141" y="159981"/>
                  </a:lnTo>
                  <a:lnTo>
                    <a:pt x="2380056" y="169684"/>
                  </a:lnTo>
                  <a:lnTo>
                    <a:pt x="2349449" y="173113"/>
                  </a:lnTo>
                  <a:lnTo>
                    <a:pt x="2321064" y="173113"/>
                  </a:lnTo>
                  <a:lnTo>
                    <a:pt x="2321064" y="83451"/>
                  </a:lnTo>
                  <a:lnTo>
                    <a:pt x="2327198" y="82410"/>
                  </a:lnTo>
                  <a:lnTo>
                    <a:pt x="2335136" y="81559"/>
                  </a:lnTo>
                  <a:lnTo>
                    <a:pt x="2345321" y="80987"/>
                  </a:lnTo>
                  <a:lnTo>
                    <a:pt x="2358186" y="80772"/>
                  </a:lnTo>
                  <a:lnTo>
                    <a:pt x="2384539" y="83642"/>
                  </a:lnTo>
                  <a:lnTo>
                    <a:pt x="2403957" y="92125"/>
                  </a:lnTo>
                  <a:lnTo>
                    <a:pt x="2415946" y="106095"/>
                  </a:lnTo>
                  <a:lnTo>
                    <a:pt x="2420048" y="125399"/>
                  </a:lnTo>
                  <a:lnTo>
                    <a:pt x="2420048" y="23812"/>
                  </a:lnTo>
                  <a:lnTo>
                    <a:pt x="2413952" y="22225"/>
                  </a:lnTo>
                  <a:lnTo>
                    <a:pt x="2383726" y="18630"/>
                  </a:lnTo>
                  <a:lnTo>
                    <a:pt x="2347303" y="17564"/>
                  </a:lnTo>
                  <a:lnTo>
                    <a:pt x="2314384" y="18224"/>
                  </a:lnTo>
                  <a:lnTo>
                    <a:pt x="2282990" y="20040"/>
                  </a:lnTo>
                  <a:lnTo>
                    <a:pt x="2255507" y="22669"/>
                  </a:lnTo>
                  <a:lnTo>
                    <a:pt x="2234311" y="25831"/>
                  </a:lnTo>
                  <a:lnTo>
                    <a:pt x="2234311" y="403542"/>
                  </a:lnTo>
                  <a:lnTo>
                    <a:pt x="2251303" y="405625"/>
                  </a:lnTo>
                  <a:lnTo>
                    <a:pt x="2272792" y="407441"/>
                  </a:lnTo>
                  <a:lnTo>
                    <a:pt x="2298712" y="408724"/>
                  </a:lnTo>
                  <a:lnTo>
                    <a:pt x="2328938" y="409206"/>
                  </a:lnTo>
                  <a:lnTo>
                    <a:pt x="2381262" y="406933"/>
                  </a:lnTo>
                  <a:lnTo>
                    <a:pt x="2423325" y="400202"/>
                  </a:lnTo>
                  <a:lnTo>
                    <a:pt x="2481186" y="374205"/>
                  </a:lnTo>
                  <a:lnTo>
                    <a:pt x="2506675" y="344868"/>
                  </a:lnTo>
                  <a:lnTo>
                    <a:pt x="2510320" y="339445"/>
                  </a:lnTo>
                  <a:lnTo>
                    <a:pt x="2518549" y="317461"/>
                  </a:lnTo>
                  <a:lnTo>
                    <a:pt x="2521470" y="292519"/>
                  </a:lnTo>
                  <a:close/>
                </a:path>
                <a:path w="3448050" h="949325">
                  <a:moveTo>
                    <a:pt x="2792793" y="405206"/>
                  </a:moveTo>
                  <a:lnTo>
                    <a:pt x="2788640" y="358203"/>
                  </a:lnTo>
                  <a:lnTo>
                    <a:pt x="2788589" y="357162"/>
                  </a:lnTo>
                  <a:lnTo>
                    <a:pt x="2788501" y="350570"/>
                  </a:lnTo>
                  <a:lnTo>
                    <a:pt x="2788386" y="342290"/>
                  </a:lnTo>
                  <a:lnTo>
                    <a:pt x="2788323" y="273113"/>
                  </a:lnTo>
                  <a:lnTo>
                    <a:pt x="2788323" y="240144"/>
                  </a:lnTo>
                  <a:lnTo>
                    <a:pt x="2782227" y="193636"/>
                  </a:lnTo>
                  <a:lnTo>
                    <a:pt x="2774632" y="179349"/>
                  </a:lnTo>
                  <a:lnTo>
                    <a:pt x="2761818" y="155270"/>
                  </a:lnTo>
                  <a:lnTo>
                    <a:pt x="2723845" y="129197"/>
                  </a:lnTo>
                  <a:lnTo>
                    <a:pt x="2703487" y="125869"/>
                  </a:lnTo>
                  <a:lnTo>
                    <a:pt x="2703487" y="273113"/>
                  </a:lnTo>
                  <a:lnTo>
                    <a:pt x="2703487" y="308584"/>
                  </a:lnTo>
                  <a:lnTo>
                    <a:pt x="2671915" y="348081"/>
                  </a:lnTo>
                  <a:lnTo>
                    <a:pt x="2656636" y="350570"/>
                  </a:lnTo>
                  <a:lnTo>
                    <a:pt x="2642819" y="348513"/>
                  </a:lnTo>
                  <a:lnTo>
                    <a:pt x="2631821" y="342290"/>
                  </a:lnTo>
                  <a:lnTo>
                    <a:pt x="2624556" y="331851"/>
                  </a:lnTo>
                  <a:lnTo>
                    <a:pt x="2621927" y="317131"/>
                  </a:lnTo>
                  <a:lnTo>
                    <a:pt x="2628201" y="296189"/>
                  </a:lnTo>
                  <a:lnTo>
                    <a:pt x="2645460" y="282549"/>
                  </a:lnTo>
                  <a:lnTo>
                    <a:pt x="2671343" y="275209"/>
                  </a:lnTo>
                  <a:lnTo>
                    <a:pt x="2703487" y="273113"/>
                  </a:lnTo>
                  <a:lnTo>
                    <a:pt x="2703487" y="125869"/>
                  </a:lnTo>
                  <a:lnTo>
                    <a:pt x="2665082" y="119583"/>
                  </a:lnTo>
                  <a:lnTo>
                    <a:pt x="2629090" y="121932"/>
                  </a:lnTo>
                  <a:lnTo>
                    <a:pt x="2598521" y="127939"/>
                  </a:lnTo>
                  <a:lnTo>
                    <a:pt x="2573909" y="136017"/>
                  </a:lnTo>
                  <a:lnTo>
                    <a:pt x="2555798" y="144627"/>
                  </a:lnTo>
                  <a:lnTo>
                    <a:pt x="2571889" y="200215"/>
                  </a:lnTo>
                  <a:lnTo>
                    <a:pt x="2587853" y="192239"/>
                  </a:lnTo>
                  <a:lnTo>
                    <a:pt x="2606903" y="185597"/>
                  </a:lnTo>
                  <a:lnTo>
                    <a:pt x="2627820" y="181038"/>
                  </a:lnTo>
                  <a:lnTo>
                    <a:pt x="2649385" y="179349"/>
                  </a:lnTo>
                  <a:lnTo>
                    <a:pt x="2675763" y="182841"/>
                  </a:lnTo>
                  <a:lnTo>
                    <a:pt x="2691434" y="191744"/>
                  </a:lnTo>
                  <a:lnTo>
                    <a:pt x="2698940" y="203428"/>
                  </a:lnTo>
                  <a:lnTo>
                    <a:pt x="2700883" y="215315"/>
                  </a:lnTo>
                  <a:lnTo>
                    <a:pt x="2700883" y="218897"/>
                  </a:lnTo>
                  <a:lnTo>
                    <a:pt x="2645511" y="222999"/>
                  </a:lnTo>
                  <a:lnTo>
                    <a:pt x="2599804" y="235597"/>
                  </a:lnTo>
                  <a:lnTo>
                    <a:pt x="2565285" y="256844"/>
                  </a:lnTo>
                  <a:lnTo>
                    <a:pt x="2543467" y="286931"/>
                  </a:lnTo>
                  <a:lnTo>
                    <a:pt x="2535859" y="326034"/>
                  </a:lnTo>
                  <a:lnTo>
                    <a:pt x="2542006" y="358203"/>
                  </a:lnTo>
                  <a:lnTo>
                    <a:pt x="2559837" y="385483"/>
                  </a:lnTo>
                  <a:lnTo>
                    <a:pt x="2588387" y="404406"/>
                  </a:lnTo>
                  <a:lnTo>
                    <a:pt x="2626753" y="411480"/>
                  </a:lnTo>
                  <a:lnTo>
                    <a:pt x="2650756" y="409295"/>
                  </a:lnTo>
                  <a:lnTo>
                    <a:pt x="2672511" y="402805"/>
                  </a:lnTo>
                  <a:lnTo>
                    <a:pt x="2691460" y="392150"/>
                  </a:lnTo>
                  <a:lnTo>
                    <a:pt x="2707068" y="377456"/>
                  </a:lnTo>
                  <a:lnTo>
                    <a:pt x="2708935" y="377456"/>
                  </a:lnTo>
                  <a:lnTo>
                    <a:pt x="2714079" y="405206"/>
                  </a:lnTo>
                  <a:lnTo>
                    <a:pt x="2792793" y="405206"/>
                  </a:lnTo>
                  <a:close/>
                </a:path>
                <a:path w="3448050" h="949325">
                  <a:moveTo>
                    <a:pt x="3004299" y="121208"/>
                  </a:moveTo>
                  <a:lnTo>
                    <a:pt x="2997797" y="119786"/>
                  </a:lnTo>
                  <a:lnTo>
                    <a:pt x="2993694" y="119583"/>
                  </a:lnTo>
                  <a:lnTo>
                    <a:pt x="2985617" y="119583"/>
                  </a:lnTo>
                  <a:lnTo>
                    <a:pt x="2964294" y="122897"/>
                  </a:lnTo>
                  <a:lnTo>
                    <a:pt x="2942869" y="133261"/>
                  </a:lnTo>
                  <a:lnTo>
                    <a:pt x="2923844" y="151269"/>
                  </a:lnTo>
                  <a:lnTo>
                    <a:pt x="2909722" y="177571"/>
                  </a:lnTo>
                  <a:lnTo>
                    <a:pt x="2907576" y="177571"/>
                  </a:lnTo>
                  <a:lnTo>
                    <a:pt x="2904388" y="125869"/>
                  </a:lnTo>
                  <a:lnTo>
                    <a:pt x="2829268" y="125869"/>
                  </a:lnTo>
                  <a:lnTo>
                    <a:pt x="2830271" y="144640"/>
                  </a:lnTo>
                  <a:lnTo>
                    <a:pt x="2830995" y="165557"/>
                  </a:lnTo>
                  <a:lnTo>
                    <a:pt x="2831414" y="189636"/>
                  </a:lnTo>
                  <a:lnTo>
                    <a:pt x="2831566" y="217944"/>
                  </a:lnTo>
                  <a:lnTo>
                    <a:pt x="2831566" y="405206"/>
                  </a:lnTo>
                  <a:lnTo>
                    <a:pt x="2919107" y="405206"/>
                  </a:lnTo>
                  <a:lnTo>
                    <a:pt x="2919107" y="256832"/>
                  </a:lnTo>
                  <a:lnTo>
                    <a:pt x="2919628" y="250050"/>
                  </a:lnTo>
                  <a:lnTo>
                    <a:pt x="2940862" y="212305"/>
                  </a:lnTo>
                  <a:lnTo>
                    <a:pt x="2980664" y="200444"/>
                  </a:lnTo>
                  <a:lnTo>
                    <a:pt x="2990481" y="200444"/>
                  </a:lnTo>
                  <a:lnTo>
                    <a:pt x="2997530" y="201460"/>
                  </a:lnTo>
                  <a:lnTo>
                    <a:pt x="3004299" y="202882"/>
                  </a:lnTo>
                  <a:lnTo>
                    <a:pt x="3004299" y="121208"/>
                  </a:lnTo>
                  <a:close/>
                </a:path>
                <a:path w="3448050" h="949325">
                  <a:moveTo>
                    <a:pt x="3195637" y="121208"/>
                  </a:moveTo>
                  <a:lnTo>
                    <a:pt x="3189135" y="119786"/>
                  </a:lnTo>
                  <a:lnTo>
                    <a:pt x="3185020" y="119583"/>
                  </a:lnTo>
                  <a:lnTo>
                    <a:pt x="3176955" y="119583"/>
                  </a:lnTo>
                  <a:lnTo>
                    <a:pt x="3155632" y="122897"/>
                  </a:lnTo>
                  <a:lnTo>
                    <a:pt x="3134207" y="133261"/>
                  </a:lnTo>
                  <a:lnTo>
                    <a:pt x="3115170" y="151269"/>
                  </a:lnTo>
                  <a:lnTo>
                    <a:pt x="3101048" y="177571"/>
                  </a:lnTo>
                  <a:lnTo>
                    <a:pt x="3098901" y="177571"/>
                  </a:lnTo>
                  <a:lnTo>
                    <a:pt x="3095714" y="125869"/>
                  </a:lnTo>
                  <a:lnTo>
                    <a:pt x="3020606" y="125869"/>
                  </a:lnTo>
                  <a:lnTo>
                    <a:pt x="3021609" y="144640"/>
                  </a:lnTo>
                  <a:lnTo>
                    <a:pt x="3022320" y="165557"/>
                  </a:lnTo>
                  <a:lnTo>
                    <a:pt x="3022752" y="189636"/>
                  </a:lnTo>
                  <a:lnTo>
                    <a:pt x="3022892" y="217944"/>
                  </a:lnTo>
                  <a:lnTo>
                    <a:pt x="3022892" y="405206"/>
                  </a:lnTo>
                  <a:lnTo>
                    <a:pt x="3110446" y="405206"/>
                  </a:lnTo>
                  <a:lnTo>
                    <a:pt x="3110446" y="256832"/>
                  </a:lnTo>
                  <a:lnTo>
                    <a:pt x="3110966" y="250050"/>
                  </a:lnTo>
                  <a:lnTo>
                    <a:pt x="3132201" y="212305"/>
                  </a:lnTo>
                  <a:lnTo>
                    <a:pt x="3172002" y="200444"/>
                  </a:lnTo>
                  <a:lnTo>
                    <a:pt x="3181807" y="200444"/>
                  </a:lnTo>
                  <a:lnTo>
                    <a:pt x="3188855" y="201460"/>
                  </a:lnTo>
                  <a:lnTo>
                    <a:pt x="3195637" y="202882"/>
                  </a:lnTo>
                  <a:lnTo>
                    <a:pt x="3195637" y="121208"/>
                  </a:lnTo>
                  <a:close/>
                </a:path>
                <a:path w="3448050" h="949325">
                  <a:moveTo>
                    <a:pt x="3447821" y="405206"/>
                  </a:moveTo>
                  <a:lnTo>
                    <a:pt x="3443668" y="358203"/>
                  </a:lnTo>
                  <a:lnTo>
                    <a:pt x="3443617" y="357162"/>
                  </a:lnTo>
                  <a:lnTo>
                    <a:pt x="3443528" y="350570"/>
                  </a:lnTo>
                  <a:lnTo>
                    <a:pt x="3443414" y="342290"/>
                  </a:lnTo>
                  <a:lnTo>
                    <a:pt x="3443351" y="273113"/>
                  </a:lnTo>
                  <a:lnTo>
                    <a:pt x="3443351" y="240144"/>
                  </a:lnTo>
                  <a:lnTo>
                    <a:pt x="3437267" y="193636"/>
                  </a:lnTo>
                  <a:lnTo>
                    <a:pt x="3429660" y="179349"/>
                  </a:lnTo>
                  <a:lnTo>
                    <a:pt x="3416846" y="155270"/>
                  </a:lnTo>
                  <a:lnTo>
                    <a:pt x="3378873" y="129197"/>
                  </a:lnTo>
                  <a:lnTo>
                    <a:pt x="3358515" y="125869"/>
                  </a:lnTo>
                  <a:lnTo>
                    <a:pt x="3358515" y="273113"/>
                  </a:lnTo>
                  <a:lnTo>
                    <a:pt x="3358515" y="308584"/>
                  </a:lnTo>
                  <a:lnTo>
                    <a:pt x="3326942" y="348081"/>
                  </a:lnTo>
                  <a:lnTo>
                    <a:pt x="3311664" y="350570"/>
                  </a:lnTo>
                  <a:lnTo>
                    <a:pt x="3297847" y="348513"/>
                  </a:lnTo>
                  <a:lnTo>
                    <a:pt x="3286849" y="342290"/>
                  </a:lnTo>
                  <a:lnTo>
                    <a:pt x="3279584" y="331851"/>
                  </a:lnTo>
                  <a:lnTo>
                    <a:pt x="3276955" y="317131"/>
                  </a:lnTo>
                  <a:lnTo>
                    <a:pt x="3283229" y="296189"/>
                  </a:lnTo>
                  <a:lnTo>
                    <a:pt x="3300488" y="282549"/>
                  </a:lnTo>
                  <a:lnTo>
                    <a:pt x="3326371" y="275209"/>
                  </a:lnTo>
                  <a:lnTo>
                    <a:pt x="3358515" y="273113"/>
                  </a:lnTo>
                  <a:lnTo>
                    <a:pt x="3358515" y="125869"/>
                  </a:lnTo>
                  <a:lnTo>
                    <a:pt x="3320123" y="119583"/>
                  </a:lnTo>
                  <a:lnTo>
                    <a:pt x="3284118" y="121932"/>
                  </a:lnTo>
                  <a:lnTo>
                    <a:pt x="3253549" y="127939"/>
                  </a:lnTo>
                  <a:lnTo>
                    <a:pt x="3228937" y="136017"/>
                  </a:lnTo>
                  <a:lnTo>
                    <a:pt x="3210826" y="144627"/>
                  </a:lnTo>
                  <a:lnTo>
                    <a:pt x="3226917" y="200215"/>
                  </a:lnTo>
                  <a:lnTo>
                    <a:pt x="3242894" y="192239"/>
                  </a:lnTo>
                  <a:lnTo>
                    <a:pt x="3261931" y="185597"/>
                  </a:lnTo>
                  <a:lnTo>
                    <a:pt x="3282848" y="181038"/>
                  </a:lnTo>
                  <a:lnTo>
                    <a:pt x="3304413" y="179349"/>
                  </a:lnTo>
                  <a:lnTo>
                    <a:pt x="3330791" y="182841"/>
                  </a:lnTo>
                  <a:lnTo>
                    <a:pt x="3346462" y="191744"/>
                  </a:lnTo>
                  <a:lnTo>
                    <a:pt x="3353981" y="203428"/>
                  </a:lnTo>
                  <a:lnTo>
                    <a:pt x="3355911" y="215315"/>
                  </a:lnTo>
                  <a:lnTo>
                    <a:pt x="3355911" y="218897"/>
                  </a:lnTo>
                  <a:lnTo>
                    <a:pt x="3300539" y="222999"/>
                  </a:lnTo>
                  <a:lnTo>
                    <a:pt x="3254845" y="235597"/>
                  </a:lnTo>
                  <a:lnTo>
                    <a:pt x="3220326" y="256844"/>
                  </a:lnTo>
                  <a:lnTo>
                    <a:pt x="3198495" y="286931"/>
                  </a:lnTo>
                  <a:lnTo>
                    <a:pt x="3190887" y="326034"/>
                  </a:lnTo>
                  <a:lnTo>
                    <a:pt x="3197034" y="358203"/>
                  </a:lnTo>
                  <a:lnTo>
                    <a:pt x="3214865" y="385483"/>
                  </a:lnTo>
                  <a:lnTo>
                    <a:pt x="3243427" y="404406"/>
                  </a:lnTo>
                  <a:lnTo>
                    <a:pt x="3281781" y="411480"/>
                  </a:lnTo>
                  <a:lnTo>
                    <a:pt x="3305784" y="409295"/>
                  </a:lnTo>
                  <a:lnTo>
                    <a:pt x="3327539" y="402805"/>
                  </a:lnTo>
                  <a:lnTo>
                    <a:pt x="3346488" y="392150"/>
                  </a:lnTo>
                  <a:lnTo>
                    <a:pt x="3362096" y="377456"/>
                  </a:lnTo>
                  <a:lnTo>
                    <a:pt x="3363950" y="377456"/>
                  </a:lnTo>
                  <a:lnTo>
                    <a:pt x="3369106" y="405206"/>
                  </a:lnTo>
                  <a:lnTo>
                    <a:pt x="3447821" y="4052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2585717" y="5135622"/>
            <a:ext cx="240982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8110" algn="l"/>
              </a:tabLst>
            </a:pPr>
            <a:r>
              <a:rPr sz="2150" spc="-30" dirty="0">
                <a:latin typeface="Trebuchet MS"/>
                <a:cs typeface="Trebuchet MS"/>
              </a:rPr>
              <a:t>960</a:t>
            </a:r>
            <a:r>
              <a:rPr sz="2150" spc="-175" dirty="0">
                <a:latin typeface="Trebuchet MS"/>
                <a:cs typeface="Trebuchet MS"/>
              </a:rPr>
              <a:t> </a:t>
            </a:r>
            <a:r>
              <a:rPr sz="2150" spc="-25" dirty="0">
                <a:latin typeface="Trebuchet MS"/>
                <a:cs typeface="Trebuchet MS"/>
              </a:rPr>
              <a:t>mL</a:t>
            </a:r>
            <a:r>
              <a:rPr sz="2150" dirty="0">
                <a:latin typeface="Trebuchet MS"/>
                <a:cs typeface="Trebuchet MS"/>
              </a:rPr>
              <a:t>	</a:t>
            </a:r>
            <a:r>
              <a:rPr sz="2150" spc="-140" dirty="0">
                <a:latin typeface="Trebuchet MS"/>
                <a:cs typeface="Trebuchet MS"/>
              </a:rPr>
              <a:t>Caja</a:t>
            </a:r>
            <a:r>
              <a:rPr sz="2150" spc="-175" dirty="0">
                <a:latin typeface="Trebuchet MS"/>
                <a:cs typeface="Trebuchet MS"/>
              </a:rPr>
              <a:t> </a:t>
            </a:r>
            <a:r>
              <a:rPr sz="2150" spc="-95" dirty="0">
                <a:latin typeface="Trebuchet MS"/>
                <a:cs typeface="Trebuchet MS"/>
              </a:rPr>
              <a:t>x</a:t>
            </a:r>
            <a:r>
              <a:rPr sz="2150" spc="-170" dirty="0">
                <a:latin typeface="Trebuchet MS"/>
                <a:cs typeface="Trebuchet MS"/>
              </a:rPr>
              <a:t> </a:t>
            </a:r>
            <a:r>
              <a:rPr sz="2150" spc="-25" dirty="0">
                <a:latin typeface="Trebuchet MS"/>
                <a:cs typeface="Trebuchet MS"/>
              </a:rPr>
              <a:t>12</a:t>
            </a:r>
            <a:endParaRPr sz="2150">
              <a:latin typeface="Trebuchet MS"/>
              <a:cs typeface="Trebuchet MS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2455587" y="4249035"/>
            <a:ext cx="7093584" cy="746125"/>
            <a:chOff x="12455587" y="4249035"/>
            <a:chExt cx="7093584" cy="746125"/>
          </a:xfrm>
        </p:grpSpPr>
        <p:sp>
          <p:nvSpPr>
            <p:cNvPr id="51" name="object 51"/>
            <p:cNvSpPr/>
            <p:nvPr/>
          </p:nvSpPr>
          <p:spPr>
            <a:xfrm>
              <a:off x="12455587" y="4249035"/>
              <a:ext cx="7093584" cy="746125"/>
            </a:xfrm>
            <a:custGeom>
              <a:avLst/>
              <a:gdLst/>
              <a:ahLst/>
              <a:cxnLst/>
              <a:rect l="l" t="t" r="r" b="b"/>
              <a:pathLst>
                <a:path w="7093584" h="746125">
                  <a:moveTo>
                    <a:pt x="7009985" y="0"/>
                  </a:moveTo>
                  <a:lnTo>
                    <a:pt x="83568" y="0"/>
                  </a:lnTo>
                  <a:lnTo>
                    <a:pt x="51118" y="6593"/>
                  </a:lnTo>
                  <a:lnTo>
                    <a:pt x="24546" y="24546"/>
                  </a:lnTo>
                  <a:lnTo>
                    <a:pt x="6593" y="51118"/>
                  </a:lnTo>
                  <a:lnTo>
                    <a:pt x="0" y="83568"/>
                  </a:lnTo>
                  <a:lnTo>
                    <a:pt x="0" y="662492"/>
                  </a:lnTo>
                  <a:lnTo>
                    <a:pt x="6593" y="694938"/>
                  </a:lnTo>
                  <a:lnTo>
                    <a:pt x="24546" y="721510"/>
                  </a:lnTo>
                  <a:lnTo>
                    <a:pt x="51118" y="739466"/>
                  </a:lnTo>
                  <a:lnTo>
                    <a:pt x="83568" y="746061"/>
                  </a:lnTo>
                  <a:lnTo>
                    <a:pt x="7009985" y="746061"/>
                  </a:lnTo>
                  <a:lnTo>
                    <a:pt x="7042435" y="739466"/>
                  </a:lnTo>
                  <a:lnTo>
                    <a:pt x="7069007" y="721510"/>
                  </a:lnTo>
                  <a:lnTo>
                    <a:pt x="7086960" y="694938"/>
                  </a:lnTo>
                  <a:lnTo>
                    <a:pt x="7093553" y="662492"/>
                  </a:lnTo>
                  <a:lnTo>
                    <a:pt x="7093553" y="83568"/>
                  </a:lnTo>
                  <a:lnTo>
                    <a:pt x="7086960" y="51118"/>
                  </a:lnTo>
                  <a:lnTo>
                    <a:pt x="7069007" y="24546"/>
                  </a:lnTo>
                  <a:lnTo>
                    <a:pt x="7042435" y="6593"/>
                  </a:lnTo>
                  <a:lnTo>
                    <a:pt x="7009985" y="0"/>
                  </a:lnTo>
                  <a:close/>
                </a:path>
              </a:pathLst>
            </a:custGeom>
            <a:solidFill>
              <a:srgbClr val="1A42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595600" y="4317301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397873" y="4317301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7450167" y="4317301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12451388" y="5082861"/>
            <a:ext cx="7102475" cy="482600"/>
            <a:chOff x="12451388" y="5082861"/>
            <a:chExt cx="7102475" cy="482600"/>
          </a:xfrm>
        </p:grpSpPr>
        <p:sp>
          <p:nvSpPr>
            <p:cNvPr id="56" name="object 56"/>
            <p:cNvSpPr/>
            <p:nvPr/>
          </p:nvSpPr>
          <p:spPr>
            <a:xfrm>
              <a:off x="12455582" y="5087352"/>
              <a:ext cx="7093584" cy="473709"/>
            </a:xfrm>
            <a:custGeom>
              <a:avLst/>
              <a:gdLst/>
              <a:ahLst/>
              <a:cxnLst/>
              <a:rect l="l" t="t" r="r" b="b"/>
              <a:pathLst>
                <a:path w="7093584" h="473710">
                  <a:moveTo>
                    <a:pt x="7026990" y="473409"/>
                  </a:moveTo>
                  <a:lnTo>
                    <a:pt x="66573" y="473409"/>
                  </a:lnTo>
                  <a:lnTo>
                    <a:pt x="40724" y="468156"/>
                  </a:lnTo>
                  <a:lnTo>
                    <a:pt x="19555" y="453853"/>
                  </a:lnTo>
                  <a:lnTo>
                    <a:pt x="5252" y="432685"/>
                  </a:lnTo>
                  <a:lnTo>
                    <a:pt x="0" y="406835"/>
                  </a:lnTo>
                  <a:lnTo>
                    <a:pt x="0" y="66563"/>
                  </a:lnTo>
                  <a:lnTo>
                    <a:pt x="5252" y="40719"/>
                  </a:lnTo>
                  <a:lnTo>
                    <a:pt x="19555" y="19554"/>
                  </a:lnTo>
                  <a:lnTo>
                    <a:pt x="40724" y="5252"/>
                  </a:lnTo>
                  <a:lnTo>
                    <a:pt x="66573" y="0"/>
                  </a:lnTo>
                  <a:lnTo>
                    <a:pt x="7026990" y="0"/>
                  </a:lnTo>
                  <a:lnTo>
                    <a:pt x="7052840" y="5252"/>
                  </a:lnTo>
                  <a:lnTo>
                    <a:pt x="7074008" y="19554"/>
                  </a:lnTo>
                  <a:lnTo>
                    <a:pt x="7088311" y="40719"/>
                  </a:lnTo>
                  <a:lnTo>
                    <a:pt x="7093564" y="66563"/>
                  </a:lnTo>
                  <a:lnTo>
                    <a:pt x="7093564" y="406835"/>
                  </a:lnTo>
                  <a:lnTo>
                    <a:pt x="7088311" y="432685"/>
                  </a:lnTo>
                  <a:lnTo>
                    <a:pt x="7074008" y="453853"/>
                  </a:lnTo>
                  <a:lnTo>
                    <a:pt x="7052840" y="468156"/>
                  </a:lnTo>
                  <a:lnTo>
                    <a:pt x="7026990" y="473409"/>
                  </a:lnTo>
                  <a:close/>
                </a:path>
              </a:pathLst>
            </a:custGeom>
            <a:ln w="8387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3564187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34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5397873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34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7450167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87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15502692" y="4433285"/>
            <a:ext cx="3977640" cy="1055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100"/>
              </a:spcBef>
              <a:tabLst>
                <a:tab pos="2028825" algn="l"/>
              </a:tabLst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EAN13</a:t>
            </a: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	EAN</a:t>
            </a:r>
            <a:r>
              <a:rPr sz="21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14</a:t>
            </a:r>
            <a:endParaRPr sz="2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2002789" algn="l"/>
              </a:tabLst>
            </a:pPr>
            <a:r>
              <a:rPr sz="2150" spc="-10" dirty="0">
                <a:latin typeface="Trebuchet MS"/>
                <a:cs typeface="Trebuchet MS"/>
              </a:rPr>
              <a:t>7707426915699</a:t>
            </a:r>
            <a:r>
              <a:rPr sz="2150" dirty="0">
                <a:latin typeface="Trebuchet MS"/>
                <a:cs typeface="Trebuchet MS"/>
              </a:rPr>
              <a:t>	</a:t>
            </a:r>
            <a:r>
              <a:rPr sz="2150" spc="-25" dirty="0">
                <a:latin typeface="Trebuchet MS"/>
                <a:cs typeface="Trebuchet MS"/>
              </a:rPr>
              <a:t>17707426915696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2663582" y="4433285"/>
            <a:ext cx="6496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65" dirty="0">
                <a:solidFill>
                  <a:srgbClr val="FFFFFF"/>
                </a:solidFill>
                <a:latin typeface="Trebuchet MS"/>
                <a:cs typeface="Trebuchet MS"/>
              </a:rPr>
              <a:t>Cont.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3898133" y="4320234"/>
            <a:ext cx="1143000" cy="57848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00330" marR="5080" indent="-88265">
              <a:lnSpc>
                <a:spcPct val="68800"/>
              </a:lnSpc>
              <a:spcBef>
                <a:spcPts val="905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Unidades </a:t>
            </a: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15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Trebuchet MS"/>
                <a:cs typeface="Trebuchet MS"/>
              </a:rPr>
              <a:t>caja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4538827" y="3435833"/>
            <a:ext cx="5005705" cy="634365"/>
          </a:xfrm>
          <a:custGeom>
            <a:avLst/>
            <a:gdLst/>
            <a:ahLst/>
            <a:cxnLst/>
            <a:rect l="l" t="t" r="r" b="b"/>
            <a:pathLst>
              <a:path w="5005705" h="634364">
                <a:moveTo>
                  <a:pt x="4940373" y="633907"/>
                </a:moveTo>
                <a:lnTo>
                  <a:pt x="64699" y="633907"/>
                </a:lnTo>
                <a:lnTo>
                  <a:pt x="39579" y="628801"/>
                </a:lnTo>
                <a:lnTo>
                  <a:pt x="19007" y="614898"/>
                </a:lnTo>
                <a:lnTo>
                  <a:pt x="5105" y="594323"/>
                </a:lnTo>
                <a:lnTo>
                  <a:pt x="0" y="569197"/>
                </a:lnTo>
                <a:lnTo>
                  <a:pt x="0" y="64699"/>
                </a:lnTo>
                <a:lnTo>
                  <a:pt x="5105" y="39575"/>
                </a:lnTo>
                <a:lnTo>
                  <a:pt x="19007" y="19003"/>
                </a:lnTo>
                <a:lnTo>
                  <a:pt x="39579" y="5104"/>
                </a:lnTo>
                <a:lnTo>
                  <a:pt x="64699" y="0"/>
                </a:lnTo>
                <a:lnTo>
                  <a:pt x="4940373" y="0"/>
                </a:lnTo>
                <a:lnTo>
                  <a:pt x="4965498" y="5104"/>
                </a:lnTo>
                <a:lnTo>
                  <a:pt x="4986074" y="19003"/>
                </a:lnTo>
                <a:lnTo>
                  <a:pt x="4999977" y="39575"/>
                </a:lnTo>
                <a:lnTo>
                  <a:pt x="5005083" y="64699"/>
                </a:lnTo>
                <a:lnTo>
                  <a:pt x="5005083" y="569197"/>
                </a:lnTo>
                <a:lnTo>
                  <a:pt x="4999977" y="594323"/>
                </a:lnTo>
                <a:lnTo>
                  <a:pt x="4986074" y="614898"/>
                </a:lnTo>
                <a:lnTo>
                  <a:pt x="4965498" y="628801"/>
                </a:lnTo>
                <a:lnTo>
                  <a:pt x="4940373" y="633907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16713803" y="3571478"/>
            <a:ext cx="52832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30" dirty="0">
                <a:latin typeface="Trebuchet MS"/>
                <a:cs typeface="Trebuchet MS"/>
              </a:rPr>
              <a:t>Azul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2466055" y="3435826"/>
            <a:ext cx="1984375" cy="629285"/>
          </a:xfrm>
          <a:custGeom>
            <a:avLst/>
            <a:gdLst/>
            <a:ahLst/>
            <a:cxnLst/>
            <a:rect l="l" t="t" r="r" b="b"/>
            <a:pathLst>
              <a:path w="1984375" h="629285">
                <a:moveTo>
                  <a:pt x="1943186" y="0"/>
                </a:moveTo>
                <a:lnTo>
                  <a:pt x="40574" y="0"/>
                </a:lnTo>
                <a:lnTo>
                  <a:pt x="24821" y="3202"/>
                </a:lnTo>
                <a:lnTo>
                  <a:pt x="11919" y="11921"/>
                </a:lnTo>
                <a:lnTo>
                  <a:pt x="3201" y="24825"/>
                </a:lnTo>
                <a:lnTo>
                  <a:pt x="0" y="40585"/>
                </a:lnTo>
                <a:lnTo>
                  <a:pt x="0" y="588453"/>
                </a:lnTo>
                <a:lnTo>
                  <a:pt x="3201" y="604212"/>
                </a:lnTo>
                <a:lnTo>
                  <a:pt x="11919" y="617117"/>
                </a:lnTo>
                <a:lnTo>
                  <a:pt x="24821" y="625836"/>
                </a:lnTo>
                <a:lnTo>
                  <a:pt x="40574" y="629038"/>
                </a:lnTo>
                <a:lnTo>
                  <a:pt x="1943186" y="629038"/>
                </a:lnTo>
                <a:lnTo>
                  <a:pt x="1958940" y="625836"/>
                </a:lnTo>
                <a:lnTo>
                  <a:pt x="1971841" y="617117"/>
                </a:lnTo>
                <a:lnTo>
                  <a:pt x="1980559" y="604212"/>
                </a:lnTo>
                <a:lnTo>
                  <a:pt x="1983761" y="588453"/>
                </a:lnTo>
                <a:lnTo>
                  <a:pt x="1983761" y="40585"/>
                </a:lnTo>
                <a:lnTo>
                  <a:pt x="1980559" y="24825"/>
                </a:lnTo>
                <a:lnTo>
                  <a:pt x="1971841" y="11921"/>
                </a:lnTo>
                <a:lnTo>
                  <a:pt x="1958940" y="3202"/>
                </a:lnTo>
                <a:lnTo>
                  <a:pt x="1943186" y="0"/>
                </a:lnTo>
                <a:close/>
              </a:path>
            </a:pathLst>
          </a:custGeom>
          <a:solidFill>
            <a:srgbClr val="1A42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12844943" y="3541624"/>
            <a:ext cx="117538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Fragancia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6356469" y="6693033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75297" y="200761"/>
                </a:lnTo>
                <a:lnTo>
                  <a:pt x="575170" y="192036"/>
                </a:lnTo>
                <a:lnTo>
                  <a:pt x="575157" y="190461"/>
                </a:lnTo>
                <a:lnTo>
                  <a:pt x="481431" y="86118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2877" y="44323"/>
                </a:lnTo>
                <a:lnTo>
                  <a:pt x="376186" y="45808"/>
                </a:lnTo>
                <a:lnTo>
                  <a:pt x="133591" y="59042"/>
                </a:lnTo>
                <a:lnTo>
                  <a:pt x="121399" y="59639"/>
                </a:lnTo>
                <a:lnTo>
                  <a:pt x="109321" y="60540"/>
                </a:lnTo>
                <a:lnTo>
                  <a:pt x="44221" y="110032"/>
                </a:lnTo>
                <a:lnTo>
                  <a:pt x="5334" y="149644"/>
                </a:lnTo>
                <a:lnTo>
                  <a:pt x="0" y="154724"/>
                </a:lnTo>
                <a:lnTo>
                  <a:pt x="3225" y="164388"/>
                </a:lnTo>
                <a:lnTo>
                  <a:pt x="3263" y="164515"/>
                </a:lnTo>
                <a:lnTo>
                  <a:pt x="10617" y="165354"/>
                </a:lnTo>
                <a:lnTo>
                  <a:pt x="14909" y="166052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48" y="107873"/>
                </a:lnTo>
                <a:lnTo>
                  <a:pt x="85382" y="101650"/>
                </a:lnTo>
                <a:lnTo>
                  <a:pt x="91833" y="95415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27" y="79692"/>
                </a:lnTo>
                <a:lnTo>
                  <a:pt x="368071" y="98437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29"/>
                </a:lnTo>
                <a:lnTo>
                  <a:pt x="248221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78" y="233857"/>
                </a:lnTo>
                <a:lnTo>
                  <a:pt x="238645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61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22" y="247319"/>
                </a:lnTo>
                <a:lnTo>
                  <a:pt x="336461" y="407238"/>
                </a:lnTo>
                <a:lnTo>
                  <a:pt x="310108" y="432549"/>
                </a:lnTo>
                <a:lnTo>
                  <a:pt x="286359" y="456209"/>
                </a:lnTo>
                <a:lnTo>
                  <a:pt x="281622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20" y="339775"/>
                </a:lnTo>
                <a:lnTo>
                  <a:pt x="116865" y="331584"/>
                </a:lnTo>
                <a:lnTo>
                  <a:pt x="111137" y="331228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12" y="338150"/>
                </a:lnTo>
                <a:lnTo>
                  <a:pt x="99301" y="339940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79" y="488403"/>
                </a:lnTo>
                <a:lnTo>
                  <a:pt x="308737" y="481825"/>
                </a:lnTo>
                <a:lnTo>
                  <a:pt x="309410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68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1A42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6356469" y="5868384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5">
                <a:moveTo>
                  <a:pt x="575322" y="202717"/>
                </a:moveTo>
                <a:lnTo>
                  <a:pt x="575297" y="200748"/>
                </a:lnTo>
                <a:lnTo>
                  <a:pt x="575170" y="192036"/>
                </a:lnTo>
                <a:lnTo>
                  <a:pt x="575157" y="190461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193"/>
                </a:lnTo>
                <a:lnTo>
                  <a:pt x="460629" y="7505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29" y="44196"/>
                </a:lnTo>
                <a:lnTo>
                  <a:pt x="308965" y="49047"/>
                </a:lnTo>
                <a:lnTo>
                  <a:pt x="136601" y="58877"/>
                </a:lnTo>
                <a:lnTo>
                  <a:pt x="113169" y="60147"/>
                </a:lnTo>
                <a:lnTo>
                  <a:pt x="113639" y="60147"/>
                </a:lnTo>
                <a:lnTo>
                  <a:pt x="44221" y="110032"/>
                </a:lnTo>
                <a:lnTo>
                  <a:pt x="5334" y="149631"/>
                </a:lnTo>
                <a:lnTo>
                  <a:pt x="0" y="154724"/>
                </a:lnTo>
                <a:lnTo>
                  <a:pt x="3225" y="164388"/>
                </a:lnTo>
                <a:lnTo>
                  <a:pt x="3263" y="164515"/>
                </a:lnTo>
                <a:lnTo>
                  <a:pt x="10617" y="165354"/>
                </a:lnTo>
                <a:lnTo>
                  <a:pt x="14947" y="166052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48" y="107873"/>
                </a:lnTo>
                <a:lnTo>
                  <a:pt x="85382" y="101650"/>
                </a:lnTo>
                <a:lnTo>
                  <a:pt x="91833" y="95402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27" y="79692"/>
                </a:lnTo>
                <a:lnTo>
                  <a:pt x="368071" y="98437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09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21" y="222097"/>
                </a:lnTo>
                <a:lnTo>
                  <a:pt x="218186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78" y="233857"/>
                </a:lnTo>
                <a:lnTo>
                  <a:pt x="238645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09" y="247319"/>
                </a:lnTo>
                <a:lnTo>
                  <a:pt x="336461" y="407238"/>
                </a:lnTo>
                <a:lnTo>
                  <a:pt x="310108" y="432549"/>
                </a:lnTo>
                <a:lnTo>
                  <a:pt x="286359" y="456209"/>
                </a:lnTo>
                <a:lnTo>
                  <a:pt x="281622" y="459778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20" y="339775"/>
                </a:lnTo>
                <a:lnTo>
                  <a:pt x="116865" y="331584"/>
                </a:lnTo>
                <a:lnTo>
                  <a:pt x="111137" y="331216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12" y="338150"/>
                </a:lnTo>
                <a:lnTo>
                  <a:pt x="99301" y="339940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56"/>
                </a:lnTo>
                <a:lnTo>
                  <a:pt x="304279" y="488403"/>
                </a:lnTo>
                <a:lnTo>
                  <a:pt x="309232" y="481076"/>
                </a:lnTo>
                <a:lnTo>
                  <a:pt x="308737" y="481825"/>
                </a:lnTo>
                <a:lnTo>
                  <a:pt x="309422" y="481076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1A42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13191197" y="5747057"/>
            <a:ext cx="2360930" cy="152146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1590" marR="292735">
              <a:lnSpc>
                <a:spcPts val="2420"/>
              </a:lnSpc>
              <a:spcBef>
                <a:spcPts val="585"/>
              </a:spcBef>
            </a:pPr>
            <a:r>
              <a:rPr sz="2400" spc="-90" dirty="0">
                <a:latin typeface="Trebuchet MS"/>
                <a:cs typeface="Trebuchet MS"/>
              </a:rPr>
              <a:t>Fragancia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suave </a:t>
            </a:r>
            <a:r>
              <a:rPr sz="2400" spc="-55" dirty="0">
                <a:latin typeface="Trebuchet MS"/>
                <a:cs typeface="Trebuchet MS"/>
              </a:rPr>
              <a:t>y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delicada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ts val="2420"/>
              </a:lnSpc>
              <a:spcBef>
                <a:spcPts val="1605"/>
              </a:spcBef>
            </a:pPr>
            <a:r>
              <a:rPr sz="2400" spc="-70" dirty="0">
                <a:latin typeface="Trebuchet MS"/>
                <a:cs typeface="Trebuchet MS"/>
              </a:rPr>
              <a:t>Ingrediente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activo </a:t>
            </a:r>
            <a:r>
              <a:rPr sz="2400" spc="-10" dirty="0">
                <a:latin typeface="Trebuchet MS"/>
                <a:cs typeface="Trebuchet MS"/>
              </a:rPr>
              <a:t>biodegradable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2555258" y="6670681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75297" y="200748"/>
                </a:lnTo>
                <a:lnTo>
                  <a:pt x="575170" y="192036"/>
                </a:lnTo>
                <a:lnTo>
                  <a:pt x="575157" y="190461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193"/>
                </a:lnTo>
                <a:lnTo>
                  <a:pt x="460629" y="7505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2889" y="44323"/>
                </a:lnTo>
                <a:lnTo>
                  <a:pt x="376174" y="45808"/>
                </a:lnTo>
                <a:lnTo>
                  <a:pt x="133591" y="59055"/>
                </a:lnTo>
                <a:lnTo>
                  <a:pt x="121399" y="59639"/>
                </a:lnTo>
                <a:lnTo>
                  <a:pt x="109321" y="60540"/>
                </a:lnTo>
                <a:lnTo>
                  <a:pt x="44221" y="110032"/>
                </a:lnTo>
                <a:lnTo>
                  <a:pt x="5334" y="149631"/>
                </a:lnTo>
                <a:lnTo>
                  <a:pt x="0" y="154711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47" y="166052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46" y="95415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09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34" y="222084"/>
                </a:lnTo>
                <a:lnTo>
                  <a:pt x="218186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89" y="192036"/>
                </a:lnTo>
                <a:lnTo>
                  <a:pt x="551497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22" y="247319"/>
                </a:lnTo>
                <a:lnTo>
                  <a:pt x="336473" y="407238"/>
                </a:lnTo>
                <a:lnTo>
                  <a:pt x="310108" y="432549"/>
                </a:lnTo>
                <a:lnTo>
                  <a:pt x="286359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07" y="339775"/>
                </a:lnTo>
                <a:lnTo>
                  <a:pt x="116865" y="331584"/>
                </a:lnTo>
                <a:lnTo>
                  <a:pt x="112699" y="331330"/>
                </a:lnTo>
                <a:lnTo>
                  <a:pt x="112699" y="357530"/>
                </a:lnTo>
                <a:lnTo>
                  <a:pt x="112636" y="358190"/>
                </a:lnTo>
                <a:lnTo>
                  <a:pt x="112547" y="359054"/>
                </a:lnTo>
                <a:lnTo>
                  <a:pt x="112699" y="357530"/>
                </a:lnTo>
                <a:lnTo>
                  <a:pt x="112699" y="331330"/>
                </a:lnTo>
                <a:lnTo>
                  <a:pt x="111137" y="331228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12" y="338150"/>
                </a:lnTo>
                <a:lnTo>
                  <a:pt x="99301" y="339940"/>
                </a:lnTo>
                <a:lnTo>
                  <a:pt x="93548" y="344512"/>
                </a:lnTo>
                <a:lnTo>
                  <a:pt x="93484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56"/>
                </a:lnTo>
                <a:lnTo>
                  <a:pt x="304292" y="488403"/>
                </a:lnTo>
                <a:lnTo>
                  <a:pt x="309232" y="481076"/>
                </a:lnTo>
                <a:lnTo>
                  <a:pt x="308711" y="481863"/>
                </a:lnTo>
                <a:lnTo>
                  <a:pt x="309422" y="481076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380809" y="408051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1A42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16978571" y="5750933"/>
            <a:ext cx="2723515" cy="154876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2420"/>
              </a:lnSpc>
              <a:spcBef>
                <a:spcPts val="585"/>
              </a:spcBef>
            </a:pPr>
            <a:r>
              <a:rPr sz="2400" spc="-125" dirty="0">
                <a:latin typeface="Trebuchet MS"/>
                <a:cs typeface="Trebuchet MS"/>
              </a:rPr>
              <a:t>Para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prendas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blancas y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de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color</a:t>
            </a:r>
            <a:endParaRPr sz="2400">
              <a:latin typeface="Trebuchet MS"/>
              <a:cs typeface="Trebuchet MS"/>
            </a:endParaRPr>
          </a:p>
          <a:p>
            <a:pPr marL="41910" marR="591185">
              <a:lnSpc>
                <a:spcPts val="2420"/>
              </a:lnSpc>
              <a:spcBef>
                <a:spcPts val="1825"/>
              </a:spcBef>
            </a:pPr>
            <a:r>
              <a:rPr sz="2400" spc="-70" dirty="0">
                <a:latin typeface="Trebuchet MS"/>
                <a:cs typeface="Trebuchet MS"/>
              </a:rPr>
              <a:t>Prendas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limpias </a:t>
            </a:r>
            <a:r>
              <a:rPr sz="2400" spc="-55" dirty="0">
                <a:latin typeface="Trebuchet MS"/>
                <a:cs typeface="Trebuchet MS"/>
              </a:rPr>
              <a:t>y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despercudidas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2555258" y="5868384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5">
                <a:moveTo>
                  <a:pt x="575322" y="202717"/>
                </a:moveTo>
                <a:lnTo>
                  <a:pt x="575297" y="200748"/>
                </a:lnTo>
                <a:lnTo>
                  <a:pt x="575170" y="192036"/>
                </a:lnTo>
                <a:lnTo>
                  <a:pt x="575157" y="190461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193"/>
                </a:lnTo>
                <a:lnTo>
                  <a:pt x="460629" y="7505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42" y="44196"/>
                </a:lnTo>
                <a:lnTo>
                  <a:pt x="308965" y="49047"/>
                </a:lnTo>
                <a:lnTo>
                  <a:pt x="136601" y="58877"/>
                </a:lnTo>
                <a:lnTo>
                  <a:pt x="113169" y="60147"/>
                </a:lnTo>
                <a:lnTo>
                  <a:pt x="113639" y="60147"/>
                </a:lnTo>
                <a:lnTo>
                  <a:pt x="44221" y="110032"/>
                </a:lnTo>
                <a:lnTo>
                  <a:pt x="5334" y="149631"/>
                </a:lnTo>
                <a:lnTo>
                  <a:pt x="0" y="154711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47" y="166052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46" y="95402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09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34" y="222097"/>
                </a:lnTo>
                <a:lnTo>
                  <a:pt x="218186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89" y="192036"/>
                </a:lnTo>
                <a:lnTo>
                  <a:pt x="551497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09" y="247319"/>
                </a:lnTo>
                <a:lnTo>
                  <a:pt x="336473" y="407238"/>
                </a:lnTo>
                <a:lnTo>
                  <a:pt x="310108" y="432549"/>
                </a:lnTo>
                <a:lnTo>
                  <a:pt x="286359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07" y="339775"/>
                </a:lnTo>
                <a:lnTo>
                  <a:pt x="116865" y="331584"/>
                </a:lnTo>
                <a:lnTo>
                  <a:pt x="112699" y="331317"/>
                </a:lnTo>
                <a:lnTo>
                  <a:pt x="112699" y="357530"/>
                </a:lnTo>
                <a:lnTo>
                  <a:pt x="112636" y="358190"/>
                </a:lnTo>
                <a:lnTo>
                  <a:pt x="112547" y="359054"/>
                </a:lnTo>
                <a:lnTo>
                  <a:pt x="112699" y="357530"/>
                </a:lnTo>
                <a:lnTo>
                  <a:pt x="112699" y="331317"/>
                </a:lnTo>
                <a:lnTo>
                  <a:pt x="111137" y="331216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12" y="338150"/>
                </a:lnTo>
                <a:lnTo>
                  <a:pt x="99301" y="339940"/>
                </a:lnTo>
                <a:lnTo>
                  <a:pt x="93548" y="344512"/>
                </a:lnTo>
                <a:lnTo>
                  <a:pt x="93484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56"/>
                </a:lnTo>
                <a:lnTo>
                  <a:pt x="304292" y="488403"/>
                </a:lnTo>
                <a:lnTo>
                  <a:pt x="309232" y="481076"/>
                </a:lnTo>
                <a:lnTo>
                  <a:pt x="308711" y="481863"/>
                </a:lnTo>
                <a:lnTo>
                  <a:pt x="309422" y="481076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380809" y="408051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1A428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4" name="Gráfico 73">
            <a:extLst>
              <a:ext uri="{FF2B5EF4-FFF2-40B4-BE49-F238E27FC236}">
                <a16:creationId xmlns:a16="http://schemas.microsoft.com/office/drawing/2014/main" id="{6EF268C3-6509-67D8-8DB0-CC9277B4298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17939" y="7038207"/>
            <a:ext cx="3557311" cy="3744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9549745" cy="11308715"/>
            <a:chOff x="0" y="0"/>
            <a:chExt cx="19549745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172251" cy="1130854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437007" y="9750838"/>
              <a:ext cx="13970" cy="10795"/>
            </a:xfrm>
            <a:custGeom>
              <a:avLst/>
              <a:gdLst/>
              <a:ahLst/>
              <a:cxnLst/>
              <a:rect l="l" t="t" r="r" b="b"/>
              <a:pathLst>
                <a:path w="13969" h="10795">
                  <a:moveTo>
                    <a:pt x="0" y="0"/>
                  </a:moveTo>
                  <a:lnTo>
                    <a:pt x="3905" y="3476"/>
                  </a:lnTo>
                  <a:lnTo>
                    <a:pt x="8418" y="6889"/>
                  </a:lnTo>
                  <a:lnTo>
                    <a:pt x="13612" y="10219"/>
                  </a:lnTo>
                  <a:lnTo>
                    <a:pt x="6649" y="4795"/>
                  </a:lnTo>
                  <a:lnTo>
                    <a:pt x="2209" y="1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000208" y="9011750"/>
              <a:ext cx="2098675" cy="1929764"/>
            </a:xfrm>
            <a:custGeom>
              <a:avLst/>
              <a:gdLst/>
              <a:ahLst/>
              <a:cxnLst/>
              <a:rect l="l" t="t" r="r" b="b"/>
              <a:pathLst>
                <a:path w="2098675" h="1929765">
                  <a:moveTo>
                    <a:pt x="36323" y="1271062"/>
                  </a:moveTo>
                  <a:lnTo>
                    <a:pt x="32135" y="1271764"/>
                  </a:lnTo>
                  <a:lnTo>
                    <a:pt x="27904" y="1272225"/>
                  </a:lnTo>
                  <a:lnTo>
                    <a:pt x="0" y="1273031"/>
                  </a:lnTo>
                  <a:lnTo>
                    <a:pt x="139456" y="1393142"/>
                  </a:lnTo>
                  <a:lnTo>
                    <a:pt x="383258" y="1606930"/>
                  </a:lnTo>
                  <a:lnTo>
                    <a:pt x="704564" y="1893850"/>
                  </a:lnTo>
                  <a:lnTo>
                    <a:pt x="708732" y="1897818"/>
                  </a:lnTo>
                  <a:lnTo>
                    <a:pt x="711611" y="1900645"/>
                  </a:lnTo>
                  <a:lnTo>
                    <a:pt x="713632" y="1902425"/>
                  </a:lnTo>
                  <a:lnTo>
                    <a:pt x="715695" y="1904153"/>
                  </a:lnTo>
                  <a:lnTo>
                    <a:pt x="760663" y="1926991"/>
                  </a:lnTo>
                  <a:lnTo>
                    <a:pt x="809950" y="1929252"/>
                  </a:lnTo>
                  <a:lnTo>
                    <a:pt x="854456" y="1914864"/>
                  </a:lnTo>
                  <a:lnTo>
                    <a:pt x="885082" y="1887756"/>
                  </a:lnTo>
                  <a:lnTo>
                    <a:pt x="891397" y="1880779"/>
                  </a:lnTo>
                  <a:lnTo>
                    <a:pt x="902606" y="1869063"/>
                  </a:lnTo>
                  <a:lnTo>
                    <a:pt x="908747" y="1862782"/>
                  </a:lnTo>
                  <a:lnTo>
                    <a:pt x="794902" y="1862782"/>
                  </a:lnTo>
                  <a:lnTo>
                    <a:pt x="746227" y="1858974"/>
                  </a:lnTo>
                  <a:lnTo>
                    <a:pt x="701413" y="1835223"/>
                  </a:lnTo>
                  <a:lnTo>
                    <a:pt x="36323" y="1271062"/>
                  </a:lnTo>
                  <a:close/>
                </a:path>
                <a:path w="2098675" h="1929765">
                  <a:moveTo>
                    <a:pt x="1423431" y="0"/>
                  </a:moveTo>
                  <a:lnTo>
                    <a:pt x="1412857" y="839"/>
                  </a:lnTo>
                  <a:lnTo>
                    <a:pt x="1393724" y="2085"/>
                  </a:lnTo>
                  <a:lnTo>
                    <a:pt x="1403287" y="2085"/>
                  </a:lnTo>
                  <a:lnTo>
                    <a:pt x="1452745" y="12251"/>
                  </a:lnTo>
                  <a:lnTo>
                    <a:pt x="1496425" y="44503"/>
                  </a:lnTo>
                  <a:lnTo>
                    <a:pt x="1970038" y="518304"/>
                  </a:lnTo>
                  <a:lnTo>
                    <a:pt x="1988733" y="536462"/>
                  </a:lnTo>
                  <a:lnTo>
                    <a:pt x="1998619" y="545660"/>
                  </a:lnTo>
                  <a:lnTo>
                    <a:pt x="2020692" y="573014"/>
                  </a:lnTo>
                  <a:lnTo>
                    <a:pt x="2035267" y="614263"/>
                  </a:lnTo>
                  <a:lnTo>
                    <a:pt x="2030304" y="663549"/>
                  </a:lnTo>
                  <a:lnTo>
                    <a:pt x="1993761" y="715016"/>
                  </a:lnTo>
                  <a:lnTo>
                    <a:pt x="1972708" y="735256"/>
                  </a:lnTo>
                  <a:lnTo>
                    <a:pt x="1730030" y="971413"/>
                  </a:lnTo>
                  <a:lnTo>
                    <a:pt x="902645" y="1788179"/>
                  </a:lnTo>
                  <a:lnTo>
                    <a:pt x="886592" y="1804634"/>
                  </a:lnTo>
                  <a:lnTo>
                    <a:pt x="875235" y="1816529"/>
                  </a:lnTo>
                  <a:lnTo>
                    <a:pt x="868884" y="1823559"/>
                  </a:lnTo>
                  <a:lnTo>
                    <a:pt x="838700" y="1849895"/>
                  </a:lnTo>
                  <a:lnTo>
                    <a:pt x="794902" y="1862782"/>
                  </a:lnTo>
                  <a:lnTo>
                    <a:pt x="908747" y="1862782"/>
                  </a:lnTo>
                  <a:lnTo>
                    <a:pt x="918414" y="1852896"/>
                  </a:lnTo>
                  <a:lnTo>
                    <a:pt x="1791521" y="994075"/>
                  </a:lnTo>
                  <a:lnTo>
                    <a:pt x="2033241" y="759732"/>
                  </a:lnTo>
                  <a:lnTo>
                    <a:pt x="2054377" y="739487"/>
                  </a:lnTo>
                  <a:lnTo>
                    <a:pt x="2087796" y="696851"/>
                  </a:lnTo>
                  <a:lnTo>
                    <a:pt x="2098604" y="654886"/>
                  </a:lnTo>
                  <a:lnTo>
                    <a:pt x="2093209" y="616696"/>
                  </a:lnTo>
                  <a:lnTo>
                    <a:pt x="2078019" y="585389"/>
                  </a:lnTo>
                  <a:lnTo>
                    <a:pt x="2059445" y="564068"/>
                  </a:lnTo>
                  <a:lnTo>
                    <a:pt x="2049168" y="554543"/>
                  </a:lnTo>
                  <a:lnTo>
                    <a:pt x="2029734" y="535737"/>
                  </a:lnTo>
                  <a:lnTo>
                    <a:pt x="1537481" y="45016"/>
                  </a:lnTo>
                  <a:lnTo>
                    <a:pt x="1532194" y="38189"/>
                  </a:lnTo>
                  <a:lnTo>
                    <a:pt x="1526288" y="32398"/>
                  </a:lnTo>
                  <a:lnTo>
                    <a:pt x="1520027" y="27488"/>
                  </a:lnTo>
                  <a:lnTo>
                    <a:pt x="1484764" y="8313"/>
                  </a:lnTo>
                  <a:lnTo>
                    <a:pt x="1450069" y="839"/>
                  </a:lnTo>
                  <a:lnTo>
                    <a:pt x="1450577" y="839"/>
                  </a:lnTo>
                  <a:lnTo>
                    <a:pt x="1423431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325393" y="9020337"/>
              <a:ext cx="4710430" cy="1854200"/>
            </a:xfrm>
            <a:custGeom>
              <a:avLst/>
              <a:gdLst/>
              <a:ahLst/>
              <a:cxnLst/>
              <a:rect l="l" t="t" r="r" b="b"/>
              <a:pathLst>
                <a:path w="4710430" h="1854200">
                  <a:moveTo>
                    <a:pt x="4186157" y="1181100"/>
                  </a:moveTo>
                  <a:lnTo>
                    <a:pt x="2481421" y="1181100"/>
                  </a:lnTo>
                  <a:lnTo>
                    <a:pt x="2487341" y="1193800"/>
                  </a:lnTo>
                  <a:lnTo>
                    <a:pt x="2494276" y="1206500"/>
                  </a:lnTo>
                  <a:lnTo>
                    <a:pt x="2502217" y="1219200"/>
                  </a:lnTo>
                  <a:lnTo>
                    <a:pt x="2511159" y="1231900"/>
                  </a:lnTo>
                  <a:lnTo>
                    <a:pt x="2524686" y="1231900"/>
                  </a:lnTo>
                  <a:lnTo>
                    <a:pt x="2539923" y="1244600"/>
                  </a:lnTo>
                  <a:lnTo>
                    <a:pt x="2556813" y="1257300"/>
                  </a:lnTo>
                  <a:lnTo>
                    <a:pt x="2575293" y="1257300"/>
                  </a:lnTo>
                  <a:lnTo>
                    <a:pt x="2584502" y="1270000"/>
                  </a:lnTo>
                  <a:lnTo>
                    <a:pt x="2711142" y="1270000"/>
                  </a:lnTo>
                  <a:lnTo>
                    <a:pt x="3050263" y="1549400"/>
                  </a:lnTo>
                  <a:lnTo>
                    <a:pt x="3136398" y="1625600"/>
                  </a:lnTo>
                  <a:lnTo>
                    <a:pt x="3176427" y="1663700"/>
                  </a:lnTo>
                  <a:lnTo>
                    <a:pt x="3214092" y="1689100"/>
                  </a:lnTo>
                  <a:lnTo>
                    <a:pt x="3249139" y="1727200"/>
                  </a:lnTo>
                  <a:lnTo>
                    <a:pt x="3281315" y="1752600"/>
                  </a:lnTo>
                  <a:lnTo>
                    <a:pt x="3310366" y="1778000"/>
                  </a:lnTo>
                  <a:lnTo>
                    <a:pt x="3336039" y="1803400"/>
                  </a:lnTo>
                  <a:lnTo>
                    <a:pt x="3358078" y="1816100"/>
                  </a:lnTo>
                  <a:lnTo>
                    <a:pt x="3376232" y="1828800"/>
                  </a:lnTo>
                  <a:lnTo>
                    <a:pt x="3421047" y="1854200"/>
                  </a:lnTo>
                  <a:lnTo>
                    <a:pt x="3469721" y="1854200"/>
                  </a:lnTo>
                  <a:lnTo>
                    <a:pt x="3513519" y="1841500"/>
                  </a:lnTo>
                  <a:lnTo>
                    <a:pt x="3543703" y="1816100"/>
                  </a:lnTo>
                  <a:lnTo>
                    <a:pt x="3550054" y="1816100"/>
                  </a:lnTo>
                  <a:lnTo>
                    <a:pt x="3561411" y="1803400"/>
                  </a:lnTo>
                  <a:lnTo>
                    <a:pt x="3577464" y="1790700"/>
                  </a:lnTo>
                  <a:lnTo>
                    <a:pt x="3597901" y="1765300"/>
                  </a:lnTo>
                  <a:lnTo>
                    <a:pt x="3622410" y="1739900"/>
                  </a:lnTo>
                  <a:lnTo>
                    <a:pt x="3650680" y="1714500"/>
                  </a:lnTo>
                  <a:lnTo>
                    <a:pt x="3682400" y="1676400"/>
                  </a:lnTo>
                  <a:lnTo>
                    <a:pt x="3717257" y="1651000"/>
                  </a:lnTo>
                  <a:lnTo>
                    <a:pt x="3754941" y="1612900"/>
                  </a:lnTo>
                  <a:lnTo>
                    <a:pt x="3795140" y="1574800"/>
                  </a:lnTo>
                  <a:lnTo>
                    <a:pt x="3837542" y="1524000"/>
                  </a:lnTo>
                  <a:lnTo>
                    <a:pt x="3881836" y="1485900"/>
                  </a:lnTo>
                  <a:lnTo>
                    <a:pt x="3927710" y="1435100"/>
                  </a:lnTo>
                  <a:lnTo>
                    <a:pt x="3974854" y="1397000"/>
                  </a:lnTo>
                  <a:lnTo>
                    <a:pt x="4022954" y="1346200"/>
                  </a:lnTo>
                  <a:lnTo>
                    <a:pt x="4169886" y="1193800"/>
                  </a:lnTo>
                  <a:lnTo>
                    <a:pt x="4186157" y="1181100"/>
                  </a:lnTo>
                  <a:close/>
                </a:path>
                <a:path w="4710430" h="1854200">
                  <a:moveTo>
                    <a:pt x="1500917" y="1498600"/>
                  </a:moveTo>
                  <a:lnTo>
                    <a:pt x="1277538" y="1498600"/>
                  </a:lnTo>
                  <a:lnTo>
                    <a:pt x="1294462" y="1511300"/>
                  </a:lnTo>
                  <a:lnTo>
                    <a:pt x="1312975" y="1524000"/>
                  </a:lnTo>
                  <a:lnTo>
                    <a:pt x="1463794" y="1524000"/>
                  </a:lnTo>
                  <a:lnTo>
                    <a:pt x="1482585" y="1511300"/>
                  </a:lnTo>
                  <a:lnTo>
                    <a:pt x="1500917" y="1498600"/>
                  </a:lnTo>
                  <a:close/>
                </a:path>
                <a:path w="4710430" h="1854200">
                  <a:moveTo>
                    <a:pt x="1530002" y="1270000"/>
                  </a:moveTo>
                  <a:lnTo>
                    <a:pt x="1202329" y="1270000"/>
                  </a:lnTo>
                  <a:lnTo>
                    <a:pt x="1201868" y="1295400"/>
                  </a:lnTo>
                  <a:lnTo>
                    <a:pt x="1201579" y="1320800"/>
                  </a:lnTo>
                  <a:lnTo>
                    <a:pt x="1201607" y="1358900"/>
                  </a:lnTo>
                  <a:lnTo>
                    <a:pt x="1202693" y="1371600"/>
                  </a:lnTo>
                  <a:lnTo>
                    <a:pt x="1204675" y="1397000"/>
                  </a:lnTo>
                  <a:lnTo>
                    <a:pt x="1207544" y="1409700"/>
                  </a:lnTo>
                  <a:lnTo>
                    <a:pt x="1211292" y="1422400"/>
                  </a:lnTo>
                  <a:lnTo>
                    <a:pt x="1217746" y="1435100"/>
                  </a:lnTo>
                  <a:lnTo>
                    <a:pt x="1226155" y="1460500"/>
                  </a:lnTo>
                  <a:lnTo>
                    <a:pt x="1236485" y="1473200"/>
                  </a:lnTo>
                  <a:lnTo>
                    <a:pt x="1248705" y="1485900"/>
                  </a:lnTo>
                  <a:lnTo>
                    <a:pt x="1262265" y="1498600"/>
                  </a:lnTo>
                  <a:lnTo>
                    <a:pt x="1501116" y="1498600"/>
                  </a:lnTo>
                  <a:lnTo>
                    <a:pt x="1521748" y="1460500"/>
                  </a:lnTo>
                  <a:lnTo>
                    <a:pt x="1525119" y="1409700"/>
                  </a:lnTo>
                  <a:lnTo>
                    <a:pt x="1526229" y="1397000"/>
                  </a:lnTo>
                  <a:lnTo>
                    <a:pt x="1527164" y="1371600"/>
                  </a:lnTo>
                  <a:lnTo>
                    <a:pt x="1527922" y="1358900"/>
                  </a:lnTo>
                  <a:lnTo>
                    <a:pt x="1528545" y="1333500"/>
                  </a:lnTo>
                  <a:lnTo>
                    <a:pt x="1530002" y="1270000"/>
                  </a:lnTo>
                  <a:close/>
                </a:path>
                <a:path w="4710430" h="1854200">
                  <a:moveTo>
                    <a:pt x="134082" y="863600"/>
                  </a:moveTo>
                  <a:lnTo>
                    <a:pt x="86121" y="863600"/>
                  </a:lnTo>
                  <a:lnTo>
                    <a:pt x="58866" y="876300"/>
                  </a:lnTo>
                  <a:lnTo>
                    <a:pt x="10449" y="952500"/>
                  </a:lnTo>
                  <a:lnTo>
                    <a:pt x="2382" y="1003300"/>
                  </a:lnTo>
                  <a:lnTo>
                    <a:pt x="504" y="1041400"/>
                  </a:lnTo>
                  <a:lnTo>
                    <a:pt x="0" y="1079500"/>
                  </a:lnTo>
                  <a:lnTo>
                    <a:pt x="2511" y="1104900"/>
                  </a:lnTo>
                  <a:lnTo>
                    <a:pt x="9849" y="1117600"/>
                  </a:lnTo>
                  <a:lnTo>
                    <a:pt x="21979" y="1143000"/>
                  </a:lnTo>
                  <a:lnTo>
                    <a:pt x="54506" y="1181100"/>
                  </a:lnTo>
                  <a:lnTo>
                    <a:pt x="92760" y="1206500"/>
                  </a:lnTo>
                  <a:lnTo>
                    <a:pt x="138080" y="1231900"/>
                  </a:lnTo>
                  <a:lnTo>
                    <a:pt x="162683" y="1244600"/>
                  </a:lnTo>
                  <a:lnTo>
                    <a:pt x="188963" y="1244600"/>
                  </a:lnTo>
                  <a:lnTo>
                    <a:pt x="216831" y="1257300"/>
                  </a:lnTo>
                  <a:lnTo>
                    <a:pt x="246015" y="1257300"/>
                  </a:lnTo>
                  <a:lnTo>
                    <a:pt x="276402" y="1270000"/>
                  </a:lnTo>
                  <a:lnTo>
                    <a:pt x="418280" y="1270000"/>
                  </a:lnTo>
                  <a:lnTo>
                    <a:pt x="485042" y="1244600"/>
                  </a:lnTo>
                  <a:lnTo>
                    <a:pt x="544531" y="1219200"/>
                  </a:lnTo>
                  <a:lnTo>
                    <a:pt x="570385" y="1193800"/>
                  </a:lnTo>
                  <a:lnTo>
                    <a:pt x="593521" y="1181100"/>
                  </a:lnTo>
                  <a:lnTo>
                    <a:pt x="601791" y="1168400"/>
                  </a:lnTo>
                  <a:lnTo>
                    <a:pt x="609655" y="1155700"/>
                  </a:lnTo>
                  <a:lnTo>
                    <a:pt x="617117" y="1155700"/>
                  </a:lnTo>
                  <a:lnTo>
                    <a:pt x="624179" y="1143000"/>
                  </a:lnTo>
                  <a:lnTo>
                    <a:pt x="1871286" y="1143000"/>
                  </a:lnTo>
                  <a:lnTo>
                    <a:pt x="1879105" y="1130300"/>
                  </a:lnTo>
                  <a:lnTo>
                    <a:pt x="1886062" y="1130300"/>
                  </a:lnTo>
                  <a:lnTo>
                    <a:pt x="1892727" y="1117600"/>
                  </a:lnTo>
                  <a:lnTo>
                    <a:pt x="1899110" y="1104900"/>
                  </a:lnTo>
                  <a:lnTo>
                    <a:pt x="1905219" y="1092200"/>
                  </a:lnTo>
                  <a:lnTo>
                    <a:pt x="4278741" y="1092200"/>
                  </a:lnTo>
                  <a:lnTo>
                    <a:pt x="4314219" y="1054100"/>
                  </a:lnTo>
                  <a:lnTo>
                    <a:pt x="4360299" y="1016000"/>
                  </a:lnTo>
                  <a:lnTo>
                    <a:pt x="4382572" y="990600"/>
                  </a:lnTo>
                  <a:lnTo>
                    <a:pt x="926505" y="990600"/>
                  </a:lnTo>
                  <a:lnTo>
                    <a:pt x="923793" y="977900"/>
                  </a:lnTo>
                  <a:lnTo>
                    <a:pt x="923217" y="965200"/>
                  </a:lnTo>
                  <a:lnTo>
                    <a:pt x="923647" y="952500"/>
                  </a:lnTo>
                  <a:lnTo>
                    <a:pt x="925769" y="876300"/>
                  </a:lnTo>
                  <a:lnTo>
                    <a:pt x="147901" y="876300"/>
                  </a:lnTo>
                  <a:lnTo>
                    <a:pt x="134082" y="863600"/>
                  </a:lnTo>
                  <a:close/>
                </a:path>
                <a:path w="4710430" h="1854200">
                  <a:moveTo>
                    <a:pt x="932149" y="1257300"/>
                  </a:moveTo>
                  <a:lnTo>
                    <a:pt x="775576" y="1257300"/>
                  </a:lnTo>
                  <a:lnTo>
                    <a:pt x="801137" y="1270000"/>
                  </a:lnTo>
                  <a:lnTo>
                    <a:pt x="916564" y="1270000"/>
                  </a:lnTo>
                  <a:lnTo>
                    <a:pt x="932149" y="1257300"/>
                  </a:lnTo>
                  <a:close/>
                </a:path>
                <a:path w="4710430" h="1854200">
                  <a:moveTo>
                    <a:pt x="1530696" y="1257300"/>
                  </a:moveTo>
                  <a:lnTo>
                    <a:pt x="1084050" y="1257300"/>
                  </a:lnTo>
                  <a:lnTo>
                    <a:pt x="1099282" y="1270000"/>
                  </a:lnTo>
                  <a:lnTo>
                    <a:pt x="1530257" y="1270000"/>
                  </a:lnTo>
                  <a:lnTo>
                    <a:pt x="1530696" y="1257300"/>
                  </a:lnTo>
                  <a:close/>
                </a:path>
                <a:path w="4710430" h="1854200">
                  <a:moveTo>
                    <a:pt x="1801716" y="1219200"/>
                  </a:moveTo>
                  <a:lnTo>
                    <a:pt x="1018607" y="1219200"/>
                  </a:lnTo>
                  <a:lnTo>
                    <a:pt x="1021016" y="1231900"/>
                  </a:lnTo>
                  <a:lnTo>
                    <a:pt x="1023508" y="1231900"/>
                  </a:lnTo>
                  <a:lnTo>
                    <a:pt x="1036525" y="1244600"/>
                  </a:lnTo>
                  <a:lnTo>
                    <a:pt x="1050991" y="1244600"/>
                  </a:lnTo>
                  <a:lnTo>
                    <a:pt x="1066851" y="1257300"/>
                  </a:lnTo>
                  <a:lnTo>
                    <a:pt x="1551299" y="1257300"/>
                  </a:lnTo>
                  <a:lnTo>
                    <a:pt x="1573158" y="1270000"/>
                  </a:lnTo>
                  <a:lnTo>
                    <a:pt x="1669810" y="1270000"/>
                  </a:lnTo>
                  <a:lnTo>
                    <a:pt x="1705094" y="1257300"/>
                  </a:lnTo>
                  <a:lnTo>
                    <a:pt x="1739004" y="1244600"/>
                  </a:lnTo>
                  <a:lnTo>
                    <a:pt x="1771422" y="1231900"/>
                  </a:lnTo>
                  <a:lnTo>
                    <a:pt x="1801716" y="1219200"/>
                  </a:lnTo>
                  <a:close/>
                </a:path>
                <a:path w="4710430" h="1854200">
                  <a:moveTo>
                    <a:pt x="4278741" y="1092200"/>
                  </a:moveTo>
                  <a:lnTo>
                    <a:pt x="1908256" y="1092200"/>
                  </a:lnTo>
                  <a:lnTo>
                    <a:pt x="1909910" y="1104900"/>
                  </a:lnTo>
                  <a:lnTo>
                    <a:pt x="1949485" y="1155700"/>
                  </a:lnTo>
                  <a:lnTo>
                    <a:pt x="1998640" y="1206500"/>
                  </a:lnTo>
                  <a:lnTo>
                    <a:pt x="2025874" y="1219200"/>
                  </a:lnTo>
                  <a:lnTo>
                    <a:pt x="2054734" y="1244600"/>
                  </a:lnTo>
                  <a:lnTo>
                    <a:pt x="2085120" y="1244600"/>
                  </a:lnTo>
                  <a:lnTo>
                    <a:pt x="2116930" y="1257300"/>
                  </a:lnTo>
                  <a:lnTo>
                    <a:pt x="2142787" y="1270000"/>
                  </a:lnTo>
                  <a:lnTo>
                    <a:pt x="2281895" y="1270000"/>
                  </a:lnTo>
                  <a:lnTo>
                    <a:pt x="2304839" y="1257300"/>
                  </a:lnTo>
                  <a:lnTo>
                    <a:pt x="2352090" y="1257300"/>
                  </a:lnTo>
                  <a:lnTo>
                    <a:pt x="2375219" y="1244600"/>
                  </a:lnTo>
                  <a:lnTo>
                    <a:pt x="2397254" y="1231900"/>
                  </a:lnTo>
                  <a:lnTo>
                    <a:pt x="2418114" y="1231900"/>
                  </a:lnTo>
                  <a:lnTo>
                    <a:pt x="2435906" y="1219200"/>
                  </a:lnTo>
                  <a:lnTo>
                    <a:pt x="2452403" y="1206500"/>
                  </a:lnTo>
                  <a:lnTo>
                    <a:pt x="2467582" y="1193800"/>
                  </a:lnTo>
                  <a:lnTo>
                    <a:pt x="2481421" y="1181100"/>
                  </a:lnTo>
                  <a:lnTo>
                    <a:pt x="4186157" y="1181100"/>
                  </a:lnTo>
                  <a:lnTo>
                    <a:pt x="4218701" y="1155700"/>
                  </a:lnTo>
                  <a:lnTo>
                    <a:pt x="4266916" y="1104900"/>
                  </a:lnTo>
                  <a:lnTo>
                    <a:pt x="4278741" y="1092200"/>
                  </a:lnTo>
                  <a:close/>
                </a:path>
                <a:path w="4710430" h="1854200">
                  <a:moveTo>
                    <a:pt x="1871286" y="1143000"/>
                  </a:moveTo>
                  <a:lnTo>
                    <a:pt x="624179" y="1143000"/>
                  </a:lnTo>
                  <a:lnTo>
                    <a:pt x="633834" y="1155700"/>
                  </a:lnTo>
                  <a:lnTo>
                    <a:pt x="644710" y="1181100"/>
                  </a:lnTo>
                  <a:lnTo>
                    <a:pt x="688281" y="1219200"/>
                  </a:lnTo>
                  <a:lnTo>
                    <a:pt x="729991" y="1244600"/>
                  </a:lnTo>
                  <a:lnTo>
                    <a:pt x="753327" y="1257300"/>
                  </a:lnTo>
                  <a:lnTo>
                    <a:pt x="948578" y="1257300"/>
                  </a:lnTo>
                  <a:lnTo>
                    <a:pt x="964780" y="1244600"/>
                  </a:lnTo>
                  <a:lnTo>
                    <a:pt x="980698" y="1244600"/>
                  </a:lnTo>
                  <a:lnTo>
                    <a:pt x="996273" y="1231900"/>
                  </a:lnTo>
                  <a:lnTo>
                    <a:pt x="1009969" y="1231900"/>
                  </a:lnTo>
                  <a:lnTo>
                    <a:pt x="1016304" y="1219200"/>
                  </a:lnTo>
                  <a:lnTo>
                    <a:pt x="1801716" y="1219200"/>
                  </a:lnTo>
                  <a:lnTo>
                    <a:pt x="1829822" y="1193800"/>
                  </a:lnTo>
                  <a:lnTo>
                    <a:pt x="1855649" y="1168400"/>
                  </a:lnTo>
                  <a:lnTo>
                    <a:pt x="1871286" y="1143000"/>
                  </a:lnTo>
                  <a:close/>
                </a:path>
                <a:path w="4710430" h="1854200">
                  <a:moveTo>
                    <a:pt x="1216098" y="469900"/>
                  </a:moveTo>
                  <a:lnTo>
                    <a:pt x="1041659" y="469900"/>
                  </a:lnTo>
                  <a:lnTo>
                    <a:pt x="1025696" y="482600"/>
                  </a:lnTo>
                  <a:lnTo>
                    <a:pt x="998946" y="520700"/>
                  </a:lnTo>
                  <a:lnTo>
                    <a:pt x="991520" y="571500"/>
                  </a:lnTo>
                  <a:lnTo>
                    <a:pt x="989874" y="622300"/>
                  </a:lnTo>
                  <a:lnTo>
                    <a:pt x="989003" y="673100"/>
                  </a:lnTo>
                  <a:lnTo>
                    <a:pt x="988492" y="698500"/>
                  </a:lnTo>
                  <a:lnTo>
                    <a:pt x="987767" y="736600"/>
                  </a:lnTo>
                  <a:lnTo>
                    <a:pt x="985921" y="774700"/>
                  </a:lnTo>
                  <a:lnTo>
                    <a:pt x="981914" y="825500"/>
                  </a:lnTo>
                  <a:lnTo>
                    <a:pt x="976049" y="876300"/>
                  </a:lnTo>
                  <a:lnTo>
                    <a:pt x="967926" y="914400"/>
                  </a:lnTo>
                  <a:lnTo>
                    <a:pt x="962965" y="939800"/>
                  </a:lnTo>
                  <a:lnTo>
                    <a:pt x="958462" y="952500"/>
                  </a:lnTo>
                  <a:lnTo>
                    <a:pt x="953385" y="965200"/>
                  </a:lnTo>
                  <a:lnTo>
                    <a:pt x="947753" y="977900"/>
                  </a:lnTo>
                  <a:lnTo>
                    <a:pt x="941583" y="990600"/>
                  </a:lnTo>
                  <a:lnTo>
                    <a:pt x="4382572" y="990600"/>
                  </a:lnTo>
                  <a:lnTo>
                    <a:pt x="4404845" y="965200"/>
                  </a:lnTo>
                  <a:lnTo>
                    <a:pt x="4447544" y="927100"/>
                  </a:lnTo>
                  <a:lnTo>
                    <a:pt x="4488086" y="889000"/>
                  </a:lnTo>
                  <a:lnTo>
                    <a:pt x="4526158" y="850900"/>
                  </a:lnTo>
                  <a:lnTo>
                    <a:pt x="4561450" y="812800"/>
                  </a:lnTo>
                  <a:lnTo>
                    <a:pt x="4593649" y="787400"/>
                  </a:lnTo>
                  <a:lnTo>
                    <a:pt x="4622445" y="762000"/>
                  </a:lnTo>
                  <a:lnTo>
                    <a:pt x="4647526" y="736600"/>
                  </a:lnTo>
                  <a:lnTo>
                    <a:pt x="4668580" y="711200"/>
                  </a:lnTo>
                  <a:lnTo>
                    <a:pt x="4705123" y="660400"/>
                  </a:lnTo>
                  <a:lnTo>
                    <a:pt x="1936768" y="660400"/>
                  </a:lnTo>
                  <a:lnTo>
                    <a:pt x="1925777" y="622300"/>
                  </a:lnTo>
                  <a:lnTo>
                    <a:pt x="1912812" y="596900"/>
                  </a:lnTo>
                  <a:lnTo>
                    <a:pt x="1897870" y="571500"/>
                  </a:lnTo>
                  <a:lnTo>
                    <a:pt x="1880947" y="546100"/>
                  </a:lnTo>
                  <a:lnTo>
                    <a:pt x="1848859" y="520700"/>
                  </a:lnTo>
                  <a:lnTo>
                    <a:pt x="1506236" y="520700"/>
                  </a:lnTo>
                  <a:lnTo>
                    <a:pt x="1503273" y="508000"/>
                  </a:lnTo>
                  <a:lnTo>
                    <a:pt x="1496886" y="508000"/>
                  </a:lnTo>
                  <a:lnTo>
                    <a:pt x="1471942" y="495300"/>
                  </a:lnTo>
                  <a:lnTo>
                    <a:pt x="1249783" y="495300"/>
                  </a:lnTo>
                  <a:lnTo>
                    <a:pt x="1239289" y="482600"/>
                  </a:lnTo>
                  <a:lnTo>
                    <a:pt x="1228058" y="482600"/>
                  </a:lnTo>
                  <a:lnTo>
                    <a:pt x="1216098" y="469900"/>
                  </a:lnTo>
                  <a:close/>
                </a:path>
                <a:path w="4710430" h="1854200">
                  <a:moveTo>
                    <a:pt x="476387" y="279400"/>
                  </a:moveTo>
                  <a:lnTo>
                    <a:pt x="345862" y="279400"/>
                  </a:lnTo>
                  <a:lnTo>
                    <a:pt x="313209" y="292100"/>
                  </a:lnTo>
                  <a:lnTo>
                    <a:pt x="280630" y="292100"/>
                  </a:lnTo>
                  <a:lnTo>
                    <a:pt x="214505" y="317500"/>
                  </a:lnTo>
                  <a:lnTo>
                    <a:pt x="155440" y="355600"/>
                  </a:lnTo>
                  <a:lnTo>
                    <a:pt x="103871" y="406400"/>
                  </a:lnTo>
                  <a:lnTo>
                    <a:pt x="62919" y="457200"/>
                  </a:lnTo>
                  <a:lnTo>
                    <a:pt x="46959" y="495300"/>
                  </a:lnTo>
                  <a:lnTo>
                    <a:pt x="35570" y="533400"/>
                  </a:lnTo>
                  <a:lnTo>
                    <a:pt x="28786" y="584200"/>
                  </a:lnTo>
                  <a:lnTo>
                    <a:pt x="26637" y="622300"/>
                  </a:lnTo>
                  <a:lnTo>
                    <a:pt x="28662" y="660400"/>
                  </a:lnTo>
                  <a:lnTo>
                    <a:pt x="34389" y="698500"/>
                  </a:lnTo>
                  <a:lnTo>
                    <a:pt x="43795" y="736600"/>
                  </a:lnTo>
                  <a:lnTo>
                    <a:pt x="72326" y="787400"/>
                  </a:lnTo>
                  <a:lnTo>
                    <a:pt x="109431" y="838200"/>
                  </a:lnTo>
                  <a:lnTo>
                    <a:pt x="130938" y="863600"/>
                  </a:lnTo>
                  <a:lnTo>
                    <a:pt x="145992" y="863600"/>
                  </a:lnTo>
                  <a:lnTo>
                    <a:pt x="153705" y="876300"/>
                  </a:lnTo>
                  <a:lnTo>
                    <a:pt x="925769" y="876300"/>
                  </a:lnTo>
                  <a:lnTo>
                    <a:pt x="926127" y="863600"/>
                  </a:lnTo>
                  <a:lnTo>
                    <a:pt x="930488" y="723900"/>
                  </a:lnTo>
                  <a:lnTo>
                    <a:pt x="932236" y="673100"/>
                  </a:lnTo>
                  <a:lnTo>
                    <a:pt x="933076" y="635000"/>
                  </a:lnTo>
                  <a:lnTo>
                    <a:pt x="933144" y="622300"/>
                  </a:lnTo>
                  <a:lnTo>
                    <a:pt x="932038" y="609600"/>
                  </a:lnTo>
                  <a:lnTo>
                    <a:pt x="929967" y="596900"/>
                  </a:lnTo>
                  <a:lnTo>
                    <a:pt x="926940" y="571500"/>
                  </a:lnTo>
                  <a:lnTo>
                    <a:pt x="907540" y="533400"/>
                  </a:lnTo>
                  <a:lnTo>
                    <a:pt x="870577" y="495300"/>
                  </a:lnTo>
                  <a:lnTo>
                    <a:pt x="855142" y="482600"/>
                  </a:lnTo>
                  <a:lnTo>
                    <a:pt x="838084" y="482600"/>
                  </a:lnTo>
                  <a:lnTo>
                    <a:pt x="819451" y="469900"/>
                  </a:lnTo>
                  <a:lnTo>
                    <a:pt x="690931" y="469900"/>
                  </a:lnTo>
                  <a:lnTo>
                    <a:pt x="680986" y="431800"/>
                  </a:lnTo>
                  <a:lnTo>
                    <a:pt x="665737" y="393700"/>
                  </a:lnTo>
                  <a:lnTo>
                    <a:pt x="645295" y="368300"/>
                  </a:lnTo>
                  <a:lnTo>
                    <a:pt x="619771" y="342900"/>
                  </a:lnTo>
                  <a:lnTo>
                    <a:pt x="579860" y="317500"/>
                  </a:lnTo>
                  <a:lnTo>
                    <a:pt x="532006" y="292100"/>
                  </a:lnTo>
                  <a:lnTo>
                    <a:pt x="476387" y="279400"/>
                  </a:lnTo>
                  <a:close/>
                </a:path>
                <a:path w="4710430" h="1854200">
                  <a:moveTo>
                    <a:pt x="4104011" y="0"/>
                  </a:moveTo>
                  <a:lnTo>
                    <a:pt x="4052651" y="0"/>
                  </a:lnTo>
                  <a:lnTo>
                    <a:pt x="2721990" y="88900"/>
                  </a:lnTo>
                  <a:lnTo>
                    <a:pt x="2687639" y="88900"/>
                  </a:lnTo>
                  <a:lnTo>
                    <a:pt x="2661274" y="101600"/>
                  </a:lnTo>
                  <a:lnTo>
                    <a:pt x="2644373" y="114300"/>
                  </a:lnTo>
                  <a:lnTo>
                    <a:pt x="2638411" y="127000"/>
                  </a:lnTo>
                  <a:lnTo>
                    <a:pt x="2271847" y="469900"/>
                  </a:lnTo>
                  <a:lnTo>
                    <a:pt x="2189043" y="469900"/>
                  </a:lnTo>
                  <a:lnTo>
                    <a:pt x="2151837" y="482600"/>
                  </a:lnTo>
                  <a:lnTo>
                    <a:pt x="2086119" y="508000"/>
                  </a:lnTo>
                  <a:lnTo>
                    <a:pt x="2030038" y="546100"/>
                  </a:lnTo>
                  <a:lnTo>
                    <a:pt x="2005656" y="571500"/>
                  </a:lnTo>
                  <a:lnTo>
                    <a:pt x="1985630" y="584200"/>
                  </a:lnTo>
                  <a:lnTo>
                    <a:pt x="1967450" y="609600"/>
                  </a:lnTo>
                  <a:lnTo>
                    <a:pt x="1951151" y="635000"/>
                  </a:lnTo>
                  <a:lnTo>
                    <a:pt x="1936768" y="660400"/>
                  </a:lnTo>
                  <a:lnTo>
                    <a:pt x="4705123" y="660400"/>
                  </a:lnTo>
                  <a:lnTo>
                    <a:pt x="4710086" y="609600"/>
                  </a:lnTo>
                  <a:lnTo>
                    <a:pt x="4695511" y="571500"/>
                  </a:lnTo>
                  <a:lnTo>
                    <a:pt x="4673438" y="546100"/>
                  </a:lnTo>
                  <a:lnTo>
                    <a:pt x="4663552" y="533400"/>
                  </a:lnTo>
                  <a:lnTo>
                    <a:pt x="4644856" y="520700"/>
                  </a:lnTo>
                  <a:lnTo>
                    <a:pt x="4618553" y="495300"/>
                  </a:lnTo>
                  <a:lnTo>
                    <a:pt x="4585846" y="457200"/>
                  </a:lnTo>
                  <a:lnTo>
                    <a:pt x="4547938" y="419100"/>
                  </a:lnTo>
                  <a:lnTo>
                    <a:pt x="4506032" y="381000"/>
                  </a:lnTo>
                  <a:lnTo>
                    <a:pt x="4461332" y="330200"/>
                  </a:lnTo>
                  <a:lnTo>
                    <a:pt x="4415041" y="292100"/>
                  </a:lnTo>
                  <a:lnTo>
                    <a:pt x="4368361" y="241300"/>
                  </a:lnTo>
                  <a:lnTo>
                    <a:pt x="4278648" y="152400"/>
                  </a:lnTo>
                  <a:lnTo>
                    <a:pt x="4171244" y="38100"/>
                  </a:lnTo>
                  <a:lnTo>
                    <a:pt x="4150755" y="25400"/>
                  </a:lnTo>
                  <a:lnTo>
                    <a:pt x="4104011" y="0"/>
                  </a:lnTo>
                  <a:close/>
                </a:path>
                <a:path w="4710430" h="1854200">
                  <a:moveTo>
                    <a:pt x="1725167" y="469900"/>
                  </a:moveTo>
                  <a:lnTo>
                    <a:pt x="1621657" y="469900"/>
                  </a:lnTo>
                  <a:lnTo>
                    <a:pt x="1585894" y="482600"/>
                  </a:lnTo>
                  <a:lnTo>
                    <a:pt x="1553091" y="495300"/>
                  </a:lnTo>
                  <a:lnTo>
                    <a:pt x="1523367" y="508000"/>
                  </a:lnTo>
                  <a:lnTo>
                    <a:pt x="1511765" y="508000"/>
                  </a:lnTo>
                  <a:lnTo>
                    <a:pt x="1506236" y="520700"/>
                  </a:lnTo>
                  <a:lnTo>
                    <a:pt x="1848859" y="520700"/>
                  </a:lnTo>
                  <a:lnTo>
                    <a:pt x="1812138" y="495300"/>
                  </a:lnTo>
                  <a:lnTo>
                    <a:pt x="1770877" y="482600"/>
                  </a:lnTo>
                  <a:lnTo>
                    <a:pt x="1725167" y="469900"/>
                  </a:lnTo>
                  <a:close/>
                </a:path>
                <a:path w="4710430" h="1854200">
                  <a:moveTo>
                    <a:pt x="1409125" y="469900"/>
                  </a:moveTo>
                  <a:lnTo>
                    <a:pt x="1285100" y="469900"/>
                  </a:lnTo>
                  <a:lnTo>
                    <a:pt x="1267159" y="482600"/>
                  </a:lnTo>
                  <a:lnTo>
                    <a:pt x="1249783" y="495300"/>
                  </a:lnTo>
                  <a:lnTo>
                    <a:pt x="1471942" y="495300"/>
                  </a:lnTo>
                  <a:lnTo>
                    <a:pt x="1442653" y="482600"/>
                  </a:lnTo>
                  <a:lnTo>
                    <a:pt x="1409125" y="4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675847" y="9046691"/>
              <a:ext cx="2308225" cy="1785620"/>
            </a:xfrm>
            <a:custGeom>
              <a:avLst/>
              <a:gdLst/>
              <a:ahLst/>
              <a:cxnLst/>
              <a:rect l="l" t="t" r="r" b="b"/>
              <a:pathLst>
                <a:path w="2308225" h="1785620">
                  <a:moveTo>
                    <a:pt x="415704" y="1205827"/>
                  </a:moveTo>
                  <a:lnTo>
                    <a:pt x="389925" y="1226172"/>
                  </a:lnTo>
                  <a:lnTo>
                    <a:pt x="1019923" y="1752364"/>
                  </a:lnTo>
                  <a:lnTo>
                    <a:pt x="1025675" y="1757391"/>
                  </a:lnTo>
                  <a:lnTo>
                    <a:pt x="1067442" y="1781498"/>
                  </a:lnTo>
                  <a:lnTo>
                    <a:pt x="1114276" y="1785047"/>
                  </a:lnTo>
                  <a:lnTo>
                    <a:pt x="1156988" y="1772007"/>
                  </a:lnTo>
                  <a:lnTo>
                    <a:pt x="1186393" y="1746344"/>
                  </a:lnTo>
                  <a:lnTo>
                    <a:pt x="1192784" y="1739301"/>
                  </a:lnTo>
                  <a:lnTo>
                    <a:pt x="1204302" y="1727290"/>
                  </a:lnTo>
                  <a:lnTo>
                    <a:pt x="1210569" y="1720891"/>
                  </a:lnTo>
                  <a:lnTo>
                    <a:pt x="1089096" y="1720891"/>
                  </a:lnTo>
                  <a:lnTo>
                    <a:pt x="1040236" y="1713010"/>
                  </a:lnTo>
                  <a:lnTo>
                    <a:pt x="998189" y="1688440"/>
                  </a:lnTo>
                  <a:lnTo>
                    <a:pt x="989163" y="1680821"/>
                  </a:lnTo>
                  <a:lnTo>
                    <a:pt x="415704" y="1205827"/>
                  </a:lnTo>
                  <a:close/>
                </a:path>
                <a:path w="2308225" h="1785620">
                  <a:moveTo>
                    <a:pt x="1792416" y="41914"/>
                  </a:moveTo>
                  <a:lnTo>
                    <a:pt x="1673657" y="41914"/>
                  </a:lnTo>
                  <a:lnTo>
                    <a:pt x="1699363" y="44070"/>
                  </a:lnTo>
                  <a:lnTo>
                    <a:pt x="1718505" y="56968"/>
                  </a:lnTo>
                  <a:lnTo>
                    <a:pt x="1741433" y="84081"/>
                  </a:lnTo>
                  <a:lnTo>
                    <a:pt x="2177746" y="505175"/>
                  </a:lnTo>
                  <a:lnTo>
                    <a:pt x="2197369" y="523597"/>
                  </a:lnTo>
                  <a:lnTo>
                    <a:pt x="2207608" y="532811"/>
                  </a:lnTo>
                  <a:lnTo>
                    <a:pt x="2228075" y="557314"/>
                  </a:lnTo>
                  <a:lnTo>
                    <a:pt x="2241499" y="594307"/>
                  </a:lnTo>
                  <a:lnTo>
                    <a:pt x="2236722" y="638148"/>
                  </a:lnTo>
                  <a:lnTo>
                    <a:pt x="2236677" y="638559"/>
                  </a:lnTo>
                  <a:lnTo>
                    <a:pt x="2202404" y="684837"/>
                  </a:lnTo>
                  <a:lnTo>
                    <a:pt x="2183045" y="702795"/>
                  </a:lnTo>
                  <a:lnTo>
                    <a:pt x="2104560" y="776840"/>
                  </a:lnTo>
                  <a:lnTo>
                    <a:pt x="1837502" y="1033064"/>
                  </a:lnTo>
                  <a:lnTo>
                    <a:pt x="1212875" y="1641757"/>
                  </a:lnTo>
                  <a:lnTo>
                    <a:pt x="1179050" y="1675689"/>
                  </a:lnTo>
                  <a:lnTo>
                    <a:pt x="1164163" y="1691278"/>
                  </a:lnTo>
                  <a:lnTo>
                    <a:pt x="1133996" y="1713256"/>
                  </a:lnTo>
                  <a:lnTo>
                    <a:pt x="1089096" y="1720891"/>
                  </a:lnTo>
                  <a:lnTo>
                    <a:pt x="1210569" y="1720891"/>
                  </a:lnTo>
                  <a:lnTo>
                    <a:pt x="1220617" y="1710634"/>
                  </a:lnTo>
                  <a:lnTo>
                    <a:pt x="2045586" y="898964"/>
                  </a:lnTo>
                  <a:lnTo>
                    <a:pt x="2246422" y="704212"/>
                  </a:lnTo>
                  <a:lnTo>
                    <a:pt x="2267396" y="684104"/>
                  </a:lnTo>
                  <a:lnTo>
                    <a:pt x="2301235" y="638148"/>
                  </a:lnTo>
                  <a:lnTo>
                    <a:pt x="2307979" y="594307"/>
                  </a:lnTo>
                  <a:lnTo>
                    <a:pt x="2308080" y="593653"/>
                  </a:lnTo>
                  <a:lnTo>
                    <a:pt x="2297268" y="555168"/>
                  </a:lnTo>
                  <a:lnTo>
                    <a:pt x="2278140" y="527240"/>
                  </a:lnTo>
                  <a:lnTo>
                    <a:pt x="2276119" y="525125"/>
                  </a:lnTo>
                  <a:lnTo>
                    <a:pt x="2274182" y="523282"/>
                  </a:lnTo>
                  <a:lnTo>
                    <a:pt x="2272307" y="521690"/>
                  </a:lnTo>
                  <a:lnTo>
                    <a:pt x="2261741" y="511811"/>
                  </a:lnTo>
                  <a:lnTo>
                    <a:pt x="2241488" y="492061"/>
                  </a:lnTo>
                  <a:lnTo>
                    <a:pt x="1792416" y="41914"/>
                  </a:lnTo>
                  <a:close/>
                </a:path>
                <a:path w="2308225" h="1785620">
                  <a:moveTo>
                    <a:pt x="1702496" y="0"/>
                  </a:moveTo>
                  <a:lnTo>
                    <a:pt x="1684702" y="0"/>
                  </a:lnTo>
                  <a:lnTo>
                    <a:pt x="1679268" y="397"/>
                  </a:lnTo>
                  <a:lnTo>
                    <a:pt x="1677404" y="649"/>
                  </a:lnTo>
                  <a:lnTo>
                    <a:pt x="400427" y="83180"/>
                  </a:lnTo>
                  <a:lnTo>
                    <a:pt x="342133" y="100618"/>
                  </a:lnTo>
                  <a:lnTo>
                    <a:pt x="0" y="434761"/>
                  </a:lnTo>
                  <a:lnTo>
                    <a:pt x="7319" y="435756"/>
                  </a:lnTo>
                  <a:lnTo>
                    <a:pt x="14449" y="436939"/>
                  </a:lnTo>
                  <a:lnTo>
                    <a:pt x="21371" y="438321"/>
                  </a:lnTo>
                  <a:lnTo>
                    <a:pt x="312199" y="158937"/>
                  </a:lnTo>
                  <a:lnTo>
                    <a:pt x="330847" y="142944"/>
                  </a:lnTo>
                  <a:lnTo>
                    <a:pt x="345193" y="134417"/>
                  </a:lnTo>
                  <a:lnTo>
                    <a:pt x="362555" y="130480"/>
                  </a:lnTo>
                  <a:lnTo>
                    <a:pt x="390249" y="128257"/>
                  </a:lnTo>
                  <a:lnTo>
                    <a:pt x="1631039" y="47024"/>
                  </a:lnTo>
                  <a:lnTo>
                    <a:pt x="1673657" y="41914"/>
                  </a:lnTo>
                  <a:lnTo>
                    <a:pt x="1792416" y="41914"/>
                  </a:lnTo>
                  <a:lnTo>
                    <a:pt x="1791139" y="40627"/>
                  </a:lnTo>
                  <a:lnTo>
                    <a:pt x="1770320" y="20888"/>
                  </a:lnTo>
                  <a:lnTo>
                    <a:pt x="1746745" y="8679"/>
                  </a:lnTo>
                  <a:lnTo>
                    <a:pt x="1723064" y="2270"/>
                  </a:lnTo>
                  <a:lnTo>
                    <a:pt x="1702496" y="0"/>
                  </a:lnTo>
                  <a:close/>
                </a:path>
              </a:pathLst>
            </a:custGeom>
            <a:solidFill>
              <a:srgbClr val="EE0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554121" y="9539509"/>
              <a:ext cx="1543685" cy="648335"/>
            </a:xfrm>
            <a:custGeom>
              <a:avLst/>
              <a:gdLst/>
              <a:ahLst/>
              <a:cxnLst/>
              <a:rect l="l" t="t" r="r" b="b"/>
              <a:pathLst>
                <a:path w="1543684" h="648334">
                  <a:moveTo>
                    <a:pt x="25" y="0"/>
                  </a:moveTo>
                  <a:close/>
                </a:path>
                <a:path w="1543684" h="648334">
                  <a:moveTo>
                    <a:pt x="1305636" y="5588"/>
                  </a:moveTo>
                  <a:close/>
                </a:path>
                <a:path w="1543684" h="648334">
                  <a:moveTo>
                    <a:pt x="1543608" y="647827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678469" y="9424896"/>
              <a:ext cx="276860" cy="68580"/>
            </a:xfrm>
            <a:custGeom>
              <a:avLst/>
              <a:gdLst/>
              <a:ahLst/>
              <a:cxnLst/>
              <a:rect l="l" t="t" r="r" b="b"/>
              <a:pathLst>
                <a:path w="276859" h="68579">
                  <a:moveTo>
                    <a:pt x="181419" y="0"/>
                  </a:moveTo>
                  <a:lnTo>
                    <a:pt x="169218" y="77"/>
                  </a:lnTo>
                  <a:lnTo>
                    <a:pt x="156913" y="753"/>
                  </a:lnTo>
                  <a:lnTo>
                    <a:pt x="144623" y="1945"/>
                  </a:lnTo>
                  <a:lnTo>
                    <a:pt x="0" y="19044"/>
                  </a:lnTo>
                  <a:lnTo>
                    <a:pt x="14418" y="55650"/>
                  </a:lnTo>
                  <a:lnTo>
                    <a:pt x="159021" y="38593"/>
                  </a:lnTo>
                  <a:lnTo>
                    <a:pt x="171316" y="37377"/>
                  </a:lnTo>
                  <a:lnTo>
                    <a:pt x="183623" y="36687"/>
                  </a:lnTo>
                  <a:lnTo>
                    <a:pt x="195831" y="36602"/>
                  </a:lnTo>
                  <a:lnTo>
                    <a:pt x="207826" y="37200"/>
                  </a:lnTo>
                  <a:lnTo>
                    <a:pt x="228232" y="40236"/>
                  </a:lnTo>
                  <a:lnTo>
                    <a:pt x="246870" y="46193"/>
                  </a:lnTo>
                  <a:lnTo>
                    <a:pt x="263104" y="55478"/>
                  </a:lnTo>
                  <a:lnTo>
                    <a:pt x="276295" y="68498"/>
                  </a:lnTo>
                  <a:lnTo>
                    <a:pt x="275237" y="60351"/>
                  </a:lnTo>
                  <a:lnTo>
                    <a:pt x="255719" y="24593"/>
                  </a:lnTo>
                  <a:lnTo>
                    <a:pt x="214558" y="3746"/>
                  </a:lnTo>
                  <a:lnTo>
                    <a:pt x="193397" y="604"/>
                  </a:lnTo>
                  <a:lnTo>
                    <a:pt x="181419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666431" y="9443936"/>
              <a:ext cx="26670" cy="224154"/>
            </a:xfrm>
            <a:custGeom>
              <a:avLst/>
              <a:gdLst/>
              <a:ahLst/>
              <a:cxnLst/>
              <a:rect l="l" t="t" r="r" b="b"/>
              <a:pathLst>
                <a:path w="26669" h="224154">
                  <a:moveTo>
                    <a:pt x="12041" y="0"/>
                  </a:moveTo>
                  <a:lnTo>
                    <a:pt x="0" y="224118"/>
                  </a:lnTo>
                  <a:lnTo>
                    <a:pt x="16460" y="222223"/>
                  </a:lnTo>
                  <a:lnTo>
                    <a:pt x="26459" y="36606"/>
                  </a:lnTo>
                  <a:lnTo>
                    <a:pt x="12041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56468" y="9365913"/>
              <a:ext cx="570865" cy="541020"/>
            </a:xfrm>
            <a:custGeom>
              <a:avLst/>
              <a:gdLst/>
              <a:ahLst/>
              <a:cxnLst/>
              <a:rect l="l" t="t" r="r" b="b"/>
              <a:pathLst>
                <a:path w="570865" h="541020">
                  <a:moveTo>
                    <a:pt x="312191" y="540499"/>
                  </a:moveTo>
                  <a:lnTo>
                    <a:pt x="297840" y="503440"/>
                  </a:lnTo>
                  <a:lnTo>
                    <a:pt x="268122" y="478726"/>
                  </a:lnTo>
                  <a:lnTo>
                    <a:pt x="227825" y="467194"/>
                  </a:lnTo>
                  <a:lnTo>
                    <a:pt x="207073" y="465683"/>
                  </a:lnTo>
                  <a:lnTo>
                    <a:pt x="194589" y="465721"/>
                  </a:lnTo>
                  <a:lnTo>
                    <a:pt x="182003" y="466369"/>
                  </a:lnTo>
                  <a:lnTo>
                    <a:pt x="169430" y="467563"/>
                  </a:lnTo>
                  <a:lnTo>
                    <a:pt x="0" y="486968"/>
                  </a:lnTo>
                  <a:lnTo>
                    <a:pt x="14389" y="523570"/>
                  </a:lnTo>
                  <a:lnTo>
                    <a:pt x="183845" y="504177"/>
                  </a:lnTo>
                  <a:lnTo>
                    <a:pt x="196405" y="502970"/>
                  </a:lnTo>
                  <a:lnTo>
                    <a:pt x="208978" y="502323"/>
                  </a:lnTo>
                  <a:lnTo>
                    <a:pt x="221462" y="502285"/>
                  </a:lnTo>
                  <a:lnTo>
                    <a:pt x="233756" y="502920"/>
                  </a:lnTo>
                  <a:lnTo>
                    <a:pt x="257263" y="506514"/>
                  </a:lnTo>
                  <a:lnTo>
                    <a:pt x="278714" y="513638"/>
                  </a:lnTo>
                  <a:lnTo>
                    <a:pt x="297281" y="524802"/>
                  </a:lnTo>
                  <a:lnTo>
                    <a:pt x="312191" y="540499"/>
                  </a:lnTo>
                  <a:close/>
                </a:path>
                <a:path w="570865" h="541020">
                  <a:moveTo>
                    <a:pt x="570407" y="139954"/>
                  </a:moveTo>
                  <a:lnTo>
                    <a:pt x="565797" y="84632"/>
                  </a:lnTo>
                  <a:lnTo>
                    <a:pt x="554355" y="41122"/>
                  </a:lnTo>
                  <a:lnTo>
                    <a:pt x="538670" y="0"/>
                  </a:lnTo>
                  <a:lnTo>
                    <a:pt x="538873" y="952"/>
                  </a:lnTo>
                  <a:lnTo>
                    <a:pt x="539216" y="1905"/>
                  </a:lnTo>
                  <a:lnTo>
                    <a:pt x="540829" y="6134"/>
                  </a:lnTo>
                  <a:lnTo>
                    <a:pt x="542175" y="10642"/>
                  </a:lnTo>
                  <a:lnTo>
                    <a:pt x="544626" y="18656"/>
                  </a:lnTo>
                  <a:lnTo>
                    <a:pt x="545795" y="22123"/>
                  </a:lnTo>
                  <a:lnTo>
                    <a:pt x="547814" y="30035"/>
                  </a:lnTo>
                  <a:lnTo>
                    <a:pt x="548665" y="34645"/>
                  </a:lnTo>
                  <a:lnTo>
                    <a:pt x="550329" y="43091"/>
                  </a:lnTo>
                  <a:lnTo>
                    <a:pt x="551180" y="46901"/>
                  </a:lnTo>
                  <a:lnTo>
                    <a:pt x="551751" y="50800"/>
                  </a:lnTo>
                  <a:lnTo>
                    <a:pt x="552462" y="55270"/>
                  </a:lnTo>
                  <a:lnTo>
                    <a:pt x="553872" y="69075"/>
                  </a:lnTo>
                  <a:lnTo>
                    <a:pt x="554342" y="73406"/>
                  </a:lnTo>
                  <a:lnTo>
                    <a:pt x="554901" y="81876"/>
                  </a:lnTo>
                  <a:lnTo>
                    <a:pt x="555218" y="90360"/>
                  </a:lnTo>
                  <a:lnTo>
                    <a:pt x="555294" y="93052"/>
                  </a:lnTo>
                  <a:lnTo>
                    <a:pt x="555536" y="95732"/>
                  </a:lnTo>
                  <a:lnTo>
                    <a:pt x="554863" y="139954"/>
                  </a:lnTo>
                  <a:lnTo>
                    <a:pt x="552881" y="163220"/>
                  </a:lnTo>
                  <a:lnTo>
                    <a:pt x="552818" y="163766"/>
                  </a:lnTo>
                  <a:lnTo>
                    <a:pt x="540118" y="216230"/>
                  </a:lnTo>
                  <a:lnTo>
                    <a:pt x="516636" y="261251"/>
                  </a:lnTo>
                  <a:lnTo>
                    <a:pt x="483831" y="299415"/>
                  </a:lnTo>
                  <a:lnTo>
                    <a:pt x="443230" y="331190"/>
                  </a:lnTo>
                  <a:lnTo>
                    <a:pt x="429348" y="339801"/>
                  </a:lnTo>
                  <a:lnTo>
                    <a:pt x="440601" y="343255"/>
                  </a:lnTo>
                  <a:lnTo>
                    <a:pt x="451789" y="347091"/>
                  </a:lnTo>
                  <a:lnTo>
                    <a:pt x="462889" y="351345"/>
                  </a:lnTo>
                  <a:lnTo>
                    <a:pt x="473849" y="356057"/>
                  </a:lnTo>
                  <a:lnTo>
                    <a:pt x="489369" y="343585"/>
                  </a:lnTo>
                  <a:lnTo>
                    <a:pt x="517461" y="315493"/>
                  </a:lnTo>
                  <a:lnTo>
                    <a:pt x="544271" y="275767"/>
                  </a:lnTo>
                  <a:lnTo>
                    <a:pt x="563346" y="223240"/>
                  </a:lnTo>
                  <a:lnTo>
                    <a:pt x="569887" y="167932"/>
                  </a:lnTo>
                  <a:lnTo>
                    <a:pt x="570407" y="140169"/>
                  </a:lnTo>
                  <a:lnTo>
                    <a:pt x="570407" y="13995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641349" y="9852879"/>
              <a:ext cx="29845" cy="260350"/>
            </a:xfrm>
            <a:custGeom>
              <a:avLst/>
              <a:gdLst/>
              <a:ahLst/>
              <a:cxnLst/>
              <a:rect l="l" t="t" r="r" b="b"/>
              <a:pathLst>
                <a:path w="29844" h="260350">
                  <a:moveTo>
                    <a:pt x="15119" y="0"/>
                  </a:moveTo>
                  <a:lnTo>
                    <a:pt x="0" y="260159"/>
                  </a:lnTo>
                  <a:lnTo>
                    <a:pt x="16575" y="258986"/>
                  </a:lnTo>
                  <a:lnTo>
                    <a:pt x="29506" y="36595"/>
                  </a:lnTo>
                  <a:lnTo>
                    <a:pt x="15119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896340" y="9429476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69" h="634">
                  <a:moveTo>
                    <a:pt x="0" y="0"/>
                  </a:moveTo>
                  <a:lnTo>
                    <a:pt x="513" y="125"/>
                  </a:lnTo>
                  <a:lnTo>
                    <a:pt x="764" y="178"/>
                  </a:lnTo>
                  <a:lnTo>
                    <a:pt x="251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3247" y="9426864"/>
              <a:ext cx="13850" cy="278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7907299" y="9432980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1664" y="628"/>
                  </a:lnTo>
                  <a:lnTo>
                    <a:pt x="2492" y="963"/>
                  </a:lnTo>
                  <a:lnTo>
                    <a:pt x="827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7297" y="9432980"/>
              <a:ext cx="2492" cy="96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7951704" y="9367805"/>
              <a:ext cx="258445" cy="135890"/>
            </a:xfrm>
            <a:custGeom>
              <a:avLst/>
              <a:gdLst/>
              <a:ahLst/>
              <a:cxnLst/>
              <a:rect l="l" t="t" r="r" b="b"/>
              <a:pathLst>
                <a:path w="258444" h="135890">
                  <a:moveTo>
                    <a:pt x="9956" y="135610"/>
                  </a:moveTo>
                  <a:lnTo>
                    <a:pt x="0" y="110337"/>
                  </a:lnTo>
                  <a:lnTo>
                    <a:pt x="2006" y="117462"/>
                  </a:lnTo>
                  <a:lnTo>
                    <a:pt x="3060" y="125590"/>
                  </a:lnTo>
                  <a:lnTo>
                    <a:pt x="6705" y="130390"/>
                  </a:lnTo>
                  <a:lnTo>
                    <a:pt x="9956" y="135610"/>
                  </a:lnTo>
                  <a:close/>
                </a:path>
                <a:path w="258444" h="135890">
                  <a:moveTo>
                    <a:pt x="246837" y="8458"/>
                  </a:moveTo>
                  <a:lnTo>
                    <a:pt x="245643" y="4356"/>
                  </a:lnTo>
                  <a:lnTo>
                    <a:pt x="243979" y="0"/>
                  </a:lnTo>
                  <a:lnTo>
                    <a:pt x="245579" y="4241"/>
                  </a:lnTo>
                  <a:lnTo>
                    <a:pt x="246837" y="8458"/>
                  </a:lnTo>
                  <a:close/>
                </a:path>
                <a:path w="258444" h="135890">
                  <a:moveTo>
                    <a:pt x="257225" y="53517"/>
                  </a:moveTo>
                  <a:lnTo>
                    <a:pt x="257213" y="53390"/>
                  </a:lnTo>
                  <a:lnTo>
                    <a:pt x="256514" y="48907"/>
                  </a:lnTo>
                  <a:lnTo>
                    <a:pt x="257225" y="53517"/>
                  </a:lnTo>
                  <a:close/>
                </a:path>
                <a:path w="258444" h="135890">
                  <a:moveTo>
                    <a:pt x="258178" y="62839"/>
                  </a:moveTo>
                  <a:lnTo>
                    <a:pt x="257225" y="53517"/>
                  </a:lnTo>
                  <a:lnTo>
                    <a:pt x="257683" y="58178"/>
                  </a:lnTo>
                  <a:lnTo>
                    <a:pt x="258178" y="62839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85744" y="9529775"/>
              <a:ext cx="123523" cy="21253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085826" y="9698542"/>
              <a:ext cx="11664" cy="71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962767" y="9885114"/>
              <a:ext cx="12700" cy="31750"/>
            </a:xfrm>
            <a:custGeom>
              <a:avLst/>
              <a:gdLst/>
              <a:ahLst/>
              <a:cxnLst/>
              <a:rect l="l" t="t" r="r" b="b"/>
              <a:pathLst>
                <a:path w="12700" h="31750">
                  <a:moveTo>
                    <a:pt x="2425" y="5702"/>
                  </a:moveTo>
                  <a:lnTo>
                    <a:pt x="355" y="469"/>
                  </a:lnTo>
                  <a:lnTo>
                    <a:pt x="0" y="0"/>
                  </a:lnTo>
                  <a:lnTo>
                    <a:pt x="2425" y="5702"/>
                  </a:lnTo>
                  <a:close/>
                </a:path>
                <a:path w="12700" h="31750">
                  <a:moveTo>
                    <a:pt x="12573" y="31534"/>
                  </a:moveTo>
                  <a:lnTo>
                    <a:pt x="2552" y="6019"/>
                  </a:lnTo>
                  <a:lnTo>
                    <a:pt x="4610" y="13220"/>
                  </a:lnTo>
                  <a:lnTo>
                    <a:pt x="5892" y="21297"/>
                  </a:lnTo>
                  <a:lnTo>
                    <a:pt x="9398" y="26238"/>
                  </a:lnTo>
                  <a:lnTo>
                    <a:pt x="12573" y="3153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55369" y="9237079"/>
              <a:ext cx="1403148" cy="113382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390396" y="9355842"/>
              <a:ext cx="2438400" cy="1121410"/>
            </a:xfrm>
            <a:custGeom>
              <a:avLst/>
              <a:gdLst/>
              <a:ahLst/>
              <a:cxnLst/>
              <a:rect l="l" t="t" r="r" b="b"/>
              <a:pathLst>
                <a:path w="2438400" h="1121409">
                  <a:moveTo>
                    <a:pt x="565759" y="174256"/>
                  </a:moveTo>
                  <a:lnTo>
                    <a:pt x="552018" y="103619"/>
                  </a:lnTo>
                  <a:lnTo>
                    <a:pt x="511429" y="47866"/>
                  </a:lnTo>
                  <a:lnTo>
                    <a:pt x="443090" y="11747"/>
                  </a:lnTo>
                  <a:lnTo>
                    <a:pt x="398208" y="2819"/>
                  </a:lnTo>
                  <a:lnTo>
                    <a:pt x="346189" y="0"/>
                  </a:lnTo>
                  <a:lnTo>
                    <a:pt x="317754" y="1028"/>
                  </a:lnTo>
                  <a:lnTo>
                    <a:pt x="260692" y="8636"/>
                  </a:lnTo>
                  <a:lnTo>
                    <a:pt x="204139" y="23901"/>
                  </a:lnTo>
                  <a:lnTo>
                    <a:pt x="152768" y="48361"/>
                  </a:lnTo>
                  <a:lnTo>
                    <a:pt x="107645" y="82296"/>
                  </a:lnTo>
                  <a:lnTo>
                    <a:pt x="70535" y="125920"/>
                  </a:lnTo>
                  <a:lnTo>
                    <a:pt x="42532" y="179539"/>
                  </a:lnTo>
                  <a:lnTo>
                    <a:pt x="28295" y="244665"/>
                  </a:lnTo>
                  <a:lnTo>
                    <a:pt x="26631" y="281647"/>
                  </a:lnTo>
                  <a:lnTo>
                    <a:pt x="28155" y="314401"/>
                  </a:lnTo>
                  <a:lnTo>
                    <a:pt x="39611" y="370560"/>
                  </a:lnTo>
                  <a:lnTo>
                    <a:pt x="61595" y="414807"/>
                  </a:lnTo>
                  <a:lnTo>
                    <a:pt x="90131" y="450494"/>
                  </a:lnTo>
                  <a:lnTo>
                    <a:pt x="124155" y="478421"/>
                  </a:lnTo>
                  <a:lnTo>
                    <a:pt x="161213" y="500176"/>
                  </a:lnTo>
                  <a:lnTo>
                    <a:pt x="219087" y="524344"/>
                  </a:lnTo>
                  <a:lnTo>
                    <a:pt x="254800" y="539292"/>
                  </a:lnTo>
                  <a:lnTo>
                    <a:pt x="299707" y="562965"/>
                  </a:lnTo>
                  <a:lnTo>
                    <a:pt x="328650" y="592251"/>
                  </a:lnTo>
                  <a:lnTo>
                    <a:pt x="334378" y="618845"/>
                  </a:lnTo>
                  <a:lnTo>
                    <a:pt x="333933" y="626846"/>
                  </a:lnTo>
                  <a:lnTo>
                    <a:pt x="312661" y="662419"/>
                  </a:lnTo>
                  <a:lnTo>
                    <a:pt x="270383" y="677786"/>
                  </a:lnTo>
                  <a:lnTo>
                    <a:pt x="245884" y="679538"/>
                  </a:lnTo>
                  <a:lnTo>
                    <a:pt x="225793" y="678738"/>
                  </a:lnTo>
                  <a:lnTo>
                    <a:pt x="173062" y="665619"/>
                  </a:lnTo>
                  <a:lnTo>
                    <a:pt x="130263" y="642493"/>
                  </a:lnTo>
                  <a:lnTo>
                    <a:pt x="75793" y="602119"/>
                  </a:lnTo>
                  <a:lnTo>
                    <a:pt x="66700" y="595934"/>
                  </a:lnTo>
                  <a:lnTo>
                    <a:pt x="20891" y="596696"/>
                  </a:lnTo>
                  <a:lnTo>
                    <a:pt x="4622" y="642391"/>
                  </a:lnTo>
                  <a:lnTo>
                    <a:pt x="406" y="698601"/>
                  </a:lnTo>
                  <a:lnTo>
                    <a:pt x="0" y="734923"/>
                  </a:lnTo>
                  <a:lnTo>
                    <a:pt x="1358" y="744639"/>
                  </a:lnTo>
                  <a:lnTo>
                    <a:pt x="33134" y="788111"/>
                  </a:lnTo>
                  <a:lnTo>
                    <a:pt x="80175" y="819213"/>
                  </a:lnTo>
                  <a:lnTo>
                    <a:pt x="120764" y="836942"/>
                  </a:lnTo>
                  <a:lnTo>
                    <a:pt x="167855" y="851395"/>
                  </a:lnTo>
                  <a:lnTo>
                    <a:pt x="220395" y="860958"/>
                  </a:lnTo>
                  <a:lnTo>
                    <a:pt x="277355" y="864006"/>
                  </a:lnTo>
                  <a:lnTo>
                    <a:pt x="310591" y="862685"/>
                  </a:lnTo>
                  <a:lnTo>
                    <a:pt x="370598" y="852982"/>
                  </a:lnTo>
                  <a:lnTo>
                    <a:pt x="421957" y="834123"/>
                  </a:lnTo>
                  <a:lnTo>
                    <a:pt x="464451" y="807618"/>
                  </a:lnTo>
                  <a:lnTo>
                    <a:pt x="498119" y="773950"/>
                  </a:lnTo>
                  <a:lnTo>
                    <a:pt x="523392" y="734225"/>
                  </a:lnTo>
                  <a:lnTo>
                    <a:pt x="540334" y="688936"/>
                  </a:lnTo>
                  <a:lnTo>
                    <a:pt x="548728" y="640105"/>
                  </a:lnTo>
                  <a:lnTo>
                    <a:pt x="549706" y="614476"/>
                  </a:lnTo>
                  <a:lnTo>
                    <a:pt x="548068" y="582790"/>
                  </a:lnTo>
                  <a:lnTo>
                    <a:pt x="535724" y="528116"/>
                  </a:lnTo>
                  <a:lnTo>
                    <a:pt x="512038" y="484466"/>
                  </a:lnTo>
                  <a:lnTo>
                    <a:pt x="481431" y="448500"/>
                  </a:lnTo>
                  <a:lnTo>
                    <a:pt x="445020" y="419468"/>
                  </a:lnTo>
                  <a:lnTo>
                    <a:pt x="405003" y="396240"/>
                  </a:lnTo>
                  <a:lnTo>
                    <a:pt x="362546" y="378002"/>
                  </a:lnTo>
                  <a:lnTo>
                    <a:pt x="342138" y="369316"/>
                  </a:lnTo>
                  <a:lnTo>
                    <a:pt x="303771" y="352158"/>
                  </a:lnTo>
                  <a:lnTo>
                    <a:pt x="255625" y="324954"/>
                  </a:lnTo>
                  <a:lnTo>
                    <a:pt x="224409" y="292125"/>
                  </a:lnTo>
                  <a:lnTo>
                    <a:pt x="218236" y="263156"/>
                  </a:lnTo>
                  <a:lnTo>
                    <a:pt x="220014" y="245668"/>
                  </a:lnTo>
                  <a:lnTo>
                    <a:pt x="247573" y="203288"/>
                  </a:lnTo>
                  <a:lnTo>
                    <a:pt x="296519" y="181470"/>
                  </a:lnTo>
                  <a:lnTo>
                    <a:pt x="314934" y="179959"/>
                  </a:lnTo>
                  <a:lnTo>
                    <a:pt x="327799" y="180682"/>
                  </a:lnTo>
                  <a:lnTo>
                    <a:pt x="364769" y="198729"/>
                  </a:lnTo>
                  <a:lnTo>
                    <a:pt x="386016" y="240334"/>
                  </a:lnTo>
                  <a:lnTo>
                    <a:pt x="390956" y="283349"/>
                  </a:lnTo>
                  <a:lnTo>
                    <a:pt x="391121" y="298386"/>
                  </a:lnTo>
                  <a:lnTo>
                    <a:pt x="393103" y="304088"/>
                  </a:lnTo>
                  <a:lnTo>
                    <a:pt x="424307" y="310883"/>
                  </a:lnTo>
                  <a:lnTo>
                    <a:pt x="456603" y="308571"/>
                  </a:lnTo>
                  <a:lnTo>
                    <a:pt x="509181" y="290918"/>
                  </a:lnTo>
                  <a:lnTo>
                    <a:pt x="545426" y="256095"/>
                  </a:lnTo>
                  <a:lnTo>
                    <a:pt x="563575" y="205447"/>
                  </a:lnTo>
                  <a:lnTo>
                    <a:pt x="565759" y="174256"/>
                  </a:lnTo>
                  <a:close/>
                </a:path>
                <a:path w="2438400" h="1121409">
                  <a:moveTo>
                    <a:pt x="1185037" y="305968"/>
                  </a:moveTo>
                  <a:lnTo>
                    <a:pt x="1180630" y="259537"/>
                  </a:lnTo>
                  <a:lnTo>
                    <a:pt x="1164209" y="220230"/>
                  </a:lnTo>
                  <a:lnTo>
                    <a:pt x="1131265" y="196329"/>
                  </a:lnTo>
                  <a:lnTo>
                    <a:pt x="1093495" y="187731"/>
                  </a:lnTo>
                  <a:lnTo>
                    <a:pt x="1077658" y="186880"/>
                  </a:lnTo>
                  <a:lnTo>
                    <a:pt x="1060170" y="187071"/>
                  </a:lnTo>
                  <a:lnTo>
                    <a:pt x="1008926" y="189014"/>
                  </a:lnTo>
                  <a:lnTo>
                    <a:pt x="991476" y="234315"/>
                  </a:lnTo>
                  <a:lnTo>
                    <a:pt x="989291" y="311632"/>
                  </a:lnTo>
                  <a:lnTo>
                    <a:pt x="987958" y="389610"/>
                  </a:lnTo>
                  <a:lnTo>
                    <a:pt x="987120" y="416242"/>
                  </a:lnTo>
                  <a:lnTo>
                    <a:pt x="983957" y="469341"/>
                  </a:lnTo>
                  <a:lnTo>
                    <a:pt x="978712" y="521944"/>
                  </a:lnTo>
                  <a:lnTo>
                    <a:pt x="970965" y="571525"/>
                  </a:lnTo>
                  <a:lnTo>
                    <a:pt x="960361" y="615581"/>
                  </a:lnTo>
                  <a:lnTo>
                    <a:pt x="946099" y="653135"/>
                  </a:lnTo>
                  <a:lnTo>
                    <a:pt x="916266" y="694702"/>
                  </a:lnTo>
                  <a:lnTo>
                    <a:pt x="874585" y="710603"/>
                  </a:lnTo>
                  <a:lnTo>
                    <a:pt x="857199" y="709828"/>
                  </a:lnTo>
                  <a:lnTo>
                    <a:pt x="816356" y="689724"/>
                  </a:lnTo>
                  <a:lnTo>
                    <a:pt x="795261" y="645591"/>
                  </a:lnTo>
                  <a:lnTo>
                    <a:pt x="793229" y="626084"/>
                  </a:lnTo>
                  <a:lnTo>
                    <a:pt x="793661" y="603973"/>
                  </a:lnTo>
                  <a:lnTo>
                    <a:pt x="802805" y="306527"/>
                  </a:lnTo>
                  <a:lnTo>
                    <a:pt x="803186" y="282968"/>
                  </a:lnTo>
                  <a:lnTo>
                    <a:pt x="796277" y="241198"/>
                  </a:lnTo>
                  <a:lnTo>
                    <a:pt x="768502" y="204724"/>
                  </a:lnTo>
                  <a:lnTo>
                    <a:pt x="725398" y="189268"/>
                  </a:lnTo>
                  <a:lnTo>
                    <a:pt x="695109" y="186867"/>
                  </a:lnTo>
                  <a:lnTo>
                    <a:pt x="677595" y="187096"/>
                  </a:lnTo>
                  <a:lnTo>
                    <a:pt x="628700" y="188950"/>
                  </a:lnTo>
                  <a:lnTo>
                    <a:pt x="608037" y="226441"/>
                  </a:lnTo>
                  <a:lnTo>
                    <a:pt x="604875" y="291172"/>
                  </a:lnTo>
                  <a:lnTo>
                    <a:pt x="602716" y="350964"/>
                  </a:lnTo>
                  <a:lnTo>
                    <a:pt x="600760" y="439585"/>
                  </a:lnTo>
                  <a:lnTo>
                    <a:pt x="598398" y="515378"/>
                  </a:lnTo>
                  <a:lnTo>
                    <a:pt x="595541" y="621347"/>
                  </a:lnTo>
                  <a:lnTo>
                    <a:pt x="595083" y="669442"/>
                  </a:lnTo>
                  <a:lnTo>
                    <a:pt x="595414" y="689698"/>
                  </a:lnTo>
                  <a:lnTo>
                    <a:pt x="604088" y="740676"/>
                  </a:lnTo>
                  <a:lnTo>
                    <a:pt x="627329" y="788377"/>
                  </a:lnTo>
                  <a:lnTo>
                    <a:pt x="663054" y="826046"/>
                  </a:lnTo>
                  <a:lnTo>
                    <a:pt x="711009" y="852093"/>
                  </a:lnTo>
                  <a:lnTo>
                    <a:pt x="754697" y="861733"/>
                  </a:lnTo>
                  <a:lnTo>
                    <a:pt x="802830" y="863815"/>
                  </a:lnTo>
                  <a:lnTo>
                    <a:pt x="814717" y="863028"/>
                  </a:lnTo>
                  <a:lnTo>
                    <a:pt x="863320" y="853071"/>
                  </a:lnTo>
                  <a:lnTo>
                    <a:pt x="898906" y="837057"/>
                  </a:lnTo>
                  <a:lnTo>
                    <a:pt x="941222" y="806297"/>
                  </a:lnTo>
                  <a:lnTo>
                    <a:pt x="970800" y="771588"/>
                  </a:lnTo>
                  <a:lnTo>
                    <a:pt x="972045" y="780935"/>
                  </a:lnTo>
                  <a:lnTo>
                    <a:pt x="987907" y="824217"/>
                  </a:lnTo>
                  <a:lnTo>
                    <a:pt x="1017422" y="849160"/>
                  </a:lnTo>
                  <a:lnTo>
                    <a:pt x="1065022" y="863028"/>
                  </a:lnTo>
                  <a:lnTo>
                    <a:pt x="1080490" y="863993"/>
                  </a:lnTo>
                  <a:lnTo>
                    <a:pt x="1097457" y="863854"/>
                  </a:lnTo>
                  <a:lnTo>
                    <a:pt x="1154607" y="861695"/>
                  </a:lnTo>
                  <a:lnTo>
                    <a:pt x="1176299" y="565899"/>
                  </a:lnTo>
                  <a:lnTo>
                    <a:pt x="1182509" y="410997"/>
                  </a:lnTo>
                  <a:lnTo>
                    <a:pt x="1185037" y="318249"/>
                  </a:lnTo>
                  <a:lnTo>
                    <a:pt x="1185037" y="305968"/>
                  </a:lnTo>
                  <a:close/>
                </a:path>
                <a:path w="2438400" h="1121409">
                  <a:moveTo>
                    <a:pt x="1831441" y="513041"/>
                  </a:moveTo>
                  <a:lnTo>
                    <a:pt x="1831378" y="501954"/>
                  </a:lnTo>
                  <a:lnTo>
                    <a:pt x="1831289" y="487426"/>
                  </a:lnTo>
                  <a:lnTo>
                    <a:pt x="1831174" y="468515"/>
                  </a:lnTo>
                  <a:lnTo>
                    <a:pt x="1826945" y="412813"/>
                  </a:lnTo>
                  <a:lnTo>
                    <a:pt x="1818436" y="363105"/>
                  </a:lnTo>
                  <a:lnTo>
                    <a:pt x="1815566" y="353364"/>
                  </a:lnTo>
                  <a:lnTo>
                    <a:pt x="1815477" y="353060"/>
                  </a:lnTo>
                  <a:lnTo>
                    <a:pt x="1795703" y="298145"/>
                  </a:lnTo>
                  <a:lnTo>
                    <a:pt x="1767332" y="252933"/>
                  </a:lnTo>
                  <a:lnTo>
                    <a:pt x="1734743" y="224332"/>
                  </a:lnTo>
                  <a:lnTo>
                    <a:pt x="1695589" y="204470"/>
                  </a:lnTo>
                  <a:lnTo>
                    <a:pt x="1649869" y="193344"/>
                  </a:lnTo>
                  <a:lnTo>
                    <a:pt x="1619262" y="191960"/>
                  </a:lnTo>
                  <a:lnTo>
                    <a:pt x="1619262" y="501954"/>
                  </a:lnTo>
                  <a:lnTo>
                    <a:pt x="1618894" y="549490"/>
                  </a:lnTo>
                  <a:lnTo>
                    <a:pt x="1613966" y="593686"/>
                  </a:lnTo>
                  <a:lnTo>
                    <a:pt x="1590509" y="657898"/>
                  </a:lnTo>
                  <a:lnTo>
                    <a:pt x="1553400" y="696201"/>
                  </a:lnTo>
                  <a:lnTo>
                    <a:pt x="1507147" y="710184"/>
                  </a:lnTo>
                  <a:lnTo>
                    <a:pt x="1493558" y="709790"/>
                  </a:lnTo>
                  <a:lnTo>
                    <a:pt x="1450975" y="690486"/>
                  </a:lnTo>
                  <a:lnTo>
                    <a:pt x="1424279" y="649427"/>
                  </a:lnTo>
                  <a:lnTo>
                    <a:pt x="1412951" y="609117"/>
                  </a:lnTo>
                  <a:lnTo>
                    <a:pt x="1407477" y="564654"/>
                  </a:lnTo>
                  <a:lnTo>
                    <a:pt x="1406677" y="549490"/>
                  </a:lnTo>
                  <a:lnTo>
                    <a:pt x="1406906" y="513041"/>
                  </a:lnTo>
                  <a:lnTo>
                    <a:pt x="1406931" y="507238"/>
                  </a:lnTo>
                  <a:lnTo>
                    <a:pt x="1418602" y="436397"/>
                  </a:lnTo>
                  <a:lnTo>
                    <a:pt x="1445387" y="384670"/>
                  </a:lnTo>
                  <a:lnTo>
                    <a:pt x="1488808" y="357289"/>
                  </a:lnTo>
                  <a:lnTo>
                    <a:pt x="1516849" y="353060"/>
                  </a:lnTo>
                  <a:lnTo>
                    <a:pt x="1530985" y="353364"/>
                  </a:lnTo>
                  <a:lnTo>
                    <a:pt x="1574977" y="370852"/>
                  </a:lnTo>
                  <a:lnTo>
                    <a:pt x="1601876" y="407924"/>
                  </a:lnTo>
                  <a:lnTo>
                    <a:pt x="1613103" y="445249"/>
                  </a:lnTo>
                  <a:lnTo>
                    <a:pt x="1618488" y="487426"/>
                  </a:lnTo>
                  <a:lnTo>
                    <a:pt x="1619262" y="501954"/>
                  </a:lnTo>
                  <a:lnTo>
                    <a:pt x="1619262" y="191960"/>
                  </a:lnTo>
                  <a:lnTo>
                    <a:pt x="1567002" y="193535"/>
                  </a:lnTo>
                  <a:lnTo>
                    <a:pt x="1513840" y="207213"/>
                  </a:lnTo>
                  <a:lnTo>
                    <a:pt x="1471320" y="232625"/>
                  </a:lnTo>
                  <a:lnTo>
                    <a:pt x="1437525" y="272567"/>
                  </a:lnTo>
                  <a:lnTo>
                    <a:pt x="1423835" y="298145"/>
                  </a:lnTo>
                  <a:lnTo>
                    <a:pt x="1420964" y="277202"/>
                  </a:lnTo>
                  <a:lnTo>
                    <a:pt x="1403451" y="231101"/>
                  </a:lnTo>
                  <a:lnTo>
                    <a:pt x="1372768" y="203339"/>
                  </a:lnTo>
                  <a:lnTo>
                    <a:pt x="1325892" y="191833"/>
                  </a:lnTo>
                  <a:lnTo>
                    <a:pt x="1296085" y="191249"/>
                  </a:lnTo>
                  <a:lnTo>
                    <a:pt x="1237627" y="193344"/>
                  </a:lnTo>
                  <a:lnTo>
                    <a:pt x="1239393" y="193344"/>
                  </a:lnTo>
                  <a:lnTo>
                    <a:pt x="1233462" y="194678"/>
                  </a:lnTo>
                  <a:lnTo>
                    <a:pt x="1225981" y="244703"/>
                  </a:lnTo>
                  <a:lnTo>
                    <a:pt x="1226070" y="300520"/>
                  </a:lnTo>
                  <a:lnTo>
                    <a:pt x="1225511" y="331089"/>
                  </a:lnTo>
                  <a:lnTo>
                    <a:pt x="1223175" y="395655"/>
                  </a:lnTo>
                  <a:lnTo>
                    <a:pt x="1220279" y="468515"/>
                  </a:lnTo>
                  <a:lnTo>
                    <a:pt x="1211910" y="667016"/>
                  </a:lnTo>
                  <a:lnTo>
                    <a:pt x="1210411" y="703605"/>
                  </a:lnTo>
                  <a:lnTo>
                    <a:pt x="1208697" y="746912"/>
                  </a:lnTo>
                  <a:lnTo>
                    <a:pt x="1205979" y="818591"/>
                  </a:lnTo>
                  <a:lnTo>
                    <a:pt x="1203756" y="880579"/>
                  </a:lnTo>
                  <a:lnTo>
                    <a:pt x="1202169" y="935685"/>
                  </a:lnTo>
                  <a:lnTo>
                    <a:pt x="1202118" y="937717"/>
                  </a:lnTo>
                  <a:lnTo>
                    <a:pt x="1201674" y="970699"/>
                  </a:lnTo>
                  <a:lnTo>
                    <a:pt x="1201559" y="1013688"/>
                  </a:lnTo>
                  <a:lnTo>
                    <a:pt x="1202359" y="1026756"/>
                  </a:lnTo>
                  <a:lnTo>
                    <a:pt x="1212113" y="1070711"/>
                  </a:lnTo>
                  <a:lnTo>
                    <a:pt x="1236357" y="1101229"/>
                  </a:lnTo>
                  <a:lnTo>
                    <a:pt x="1278661" y="1118108"/>
                  </a:lnTo>
                  <a:lnTo>
                    <a:pt x="1308658" y="1120851"/>
                  </a:lnTo>
                  <a:lnTo>
                    <a:pt x="1326159" y="1120698"/>
                  </a:lnTo>
                  <a:lnTo>
                    <a:pt x="1378966" y="1118806"/>
                  </a:lnTo>
                  <a:lnTo>
                    <a:pt x="1394269" y="1087653"/>
                  </a:lnTo>
                  <a:lnTo>
                    <a:pt x="1395120" y="1070711"/>
                  </a:lnTo>
                  <a:lnTo>
                    <a:pt x="1397241" y="1026896"/>
                  </a:lnTo>
                  <a:lnTo>
                    <a:pt x="1399768" y="937717"/>
                  </a:lnTo>
                  <a:lnTo>
                    <a:pt x="1399819" y="935685"/>
                  </a:lnTo>
                  <a:lnTo>
                    <a:pt x="1400390" y="919403"/>
                  </a:lnTo>
                  <a:lnTo>
                    <a:pt x="1400898" y="911021"/>
                  </a:lnTo>
                  <a:lnTo>
                    <a:pt x="1401292" y="903528"/>
                  </a:lnTo>
                  <a:lnTo>
                    <a:pt x="1401572" y="896912"/>
                  </a:lnTo>
                  <a:lnTo>
                    <a:pt x="1401737" y="891184"/>
                  </a:lnTo>
                  <a:lnTo>
                    <a:pt x="1401889" y="884135"/>
                  </a:lnTo>
                  <a:lnTo>
                    <a:pt x="1402194" y="876096"/>
                  </a:lnTo>
                  <a:lnTo>
                    <a:pt x="1402816" y="864158"/>
                  </a:lnTo>
                  <a:lnTo>
                    <a:pt x="1403540" y="851814"/>
                  </a:lnTo>
                  <a:lnTo>
                    <a:pt x="1404188" y="841844"/>
                  </a:lnTo>
                  <a:lnTo>
                    <a:pt x="1404924" y="831215"/>
                  </a:lnTo>
                  <a:lnTo>
                    <a:pt x="1405712" y="819150"/>
                  </a:lnTo>
                  <a:lnTo>
                    <a:pt x="1406613" y="803871"/>
                  </a:lnTo>
                  <a:lnTo>
                    <a:pt x="1407541" y="786447"/>
                  </a:lnTo>
                  <a:lnTo>
                    <a:pt x="1408531" y="766533"/>
                  </a:lnTo>
                  <a:lnTo>
                    <a:pt x="1420368" y="789368"/>
                  </a:lnTo>
                  <a:lnTo>
                    <a:pt x="1449527" y="826465"/>
                  </a:lnTo>
                  <a:lnTo>
                    <a:pt x="1486687" y="851814"/>
                  </a:lnTo>
                  <a:lnTo>
                    <a:pt x="1536242" y="863536"/>
                  </a:lnTo>
                  <a:lnTo>
                    <a:pt x="1565935" y="864158"/>
                  </a:lnTo>
                  <a:lnTo>
                    <a:pt x="1594916" y="861504"/>
                  </a:lnTo>
                  <a:lnTo>
                    <a:pt x="1649437" y="846632"/>
                  </a:lnTo>
                  <a:lnTo>
                    <a:pt x="1699069" y="819150"/>
                  </a:lnTo>
                  <a:lnTo>
                    <a:pt x="1742059" y="779754"/>
                  </a:lnTo>
                  <a:lnTo>
                    <a:pt x="1777898" y="728726"/>
                  </a:lnTo>
                  <a:lnTo>
                    <a:pt x="1805292" y="667016"/>
                  </a:lnTo>
                  <a:lnTo>
                    <a:pt x="1823720" y="594880"/>
                  </a:lnTo>
                  <a:lnTo>
                    <a:pt x="1828952" y="555155"/>
                  </a:lnTo>
                  <a:lnTo>
                    <a:pt x="1831441" y="513041"/>
                  </a:lnTo>
                  <a:close/>
                </a:path>
                <a:path w="2438400" h="1121409">
                  <a:moveTo>
                    <a:pt x="2437904" y="357022"/>
                  </a:moveTo>
                  <a:lnTo>
                    <a:pt x="2437155" y="347091"/>
                  </a:lnTo>
                  <a:lnTo>
                    <a:pt x="2437053" y="345744"/>
                  </a:lnTo>
                  <a:lnTo>
                    <a:pt x="2436558" y="339013"/>
                  </a:lnTo>
                  <a:lnTo>
                    <a:pt x="2423769" y="288836"/>
                  </a:lnTo>
                  <a:lnTo>
                    <a:pt x="2396579" y="246126"/>
                  </a:lnTo>
                  <a:lnTo>
                    <a:pt x="2353145" y="213220"/>
                  </a:lnTo>
                  <a:lnTo>
                    <a:pt x="2314156" y="197815"/>
                  </a:lnTo>
                  <a:lnTo>
                    <a:pt x="2266492" y="188760"/>
                  </a:lnTo>
                  <a:lnTo>
                    <a:pt x="2240826" y="187121"/>
                  </a:lnTo>
                  <a:lnTo>
                    <a:pt x="2237079" y="187121"/>
                  </a:lnTo>
                  <a:lnTo>
                    <a:pt x="2237079" y="405206"/>
                  </a:lnTo>
                  <a:lnTo>
                    <a:pt x="2234933" y="425932"/>
                  </a:lnTo>
                  <a:lnTo>
                    <a:pt x="2213292" y="460400"/>
                  </a:lnTo>
                  <a:lnTo>
                    <a:pt x="2169668" y="485394"/>
                  </a:lnTo>
                  <a:lnTo>
                    <a:pt x="2110663" y="499821"/>
                  </a:lnTo>
                  <a:lnTo>
                    <a:pt x="2075827" y="502983"/>
                  </a:lnTo>
                  <a:lnTo>
                    <a:pt x="2077351" y="490359"/>
                  </a:lnTo>
                  <a:lnTo>
                    <a:pt x="2084120" y="450608"/>
                  </a:lnTo>
                  <a:lnTo>
                    <a:pt x="2095919" y="412038"/>
                  </a:lnTo>
                  <a:lnTo>
                    <a:pt x="2122322" y="370192"/>
                  </a:lnTo>
                  <a:lnTo>
                    <a:pt x="2162213" y="347091"/>
                  </a:lnTo>
                  <a:lnTo>
                    <a:pt x="2174710" y="345744"/>
                  </a:lnTo>
                  <a:lnTo>
                    <a:pt x="2189111" y="346443"/>
                  </a:lnTo>
                  <a:lnTo>
                    <a:pt x="2227656" y="372681"/>
                  </a:lnTo>
                  <a:lnTo>
                    <a:pt x="2237079" y="405206"/>
                  </a:lnTo>
                  <a:lnTo>
                    <a:pt x="2237079" y="187121"/>
                  </a:lnTo>
                  <a:lnTo>
                    <a:pt x="2209622" y="187121"/>
                  </a:lnTo>
                  <a:lnTo>
                    <a:pt x="2172551" y="189699"/>
                  </a:lnTo>
                  <a:lnTo>
                    <a:pt x="2106688" y="202577"/>
                  </a:lnTo>
                  <a:lnTo>
                    <a:pt x="2051519" y="225221"/>
                  </a:lnTo>
                  <a:lnTo>
                    <a:pt x="2005152" y="254609"/>
                  </a:lnTo>
                  <a:lnTo>
                    <a:pt x="1967166" y="289953"/>
                  </a:lnTo>
                  <a:lnTo>
                    <a:pt x="1936838" y="329742"/>
                  </a:lnTo>
                  <a:lnTo>
                    <a:pt x="1913775" y="373214"/>
                  </a:lnTo>
                  <a:lnTo>
                    <a:pt x="1896300" y="417322"/>
                  </a:lnTo>
                  <a:lnTo>
                    <a:pt x="1884057" y="461340"/>
                  </a:lnTo>
                  <a:lnTo>
                    <a:pt x="1876336" y="504228"/>
                  </a:lnTo>
                  <a:lnTo>
                    <a:pt x="1872716" y="545198"/>
                  </a:lnTo>
                  <a:lnTo>
                    <a:pt x="1871865" y="563714"/>
                  </a:lnTo>
                  <a:lnTo>
                    <a:pt x="1871878" y="597700"/>
                  </a:lnTo>
                  <a:lnTo>
                    <a:pt x="1874583" y="633196"/>
                  </a:lnTo>
                  <a:lnTo>
                    <a:pt x="1874697" y="634733"/>
                  </a:lnTo>
                  <a:lnTo>
                    <a:pt x="1889950" y="701103"/>
                  </a:lnTo>
                  <a:lnTo>
                    <a:pt x="1917065" y="753821"/>
                  </a:lnTo>
                  <a:lnTo>
                    <a:pt x="1951901" y="795274"/>
                  </a:lnTo>
                  <a:lnTo>
                    <a:pt x="1993531" y="825995"/>
                  </a:lnTo>
                  <a:lnTo>
                    <a:pt x="2040407" y="846899"/>
                  </a:lnTo>
                  <a:lnTo>
                    <a:pt x="2091664" y="858570"/>
                  </a:lnTo>
                  <a:lnTo>
                    <a:pt x="2143620" y="863333"/>
                  </a:lnTo>
                  <a:lnTo>
                    <a:pt x="2168614" y="863333"/>
                  </a:lnTo>
                  <a:lnTo>
                    <a:pt x="2209177" y="860171"/>
                  </a:lnTo>
                  <a:lnTo>
                    <a:pt x="2249792" y="853465"/>
                  </a:lnTo>
                  <a:lnTo>
                    <a:pt x="2288959" y="842975"/>
                  </a:lnTo>
                  <a:lnTo>
                    <a:pt x="2339937" y="819658"/>
                  </a:lnTo>
                  <a:lnTo>
                    <a:pt x="2377783" y="786409"/>
                  </a:lnTo>
                  <a:lnTo>
                    <a:pt x="2396299" y="743178"/>
                  </a:lnTo>
                  <a:lnTo>
                    <a:pt x="2397074" y="726567"/>
                  </a:lnTo>
                  <a:lnTo>
                    <a:pt x="2395893" y="712838"/>
                  </a:lnTo>
                  <a:lnTo>
                    <a:pt x="2394597" y="705904"/>
                  </a:lnTo>
                  <a:lnTo>
                    <a:pt x="2393315" y="698957"/>
                  </a:lnTo>
                  <a:lnTo>
                    <a:pt x="2370505" y="661416"/>
                  </a:lnTo>
                  <a:lnTo>
                    <a:pt x="2332558" y="640905"/>
                  </a:lnTo>
                  <a:lnTo>
                    <a:pt x="2308212" y="636879"/>
                  </a:lnTo>
                  <a:lnTo>
                    <a:pt x="2295601" y="637311"/>
                  </a:lnTo>
                  <a:lnTo>
                    <a:pt x="2288794" y="640905"/>
                  </a:lnTo>
                  <a:lnTo>
                    <a:pt x="2283917" y="647750"/>
                  </a:lnTo>
                  <a:lnTo>
                    <a:pt x="2280056" y="653072"/>
                  </a:lnTo>
                  <a:lnTo>
                    <a:pt x="2254466" y="683069"/>
                  </a:lnTo>
                  <a:lnTo>
                    <a:pt x="2219020" y="702475"/>
                  </a:lnTo>
                  <a:lnTo>
                    <a:pt x="2191766" y="705904"/>
                  </a:lnTo>
                  <a:lnTo>
                    <a:pt x="2176957" y="705739"/>
                  </a:lnTo>
                  <a:lnTo>
                    <a:pt x="2139365" y="697014"/>
                  </a:lnTo>
                  <a:lnTo>
                    <a:pt x="2104161" y="670966"/>
                  </a:lnTo>
                  <a:lnTo>
                    <a:pt x="2083358" y="633196"/>
                  </a:lnTo>
                  <a:lnTo>
                    <a:pt x="2075459" y="597700"/>
                  </a:lnTo>
                  <a:lnTo>
                    <a:pt x="2085898" y="597242"/>
                  </a:lnTo>
                  <a:lnTo>
                    <a:pt x="2098344" y="596493"/>
                  </a:lnTo>
                  <a:lnTo>
                    <a:pt x="2146998" y="592264"/>
                  </a:lnTo>
                  <a:lnTo>
                    <a:pt x="2184971" y="586257"/>
                  </a:lnTo>
                  <a:lnTo>
                    <a:pt x="2225776" y="577138"/>
                  </a:lnTo>
                  <a:lnTo>
                    <a:pt x="2267394" y="564794"/>
                  </a:lnTo>
                  <a:lnTo>
                    <a:pt x="2308923" y="548894"/>
                  </a:lnTo>
                  <a:lnTo>
                    <a:pt x="2346985" y="527786"/>
                  </a:lnTo>
                  <a:lnTo>
                    <a:pt x="2378532" y="502983"/>
                  </a:lnTo>
                  <a:lnTo>
                    <a:pt x="2407983" y="468541"/>
                  </a:lnTo>
                  <a:lnTo>
                    <a:pt x="2428024" y="429717"/>
                  </a:lnTo>
                  <a:lnTo>
                    <a:pt x="2437409" y="383235"/>
                  </a:lnTo>
                  <a:lnTo>
                    <a:pt x="2437790" y="363131"/>
                  </a:lnTo>
                  <a:lnTo>
                    <a:pt x="2437904" y="357022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37127" y="5734929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0060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0783" y="5746264"/>
              <a:ext cx="1145388" cy="42656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137127" y="6457420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0060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20786" y="6460644"/>
              <a:ext cx="1962466" cy="36024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137127" y="7169440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0060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0786" y="7168285"/>
              <a:ext cx="1760682" cy="36462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137127" y="7891931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0060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20786" y="7895154"/>
              <a:ext cx="1882866" cy="36025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136060" y="0"/>
              <a:ext cx="5611495" cy="2492375"/>
            </a:xfrm>
            <a:custGeom>
              <a:avLst/>
              <a:gdLst/>
              <a:ahLst/>
              <a:cxnLst/>
              <a:rect l="l" t="t" r="r" b="b"/>
              <a:pathLst>
                <a:path w="5611495" h="2492375">
                  <a:moveTo>
                    <a:pt x="5611085" y="0"/>
                  </a:moveTo>
                  <a:lnTo>
                    <a:pt x="1501636" y="0"/>
                  </a:lnTo>
                  <a:lnTo>
                    <a:pt x="0" y="2492070"/>
                  </a:lnTo>
                  <a:lnTo>
                    <a:pt x="4156941" y="2408303"/>
                  </a:lnTo>
                  <a:lnTo>
                    <a:pt x="5611085" y="0"/>
                  </a:lnTo>
                  <a:close/>
                </a:path>
              </a:pathLst>
            </a:custGeom>
            <a:solidFill>
              <a:srgbClr val="0060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68526" y="2048471"/>
              <a:ext cx="4817110" cy="1742439"/>
            </a:xfrm>
            <a:custGeom>
              <a:avLst/>
              <a:gdLst/>
              <a:ahLst/>
              <a:cxnLst/>
              <a:rect l="l" t="t" r="r" b="b"/>
              <a:pathLst>
                <a:path w="4817109" h="1742439">
                  <a:moveTo>
                    <a:pt x="4326946" y="0"/>
                  </a:moveTo>
                  <a:lnTo>
                    <a:pt x="188475" y="349361"/>
                  </a:lnTo>
                  <a:lnTo>
                    <a:pt x="0" y="1145148"/>
                  </a:lnTo>
                  <a:lnTo>
                    <a:pt x="1277448" y="1741988"/>
                  </a:lnTo>
                  <a:lnTo>
                    <a:pt x="4816607" y="1140792"/>
                  </a:lnTo>
                  <a:lnTo>
                    <a:pt x="4816607" y="600662"/>
                  </a:lnTo>
                  <a:lnTo>
                    <a:pt x="4512951" y="328419"/>
                  </a:lnTo>
                  <a:lnTo>
                    <a:pt x="4326946" y="0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31252" y="3888123"/>
              <a:ext cx="769620" cy="1012825"/>
            </a:xfrm>
            <a:custGeom>
              <a:avLst/>
              <a:gdLst/>
              <a:ahLst/>
              <a:cxnLst/>
              <a:rect l="l" t="t" r="r" b="b"/>
              <a:pathLst>
                <a:path w="769619" h="1012825">
                  <a:moveTo>
                    <a:pt x="627011" y="144106"/>
                  </a:moveTo>
                  <a:lnTo>
                    <a:pt x="565619" y="110401"/>
                  </a:lnTo>
                  <a:lnTo>
                    <a:pt x="518617" y="92760"/>
                  </a:lnTo>
                  <a:lnTo>
                    <a:pt x="463981" y="73279"/>
                  </a:lnTo>
                  <a:lnTo>
                    <a:pt x="405930" y="53708"/>
                  </a:lnTo>
                  <a:lnTo>
                    <a:pt x="348691" y="35788"/>
                  </a:lnTo>
                  <a:lnTo>
                    <a:pt x="296481" y="21234"/>
                  </a:lnTo>
                  <a:lnTo>
                    <a:pt x="253530" y="11785"/>
                  </a:lnTo>
                  <a:lnTo>
                    <a:pt x="204825" y="4368"/>
                  </a:lnTo>
                  <a:lnTo>
                    <a:pt x="155968" y="0"/>
                  </a:lnTo>
                  <a:lnTo>
                    <a:pt x="107048" y="609"/>
                  </a:lnTo>
                  <a:lnTo>
                    <a:pt x="58127" y="8115"/>
                  </a:lnTo>
                  <a:lnTo>
                    <a:pt x="14084" y="29933"/>
                  </a:lnTo>
                  <a:lnTo>
                    <a:pt x="0" y="57111"/>
                  </a:lnTo>
                  <a:lnTo>
                    <a:pt x="3746" y="71247"/>
                  </a:lnTo>
                  <a:lnTo>
                    <a:pt x="39636" y="100647"/>
                  </a:lnTo>
                  <a:lnTo>
                    <a:pt x="110998" y="126606"/>
                  </a:lnTo>
                  <a:lnTo>
                    <a:pt x="155702" y="137160"/>
                  </a:lnTo>
                  <a:lnTo>
                    <a:pt x="200901" y="145211"/>
                  </a:lnTo>
                  <a:lnTo>
                    <a:pt x="246494" y="151257"/>
                  </a:lnTo>
                  <a:lnTo>
                    <a:pt x="292392" y="155803"/>
                  </a:lnTo>
                  <a:lnTo>
                    <a:pt x="345567" y="160299"/>
                  </a:lnTo>
                  <a:lnTo>
                    <a:pt x="398741" y="164312"/>
                  </a:lnTo>
                  <a:lnTo>
                    <a:pt x="451929" y="167322"/>
                  </a:lnTo>
                  <a:lnTo>
                    <a:pt x="505155" y="168833"/>
                  </a:lnTo>
                  <a:lnTo>
                    <a:pt x="558431" y="168351"/>
                  </a:lnTo>
                  <a:lnTo>
                    <a:pt x="613105" y="165252"/>
                  </a:lnTo>
                  <a:lnTo>
                    <a:pt x="627011" y="144106"/>
                  </a:lnTo>
                  <a:close/>
                </a:path>
                <a:path w="769619" h="1012825">
                  <a:moveTo>
                    <a:pt x="673989" y="303149"/>
                  </a:moveTo>
                  <a:lnTo>
                    <a:pt x="669163" y="292684"/>
                  </a:lnTo>
                  <a:lnTo>
                    <a:pt x="657809" y="287693"/>
                  </a:lnTo>
                  <a:lnTo>
                    <a:pt x="462114" y="324510"/>
                  </a:lnTo>
                  <a:lnTo>
                    <a:pt x="320205" y="351840"/>
                  </a:lnTo>
                  <a:lnTo>
                    <a:pt x="225691" y="370586"/>
                  </a:lnTo>
                  <a:lnTo>
                    <a:pt x="182626" y="380796"/>
                  </a:lnTo>
                  <a:lnTo>
                    <a:pt x="140703" y="394525"/>
                  </a:lnTo>
                  <a:lnTo>
                    <a:pt x="100444" y="412661"/>
                  </a:lnTo>
                  <a:lnTo>
                    <a:pt x="62331" y="436092"/>
                  </a:lnTo>
                  <a:lnTo>
                    <a:pt x="32766" y="463765"/>
                  </a:lnTo>
                  <a:lnTo>
                    <a:pt x="27533" y="497459"/>
                  </a:lnTo>
                  <a:lnTo>
                    <a:pt x="32346" y="510857"/>
                  </a:lnTo>
                  <a:lnTo>
                    <a:pt x="75907" y="542429"/>
                  </a:lnTo>
                  <a:lnTo>
                    <a:pt x="114452" y="546608"/>
                  </a:lnTo>
                  <a:lnTo>
                    <a:pt x="138049" y="544563"/>
                  </a:lnTo>
                  <a:lnTo>
                    <a:pt x="185026" y="537756"/>
                  </a:lnTo>
                  <a:lnTo>
                    <a:pt x="255143" y="518871"/>
                  </a:lnTo>
                  <a:lnTo>
                    <a:pt x="301510" y="503428"/>
                  </a:lnTo>
                  <a:lnTo>
                    <a:pt x="347218" y="486295"/>
                  </a:lnTo>
                  <a:lnTo>
                    <a:pt x="392315" y="467652"/>
                  </a:lnTo>
                  <a:lnTo>
                    <a:pt x="436892" y="447662"/>
                  </a:lnTo>
                  <a:lnTo>
                    <a:pt x="480974" y="426516"/>
                  </a:lnTo>
                  <a:lnTo>
                    <a:pt x="524662" y="404393"/>
                  </a:lnTo>
                  <a:lnTo>
                    <a:pt x="567994" y="381444"/>
                  </a:lnTo>
                  <a:lnTo>
                    <a:pt x="617397" y="351675"/>
                  </a:lnTo>
                  <a:lnTo>
                    <a:pt x="670280" y="315836"/>
                  </a:lnTo>
                  <a:lnTo>
                    <a:pt x="673989" y="303149"/>
                  </a:lnTo>
                  <a:close/>
                </a:path>
                <a:path w="769619" h="1012825">
                  <a:moveTo>
                    <a:pt x="769099" y="458444"/>
                  </a:moveTo>
                  <a:lnTo>
                    <a:pt x="766241" y="449364"/>
                  </a:lnTo>
                  <a:lnTo>
                    <a:pt x="759015" y="441375"/>
                  </a:lnTo>
                  <a:lnTo>
                    <a:pt x="749274" y="436740"/>
                  </a:lnTo>
                  <a:lnTo>
                    <a:pt x="740105" y="437108"/>
                  </a:lnTo>
                  <a:lnTo>
                    <a:pt x="685139" y="482371"/>
                  </a:lnTo>
                  <a:lnTo>
                    <a:pt x="647928" y="517880"/>
                  </a:lnTo>
                  <a:lnTo>
                    <a:pt x="611543" y="554139"/>
                  </a:lnTo>
                  <a:lnTo>
                    <a:pt x="575970" y="591172"/>
                  </a:lnTo>
                  <a:lnTo>
                    <a:pt x="541223" y="628980"/>
                  </a:lnTo>
                  <a:lnTo>
                    <a:pt x="507288" y="667550"/>
                  </a:lnTo>
                  <a:lnTo>
                    <a:pt x="474179" y="706894"/>
                  </a:lnTo>
                  <a:lnTo>
                    <a:pt x="441896" y="746988"/>
                  </a:lnTo>
                  <a:lnTo>
                    <a:pt x="410425" y="787857"/>
                  </a:lnTo>
                  <a:lnTo>
                    <a:pt x="379780" y="829487"/>
                  </a:lnTo>
                  <a:lnTo>
                    <a:pt x="345325" y="884656"/>
                  </a:lnTo>
                  <a:lnTo>
                    <a:pt x="323824" y="946467"/>
                  </a:lnTo>
                  <a:lnTo>
                    <a:pt x="324231" y="979741"/>
                  </a:lnTo>
                  <a:lnTo>
                    <a:pt x="337731" y="1002398"/>
                  </a:lnTo>
                  <a:lnTo>
                    <a:pt x="361861" y="1012355"/>
                  </a:lnTo>
                  <a:lnTo>
                    <a:pt x="394157" y="1007554"/>
                  </a:lnTo>
                  <a:lnTo>
                    <a:pt x="441045" y="980821"/>
                  </a:lnTo>
                  <a:lnTo>
                    <a:pt x="471322" y="954582"/>
                  </a:lnTo>
                  <a:lnTo>
                    <a:pt x="498500" y="924877"/>
                  </a:lnTo>
                  <a:lnTo>
                    <a:pt x="523875" y="893203"/>
                  </a:lnTo>
                  <a:lnTo>
                    <a:pt x="553364" y="853821"/>
                  </a:lnTo>
                  <a:lnTo>
                    <a:pt x="581494" y="813587"/>
                  </a:lnTo>
                  <a:lnTo>
                    <a:pt x="608418" y="772591"/>
                  </a:lnTo>
                  <a:lnTo>
                    <a:pt x="634225" y="730897"/>
                  </a:lnTo>
                  <a:lnTo>
                    <a:pt x="659028" y="688581"/>
                  </a:lnTo>
                  <a:lnTo>
                    <a:pt x="682955" y="645706"/>
                  </a:lnTo>
                  <a:lnTo>
                    <a:pt x="706120" y="602348"/>
                  </a:lnTo>
                  <a:lnTo>
                    <a:pt x="728637" y="558571"/>
                  </a:lnTo>
                  <a:lnTo>
                    <a:pt x="750608" y="514438"/>
                  </a:lnTo>
                  <a:lnTo>
                    <a:pt x="765517" y="478396"/>
                  </a:lnTo>
                  <a:lnTo>
                    <a:pt x="769099" y="458444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28097" y="798691"/>
              <a:ext cx="6316877" cy="358931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389922" y="679100"/>
              <a:ext cx="3014345" cy="412115"/>
            </a:xfrm>
            <a:custGeom>
              <a:avLst/>
              <a:gdLst/>
              <a:ahLst/>
              <a:cxnLst/>
              <a:rect l="l" t="t" r="r" b="b"/>
              <a:pathLst>
                <a:path w="3014345" h="412115">
                  <a:moveTo>
                    <a:pt x="287172" y="292519"/>
                  </a:moveTo>
                  <a:lnTo>
                    <a:pt x="267538" y="235178"/>
                  </a:lnTo>
                  <a:lnTo>
                    <a:pt x="210083" y="198247"/>
                  </a:lnTo>
                  <a:lnTo>
                    <a:pt x="210083" y="196786"/>
                  </a:lnTo>
                  <a:lnTo>
                    <a:pt x="247446" y="173126"/>
                  </a:lnTo>
                  <a:lnTo>
                    <a:pt x="269875" y="139776"/>
                  </a:lnTo>
                  <a:lnTo>
                    <a:pt x="273685" y="114973"/>
                  </a:lnTo>
                  <a:lnTo>
                    <a:pt x="270281" y="90258"/>
                  </a:lnTo>
                  <a:lnTo>
                    <a:pt x="266090" y="80987"/>
                  </a:lnTo>
                  <a:lnTo>
                    <a:pt x="265988" y="80784"/>
                  </a:lnTo>
                  <a:lnTo>
                    <a:pt x="260756" y="69189"/>
                  </a:lnTo>
                  <a:lnTo>
                    <a:pt x="246164" y="52057"/>
                  </a:lnTo>
                  <a:lnTo>
                    <a:pt x="227507" y="39141"/>
                  </a:lnTo>
                  <a:lnTo>
                    <a:pt x="205181" y="28879"/>
                  </a:lnTo>
                  <a:lnTo>
                    <a:pt x="195072" y="26250"/>
                  </a:lnTo>
                  <a:lnTo>
                    <a:pt x="195072" y="289102"/>
                  </a:lnTo>
                  <a:lnTo>
                    <a:pt x="188988" y="314909"/>
                  </a:lnTo>
                  <a:lnTo>
                    <a:pt x="172618" y="332181"/>
                  </a:lnTo>
                  <a:lnTo>
                    <a:pt x="148793" y="341858"/>
                  </a:lnTo>
                  <a:lnTo>
                    <a:pt x="120345" y="344881"/>
                  </a:lnTo>
                  <a:lnTo>
                    <a:pt x="111988" y="344881"/>
                  </a:lnTo>
                  <a:lnTo>
                    <a:pt x="101168" y="344627"/>
                  </a:lnTo>
                  <a:lnTo>
                    <a:pt x="93484" y="344157"/>
                  </a:lnTo>
                  <a:lnTo>
                    <a:pt x="86766" y="343319"/>
                  </a:lnTo>
                  <a:lnTo>
                    <a:pt x="86766" y="235178"/>
                  </a:lnTo>
                  <a:lnTo>
                    <a:pt x="116674" y="235178"/>
                  </a:lnTo>
                  <a:lnTo>
                    <a:pt x="147345" y="238201"/>
                  </a:lnTo>
                  <a:lnTo>
                    <a:pt x="172250" y="247713"/>
                  </a:lnTo>
                  <a:lnTo>
                    <a:pt x="188963" y="264439"/>
                  </a:lnTo>
                  <a:lnTo>
                    <a:pt x="195072" y="289102"/>
                  </a:lnTo>
                  <a:lnTo>
                    <a:pt x="195072" y="26250"/>
                  </a:lnTo>
                  <a:lnTo>
                    <a:pt x="185750" y="23825"/>
                  </a:lnTo>
                  <a:lnTo>
                    <a:pt x="185750" y="125399"/>
                  </a:lnTo>
                  <a:lnTo>
                    <a:pt x="181241" y="144919"/>
                  </a:lnTo>
                  <a:lnTo>
                    <a:pt x="167843" y="159981"/>
                  </a:lnTo>
                  <a:lnTo>
                    <a:pt x="145757" y="169684"/>
                  </a:lnTo>
                  <a:lnTo>
                    <a:pt x="115150" y="173126"/>
                  </a:lnTo>
                  <a:lnTo>
                    <a:pt x="86766" y="173126"/>
                  </a:lnTo>
                  <a:lnTo>
                    <a:pt x="86766" y="83464"/>
                  </a:lnTo>
                  <a:lnTo>
                    <a:pt x="92900" y="82423"/>
                  </a:lnTo>
                  <a:lnTo>
                    <a:pt x="100838" y="81572"/>
                  </a:lnTo>
                  <a:lnTo>
                    <a:pt x="111023" y="80987"/>
                  </a:lnTo>
                  <a:lnTo>
                    <a:pt x="123888" y="80784"/>
                  </a:lnTo>
                  <a:lnTo>
                    <a:pt x="150228" y="83642"/>
                  </a:lnTo>
                  <a:lnTo>
                    <a:pt x="169646" y="92138"/>
                  </a:lnTo>
                  <a:lnTo>
                    <a:pt x="181635" y="106108"/>
                  </a:lnTo>
                  <a:lnTo>
                    <a:pt x="185750" y="125399"/>
                  </a:lnTo>
                  <a:lnTo>
                    <a:pt x="185750" y="23825"/>
                  </a:lnTo>
                  <a:lnTo>
                    <a:pt x="179654" y="22225"/>
                  </a:lnTo>
                  <a:lnTo>
                    <a:pt x="149428" y="18643"/>
                  </a:lnTo>
                  <a:lnTo>
                    <a:pt x="113004" y="17564"/>
                  </a:lnTo>
                  <a:lnTo>
                    <a:pt x="80073" y="18237"/>
                  </a:lnTo>
                  <a:lnTo>
                    <a:pt x="48679" y="20040"/>
                  </a:lnTo>
                  <a:lnTo>
                    <a:pt x="21196" y="22682"/>
                  </a:lnTo>
                  <a:lnTo>
                    <a:pt x="0" y="25831"/>
                  </a:lnTo>
                  <a:lnTo>
                    <a:pt x="0" y="403542"/>
                  </a:lnTo>
                  <a:lnTo>
                    <a:pt x="16992" y="405638"/>
                  </a:lnTo>
                  <a:lnTo>
                    <a:pt x="38493" y="407454"/>
                  </a:lnTo>
                  <a:lnTo>
                    <a:pt x="64401" y="408736"/>
                  </a:lnTo>
                  <a:lnTo>
                    <a:pt x="94640" y="409219"/>
                  </a:lnTo>
                  <a:lnTo>
                    <a:pt x="146964" y="406933"/>
                  </a:lnTo>
                  <a:lnTo>
                    <a:pt x="189026" y="400215"/>
                  </a:lnTo>
                  <a:lnTo>
                    <a:pt x="246888" y="374218"/>
                  </a:lnTo>
                  <a:lnTo>
                    <a:pt x="272376" y="344881"/>
                  </a:lnTo>
                  <a:lnTo>
                    <a:pt x="284251" y="317474"/>
                  </a:lnTo>
                  <a:lnTo>
                    <a:pt x="287172" y="292519"/>
                  </a:lnTo>
                  <a:close/>
                </a:path>
                <a:path w="3014345" h="412115">
                  <a:moveTo>
                    <a:pt x="405599" y="0"/>
                  </a:moveTo>
                  <a:lnTo>
                    <a:pt x="318046" y="0"/>
                  </a:lnTo>
                  <a:lnTo>
                    <a:pt x="318046" y="405206"/>
                  </a:lnTo>
                  <a:lnTo>
                    <a:pt x="405599" y="405206"/>
                  </a:lnTo>
                  <a:lnTo>
                    <a:pt x="405599" y="0"/>
                  </a:lnTo>
                  <a:close/>
                </a:path>
                <a:path w="3014345" h="412115">
                  <a:moveTo>
                    <a:pt x="688924" y="405218"/>
                  </a:moveTo>
                  <a:lnTo>
                    <a:pt x="687006" y="392163"/>
                  </a:lnTo>
                  <a:lnTo>
                    <a:pt x="686943" y="391782"/>
                  </a:lnTo>
                  <a:lnTo>
                    <a:pt x="685723" y="377456"/>
                  </a:lnTo>
                  <a:lnTo>
                    <a:pt x="684453" y="273113"/>
                  </a:lnTo>
                  <a:lnTo>
                    <a:pt x="684453" y="240157"/>
                  </a:lnTo>
                  <a:lnTo>
                    <a:pt x="678370" y="193649"/>
                  </a:lnTo>
                  <a:lnTo>
                    <a:pt x="670763" y="179362"/>
                  </a:lnTo>
                  <a:lnTo>
                    <a:pt x="657948" y="155282"/>
                  </a:lnTo>
                  <a:lnTo>
                    <a:pt x="619975" y="129209"/>
                  </a:lnTo>
                  <a:lnTo>
                    <a:pt x="599617" y="125882"/>
                  </a:lnTo>
                  <a:lnTo>
                    <a:pt x="599617" y="273113"/>
                  </a:lnTo>
                  <a:lnTo>
                    <a:pt x="599617" y="308597"/>
                  </a:lnTo>
                  <a:lnTo>
                    <a:pt x="568045" y="348081"/>
                  </a:lnTo>
                  <a:lnTo>
                    <a:pt x="552767" y="350583"/>
                  </a:lnTo>
                  <a:lnTo>
                    <a:pt x="538949" y="348526"/>
                  </a:lnTo>
                  <a:lnTo>
                    <a:pt x="527964" y="342303"/>
                  </a:lnTo>
                  <a:lnTo>
                    <a:pt x="520687" y="331851"/>
                  </a:lnTo>
                  <a:lnTo>
                    <a:pt x="518058" y="317131"/>
                  </a:lnTo>
                  <a:lnTo>
                    <a:pt x="524344" y="296189"/>
                  </a:lnTo>
                  <a:lnTo>
                    <a:pt x="541591" y="282562"/>
                  </a:lnTo>
                  <a:lnTo>
                    <a:pt x="567474" y="275209"/>
                  </a:lnTo>
                  <a:lnTo>
                    <a:pt x="599617" y="273113"/>
                  </a:lnTo>
                  <a:lnTo>
                    <a:pt x="599617" y="125882"/>
                  </a:lnTo>
                  <a:lnTo>
                    <a:pt x="561225" y="119595"/>
                  </a:lnTo>
                  <a:lnTo>
                    <a:pt x="525221" y="121945"/>
                  </a:lnTo>
                  <a:lnTo>
                    <a:pt x="494652" y="127939"/>
                  </a:lnTo>
                  <a:lnTo>
                    <a:pt x="470039" y="136029"/>
                  </a:lnTo>
                  <a:lnTo>
                    <a:pt x="451929" y="144627"/>
                  </a:lnTo>
                  <a:lnTo>
                    <a:pt x="468020" y="200215"/>
                  </a:lnTo>
                  <a:lnTo>
                    <a:pt x="483997" y="192252"/>
                  </a:lnTo>
                  <a:lnTo>
                    <a:pt x="503047" y="185597"/>
                  </a:lnTo>
                  <a:lnTo>
                    <a:pt x="523951" y="181051"/>
                  </a:lnTo>
                  <a:lnTo>
                    <a:pt x="545515" y="179362"/>
                  </a:lnTo>
                  <a:lnTo>
                    <a:pt x="571906" y="182854"/>
                  </a:lnTo>
                  <a:lnTo>
                    <a:pt x="587565" y="191744"/>
                  </a:lnTo>
                  <a:lnTo>
                    <a:pt x="595083" y="203441"/>
                  </a:lnTo>
                  <a:lnTo>
                    <a:pt x="597014" y="215328"/>
                  </a:lnTo>
                  <a:lnTo>
                    <a:pt x="597014" y="218897"/>
                  </a:lnTo>
                  <a:lnTo>
                    <a:pt x="541642" y="223012"/>
                  </a:lnTo>
                  <a:lnTo>
                    <a:pt x="495947" y="235597"/>
                  </a:lnTo>
                  <a:lnTo>
                    <a:pt x="461416" y="256844"/>
                  </a:lnTo>
                  <a:lnTo>
                    <a:pt x="439597" y="286943"/>
                  </a:lnTo>
                  <a:lnTo>
                    <a:pt x="431977" y="326034"/>
                  </a:lnTo>
                  <a:lnTo>
                    <a:pt x="438137" y="358216"/>
                  </a:lnTo>
                  <a:lnTo>
                    <a:pt x="455968" y="385495"/>
                  </a:lnTo>
                  <a:lnTo>
                    <a:pt x="484530" y="404406"/>
                  </a:lnTo>
                  <a:lnTo>
                    <a:pt x="522897" y="411492"/>
                  </a:lnTo>
                  <a:lnTo>
                    <a:pt x="546900" y="409295"/>
                  </a:lnTo>
                  <a:lnTo>
                    <a:pt x="568642" y="402818"/>
                  </a:lnTo>
                  <a:lnTo>
                    <a:pt x="587590" y="392163"/>
                  </a:lnTo>
                  <a:lnTo>
                    <a:pt x="603199" y="377456"/>
                  </a:lnTo>
                  <a:lnTo>
                    <a:pt x="605066" y="377456"/>
                  </a:lnTo>
                  <a:lnTo>
                    <a:pt x="610222" y="405218"/>
                  </a:lnTo>
                  <a:lnTo>
                    <a:pt x="688924" y="405218"/>
                  </a:lnTo>
                  <a:close/>
                </a:path>
                <a:path w="3014345" h="412115">
                  <a:moveTo>
                    <a:pt x="1914994" y="259067"/>
                  </a:moveTo>
                  <a:lnTo>
                    <a:pt x="1912353" y="233972"/>
                  </a:lnTo>
                  <a:lnTo>
                    <a:pt x="1910676" y="218033"/>
                  </a:lnTo>
                  <a:lnTo>
                    <a:pt x="1897037" y="180124"/>
                  </a:lnTo>
                  <a:lnTo>
                    <a:pt x="1894916" y="177355"/>
                  </a:lnTo>
                  <a:lnTo>
                    <a:pt x="1872996" y="148793"/>
                  </a:lnTo>
                  <a:lnTo>
                    <a:pt x="1837474" y="127469"/>
                  </a:lnTo>
                  <a:lnTo>
                    <a:pt x="1833727" y="126860"/>
                  </a:lnTo>
                  <a:lnTo>
                    <a:pt x="1833727" y="233972"/>
                  </a:lnTo>
                  <a:lnTo>
                    <a:pt x="1730375" y="233972"/>
                  </a:lnTo>
                  <a:lnTo>
                    <a:pt x="1734693" y="215379"/>
                  </a:lnTo>
                  <a:lnTo>
                    <a:pt x="1744586" y="197002"/>
                  </a:lnTo>
                  <a:lnTo>
                    <a:pt x="1760956" y="182956"/>
                  </a:lnTo>
                  <a:lnTo>
                    <a:pt x="1784692" y="177355"/>
                  </a:lnTo>
                  <a:lnTo>
                    <a:pt x="1809153" y="183261"/>
                  </a:lnTo>
                  <a:lnTo>
                    <a:pt x="1824177" y="197827"/>
                  </a:lnTo>
                  <a:lnTo>
                    <a:pt x="1831721" y="216306"/>
                  </a:lnTo>
                  <a:lnTo>
                    <a:pt x="1833727" y="233972"/>
                  </a:lnTo>
                  <a:lnTo>
                    <a:pt x="1833727" y="126860"/>
                  </a:lnTo>
                  <a:lnTo>
                    <a:pt x="1789417" y="119595"/>
                  </a:lnTo>
                  <a:lnTo>
                    <a:pt x="1737360" y="128333"/>
                  </a:lnTo>
                  <a:lnTo>
                    <a:pt x="1697532" y="151765"/>
                  </a:lnTo>
                  <a:lnTo>
                    <a:pt x="1669567" y="185788"/>
                  </a:lnTo>
                  <a:lnTo>
                    <a:pt x="1653082" y="226250"/>
                  </a:lnTo>
                  <a:lnTo>
                    <a:pt x="1647672" y="269049"/>
                  </a:lnTo>
                  <a:lnTo>
                    <a:pt x="1654086" y="316979"/>
                  </a:lnTo>
                  <a:lnTo>
                    <a:pt x="1673021" y="356692"/>
                  </a:lnTo>
                  <a:lnTo>
                    <a:pt x="1703692" y="386232"/>
                  </a:lnTo>
                  <a:lnTo>
                    <a:pt x="1745462" y="404774"/>
                  </a:lnTo>
                  <a:lnTo>
                    <a:pt x="1797646" y="411200"/>
                  </a:lnTo>
                  <a:lnTo>
                    <a:pt x="1825371" y="410108"/>
                  </a:lnTo>
                  <a:lnTo>
                    <a:pt x="1851812" y="406793"/>
                  </a:lnTo>
                  <a:lnTo>
                    <a:pt x="1876628" y="401281"/>
                  </a:lnTo>
                  <a:lnTo>
                    <a:pt x="1899526" y="393547"/>
                  </a:lnTo>
                  <a:lnTo>
                    <a:pt x="1890102" y="346633"/>
                  </a:lnTo>
                  <a:lnTo>
                    <a:pt x="1887728" y="334784"/>
                  </a:lnTo>
                  <a:lnTo>
                    <a:pt x="1869846" y="339966"/>
                  </a:lnTo>
                  <a:lnTo>
                    <a:pt x="1851279" y="343674"/>
                  </a:lnTo>
                  <a:lnTo>
                    <a:pt x="1831594" y="345884"/>
                  </a:lnTo>
                  <a:lnTo>
                    <a:pt x="1810346" y="346633"/>
                  </a:lnTo>
                  <a:lnTo>
                    <a:pt x="1781124" y="343395"/>
                  </a:lnTo>
                  <a:lnTo>
                    <a:pt x="1756397" y="333565"/>
                  </a:lnTo>
                  <a:lnTo>
                    <a:pt x="1738833" y="316979"/>
                  </a:lnTo>
                  <a:lnTo>
                    <a:pt x="1731086" y="293471"/>
                  </a:lnTo>
                  <a:lnTo>
                    <a:pt x="1911858" y="293471"/>
                  </a:lnTo>
                  <a:lnTo>
                    <a:pt x="1913001" y="287515"/>
                  </a:lnTo>
                  <a:lnTo>
                    <a:pt x="1914004" y="279539"/>
                  </a:lnTo>
                  <a:lnTo>
                    <a:pt x="1914715" y="269925"/>
                  </a:lnTo>
                  <a:lnTo>
                    <a:pt x="1914994" y="259067"/>
                  </a:lnTo>
                  <a:close/>
                </a:path>
                <a:path w="3014345" h="412115">
                  <a:moveTo>
                    <a:pt x="2179980" y="405218"/>
                  </a:moveTo>
                  <a:lnTo>
                    <a:pt x="2178050" y="392163"/>
                  </a:lnTo>
                  <a:lnTo>
                    <a:pt x="2177986" y="391782"/>
                  </a:lnTo>
                  <a:lnTo>
                    <a:pt x="2176767" y="377456"/>
                  </a:lnTo>
                  <a:lnTo>
                    <a:pt x="2176602" y="375500"/>
                  </a:lnTo>
                  <a:lnTo>
                    <a:pt x="2175827" y="358216"/>
                  </a:lnTo>
                  <a:lnTo>
                    <a:pt x="2175776" y="357174"/>
                  </a:lnTo>
                  <a:lnTo>
                    <a:pt x="2175687" y="350583"/>
                  </a:lnTo>
                  <a:lnTo>
                    <a:pt x="2175573" y="342303"/>
                  </a:lnTo>
                  <a:lnTo>
                    <a:pt x="2175510" y="273113"/>
                  </a:lnTo>
                  <a:lnTo>
                    <a:pt x="2175510" y="240157"/>
                  </a:lnTo>
                  <a:lnTo>
                    <a:pt x="2169414" y="193649"/>
                  </a:lnTo>
                  <a:lnTo>
                    <a:pt x="2161806" y="179362"/>
                  </a:lnTo>
                  <a:lnTo>
                    <a:pt x="2148992" y="155282"/>
                  </a:lnTo>
                  <a:lnTo>
                    <a:pt x="2111019" y="129209"/>
                  </a:lnTo>
                  <a:lnTo>
                    <a:pt x="2090674" y="125882"/>
                  </a:lnTo>
                  <a:lnTo>
                    <a:pt x="2090674" y="273113"/>
                  </a:lnTo>
                  <a:lnTo>
                    <a:pt x="2090674" y="308597"/>
                  </a:lnTo>
                  <a:lnTo>
                    <a:pt x="2059089" y="348081"/>
                  </a:lnTo>
                  <a:lnTo>
                    <a:pt x="2043811" y="350583"/>
                  </a:lnTo>
                  <a:lnTo>
                    <a:pt x="2030006" y="348526"/>
                  </a:lnTo>
                  <a:lnTo>
                    <a:pt x="2019007" y="342303"/>
                  </a:lnTo>
                  <a:lnTo>
                    <a:pt x="2011743" y="331851"/>
                  </a:lnTo>
                  <a:lnTo>
                    <a:pt x="2009114" y="317131"/>
                  </a:lnTo>
                  <a:lnTo>
                    <a:pt x="2015388" y="296189"/>
                  </a:lnTo>
                  <a:lnTo>
                    <a:pt x="2032647" y="282562"/>
                  </a:lnTo>
                  <a:lnTo>
                    <a:pt x="2058517" y="275209"/>
                  </a:lnTo>
                  <a:lnTo>
                    <a:pt x="2090674" y="273113"/>
                  </a:lnTo>
                  <a:lnTo>
                    <a:pt x="2090674" y="125882"/>
                  </a:lnTo>
                  <a:lnTo>
                    <a:pt x="2052269" y="119595"/>
                  </a:lnTo>
                  <a:lnTo>
                    <a:pt x="2016277" y="121945"/>
                  </a:lnTo>
                  <a:lnTo>
                    <a:pt x="1985695" y="127939"/>
                  </a:lnTo>
                  <a:lnTo>
                    <a:pt x="1961095" y="136029"/>
                  </a:lnTo>
                  <a:lnTo>
                    <a:pt x="1942973" y="144627"/>
                  </a:lnTo>
                  <a:lnTo>
                    <a:pt x="1959076" y="200215"/>
                  </a:lnTo>
                  <a:lnTo>
                    <a:pt x="1975053" y="192252"/>
                  </a:lnTo>
                  <a:lnTo>
                    <a:pt x="1994090" y="185597"/>
                  </a:lnTo>
                  <a:lnTo>
                    <a:pt x="2014994" y="181051"/>
                  </a:lnTo>
                  <a:lnTo>
                    <a:pt x="2036572" y="179362"/>
                  </a:lnTo>
                  <a:lnTo>
                    <a:pt x="2062949" y="182854"/>
                  </a:lnTo>
                  <a:lnTo>
                    <a:pt x="2078609" y="191744"/>
                  </a:lnTo>
                  <a:lnTo>
                    <a:pt x="2086127" y="203441"/>
                  </a:lnTo>
                  <a:lnTo>
                    <a:pt x="2088057" y="215328"/>
                  </a:lnTo>
                  <a:lnTo>
                    <a:pt x="2088057" y="218897"/>
                  </a:lnTo>
                  <a:lnTo>
                    <a:pt x="2032698" y="223012"/>
                  </a:lnTo>
                  <a:lnTo>
                    <a:pt x="1986991" y="235597"/>
                  </a:lnTo>
                  <a:lnTo>
                    <a:pt x="1952472" y="256844"/>
                  </a:lnTo>
                  <a:lnTo>
                    <a:pt x="1930641" y="286943"/>
                  </a:lnTo>
                  <a:lnTo>
                    <a:pt x="1923034" y="326034"/>
                  </a:lnTo>
                  <a:lnTo>
                    <a:pt x="1929180" y="358216"/>
                  </a:lnTo>
                  <a:lnTo>
                    <a:pt x="1947011" y="385495"/>
                  </a:lnTo>
                  <a:lnTo>
                    <a:pt x="1975573" y="404406"/>
                  </a:lnTo>
                  <a:lnTo>
                    <a:pt x="2013940" y="411492"/>
                  </a:lnTo>
                  <a:lnTo>
                    <a:pt x="2037943" y="409295"/>
                  </a:lnTo>
                  <a:lnTo>
                    <a:pt x="2059698" y="402818"/>
                  </a:lnTo>
                  <a:lnTo>
                    <a:pt x="2078647" y="392163"/>
                  </a:lnTo>
                  <a:lnTo>
                    <a:pt x="2094255" y="377456"/>
                  </a:lnTo>
                  <a:lnTo>
                    <a:pt x="2096109" y="377456"/>
                  </a:lnTo>
                  <a:lnTo>
                    <a:pt x="2101265" y="405218"/>
                  </a:lnTo>
                  <a:lnTo>
                    <a:pt x="2179980" y="405218"/>
                  </a:lnTo>
                  <a:close/>
                </a:path>
                <a:path w="3014345" h="412115">
                  <a:moveTo>
                    <a:pt x="2493391" y="405218"/>
                  </a:moveTo>
                  <a:lnTo>
                    <a:pt x="2491689" y="364299"/>
                  </a:lnTo>
                  <a:lnTo>
                    <a:pt x="2491092" y="186245"/>
                  </a:lnTo>
                  <a:lnTo>
                    <a:pt x="2491092" y="151168"/>
                  </a:lnTo>
                  <a:lnTo>
                    <a:pt x="2491092" y="12"/>
                  </a:lnTo>
                  <a:lnTo>
                    <a:pt x="2403652" y="12"/>
                  </a:lnTo>
                  <a:lnTo>
                    <a:pt x="2403652" y="151168"/>
                  </a:lnTo>
                  <a:lnTo>
                    <a:pt x="2403652" y="239572"/>
                  </a:lnTo>
                  <a:lnTo>
                    <a:pt x="2403652" y="287947"/>
                  </a:lnTo>
                  <a:lnTo>
                    <a:pt x="2403246" y="294665"/>
                  </a:lnTo>
                  <a:lnTo>
                    <a:pt x="2383828" y="330631"/>
                  </a:lnTo>
                  <a:lnTo>
                    <a:pt x="2351214" y="342252"/>
                  </a:lnTo>
                  <a:lnTo>
                    <a:pt x="2326513" y="336880"/>
                  </a:lnTo>
                  <a:lnTo>
                    <a:pt x="2307679" y="321525"/>
                  </a:lnTo>
                  <a:lnTo>
                    <a:pt x="2295677" y="297357"/>
                  </a:lnTo>
                  <a:lnTo>
                    <a:pt x="2291461" y="265544"/>
                  </a:lnTo>
                  <a:lnTo>
                    <a:pt x="2295258" y="234581"/>
                  </a:lnTo>
                  <a:lnTo>
                    <a:pt x="2306624" y="209384"/>
                  </a:lnTo>
                  <a:lnTo>
                    <a:pt x="2325497" y="192443"/>
                  </a:lnTo>
                  <a:lnTo>
                    <a:pt x="2351836" y="186245"/>
                  </a:lnTo>
                  <a:lnTo>
                    <a:pt x="2370290" y="189598"/>
                  </a:lnTo>
                  <a:lnTo>
                    <a:pt x="2402509" y="228701"/>
                  </a:lnTo>
                  <a:lnTo>
                    <a:pt x="2403652" y="239572"/>
                  </a:lnTo>
                  <a:lnTo>
                    <a:pt x="2403652" y="151168"/>
                  </a:lnTo>
                  <a:lnTo>
                    <a:pt x="2402509" y="151168"/>
                  </a:lnTo>
                  <a:lnTo>
                    <a:pt x="2390521" y="138099"/>
                  </a:lnTo>
                  <a:lnTo>
                    <a:pt x="2373833" y="128143"/>
                  </a:lnTo>
                  <a:lnTo>
                    <a:pt x="2352992" y="121818"/>
                  </a:lnTo>
                  <a:lnTo>
                    <a:pt x="2328557" y="119595"/>
                  </a:lnTo>
                  <a:lnTo>
                    <a:pt x="2289721" y="126034"/>
                  </a:lnTo>
                  <a:lnTo>
                    <a:pt x="2255215" y="144843"/>
                  </a:lnTo>
                  <a:lnTo>
                    <a:pt x="2227554" y="175285"/>
                  </a:lnTo>
                  <a:lnTo>
                    <a:pt x="2209228" y="216598"/>
                  </a:lnTo>
                  <a:lnTo>
                    <a:pt x="2202738" y="268058"/>
                  </a:lnTo>
                  <a:lnTo>
                    <a:pt x="2208847" y="316318"/>
                  </a:lnTo>
                  <a:lnTo>
                    <a:pt x="2225878" y="356057"/>
                  </a:lnTo>
                  <a:lnTo>
                    <a:pt x="2251837" y="386016"/>
                  </a:lnTo>
                  <a:lnTo>
                    <a:pt x="2284793" y="404914"/>
                  </a:lnTo>
                  <a:lnTo>
                    <a:pt x="2322753" y="411492"/>
                  </a:lnTo>
                  <a:lnTo>
                    <a:pt x="2349322" y="408533"/>
                  </a:lnTo>
                  <a:lnTo>
                    <a:pt x="2373731" y="399643"/>
                  </a:lnTo>
                  <a:lnTo>
                    <a:pt x="2394661" y="384886"/>
                  </a:lnTo>
                  <a:lnTo>
                    <a:pt x="2410777" y="364299"/>
                  </a:lnTo>
                  <a:lnTo>
                    <a:pt x="2411996" y="364299"/>
                  </a:lnTo>
                  <a:lnTo>
                    <a:pt x="2415629" y="404914"/>
                  </a:lnTo>
                  <a:lnTo>
                    <a:pt x="2415667" y="405218"/>
                  </a:lnTo>
                  <a:lnTo>
                    <a:pt x="2493391" y="405218"/>
                  </a:lnTo>
                  <a:close/>
                </a:path>
                <a:path w="3014345" h="412115">
                  <a:moveTo>
                    <a:pt x="2812732" y="262750"/>
                  </a:moveTo>
                  <a:lnTo>
                    <a:pt x="2806103" y="215480"/>
                  </a:lnTo>
                  <a:lnTo>
                    <a:pt x="2789847" y="181635"/>
                  </a:lnTo>
                  <a:lnTo>
                    <a:pt x="2787104" y="175920"/>
                  </a:lnTo>
                  <a:lnTo>
                    <a:pt x="2757132" y="145719"/>
                  </a:lnTo>
                  <a:lnTo>
                    <a:pt x="2722626" y="128905"/>
                  </a:lnTo>
                  <a:lnTo>
                    <a:pt x="2722626" y="265163"/>
                  </a:lnTo>
                  <a:lnTo>
                    <a:pt x="2718816" y="298818"/>
                  </a:lnTo>
                  <a:lnTo>
                    <a:pt x="2718727" y="299593"/>
                  </a:lnTo>
                  <a:lnTo>
                    <a:pt x="2707576" y="326199"/>
                  </a:lnTo>
                  <a:lnTo>
                    <a:pt x="2690037" y="343369"/>
                  </a:lnTo>
                  <a:lnTo>
                    <a:pt x="2666962" y="349453"/>
                  </a:lnTo>
                  <a:lnTo>
                    <a:pt x="2642260" y="343052"/>
                  </a:lnTo>
                  <a:lnTo>
                    <a:pt x="2624226" y="325412"/>
                  </a:lnTo>
                  <a:lnTo>
                    <a:pt x="2613177" y="298818"/>
                  </a:lnTo>
                  <a:lnTo>
                    <a:pt x="2609431" y="265607"/>
                  </a:lnTo>
                  <a:lnTo>
                    <a:pt x="2612567" y="235026"/>
                  </a:lnTo>
                  <a:lnTo>
                    <a:pt x="2622600" y="208102"/>
                  </a:lnTo>
                  <a:lnTo>
                    <a:pt x="2640457" y="188937"/>
                  </a:lnTo>
                  <a:lnTo>
                    <a:pt x="2667038" y="181635"/>
                  </a:lnTo>
                  <a:lnTo>
                    <a:pt x="2692463" y="188937"/>
                  </a:lnTo>
                  <a:lnTo>
                    <a:pt x="2709684" y="207949"/>
                  </a:lnTo>
                  <a:lnTo>
                    <a:pt x="2719514" y="234734"/>
                  </a:lnTo>
                  <a:lnTo>
                    <a:pt x="2722626" y="265163"/>
                  </a:lnTo>
                  <a:lnTo>
                    <a:pt x="2722626" y="128905"/>
                  </a:lnTo>
                  <a:lnTo>
                    <a:pt x="2717482" y="126390"/>
                  </a:lnTo>
                  <a:lnTo>
                    <a:pt x="2669578" y="119595"/>
                  </a:lnTo>
                  <a:lnTo>
                    <a:pt x="2618829" y="126390"/>
                  </a:lnTo>
                  <a:lnTo>
                    <a:pt x="2619121" y="126390"/>
                  </a:lnTo>
                  <a:lnTo>
                    <a:pt x="2577642" y="145719"/>
                  </a:lnTo>
                  <a:lnTo>
                    <a:pt x="2546185" y="176542"/>
                  </a:lnTo>
                  <a:lnTo>
                    <a:pt x="2526284" y="217563"/>
                  </a:lnTo>
                  <a:lnTo>
                    <a:pt x="2519337" y="267576"/>
                  </a:lnTo>
                  <a:lnTo>
                    <a:pt x="2526588" y="317169"/>
                  </a:lnTo>
                  <a:lnTo>
                    <a:pt x="2546883" y="357200"/>
                  </a:lnTo>
                  <a:lnTo>
                    <a:pt x="2578087" y="386803"/>
                  </a:lnTo>
                  <a:lnTo>
                    <a:pt x="2618016" y="405180"/>
                  </a:lnTo>
                  <a:lnTo>
                    <a:pt x="2664536" y="411492"/>
                  </a:lnTo>
                  <a:lnTo>
                    <a:pt x="2708897" y="405828"/>
                  </a:lnTo>
                  <a:lnTo>
                    <a:pt x="2749270" y="388531"/>
                  </a:lnTo>
                  <a:lnTo>
                    <a:pt x="2782278" y="359206"/>
                  </a:lnTo>
                  <a:lnTo>
                    <a:pt x="2787485" y="349453"/>
                  </a:lnTo>
                  <a:lnTo>
                    <a:pt x="2804553" y="317411"/>
                  </a:lnTo>
                  <a:lnTo>
                    <a:pt x="2812732" y="262750"/>
                  </a:lnTo>
                  <a:close/>
                </a:path>
                <a:path w="3014345" h="412115">
                  <a:moveTo>
                    <a:pt x="3013748" y="121221"/>
                  </a:moveTo>
                  <a:lnTo>
                    <a:pt x="3007245" y="119786"/>
                  </a:lnTo>
                  <a:lnTo>
                    <a:pt x="3003143" y="119595"/>
                  </a:lnTo>
                  <a:lnTo>
                    <a:pt x="2995079" y="119595"/>
                  </a:lnTo>
                  <a:lnTo>
                    <a:pt x="2973755" y="122910"/>
                  </a:lnTo>
                  <a:lnTo>
                    <a:pt x="2952331" y="133261"/>
                  </a:lnTo>
                  <a:lnTo>
                    <a:pt x="2933293" y="151282"/>
                  </a:lnTo>
                  <a:lnTo>
                    <a:pt x="2919184" y="177584"/>
                  </a:lnTo>
                  <a:lnTo>
                    <a:pt x="2917037" y="177584"/>
                  </a:lnTo>
                  <a:lnTo>
                    <a:pt x="2913837" y="125869"/>
                  </a:lnTo>
                  <a:lnTo>
                    <a:pt x="2838716" y="125869"/>
                  </a:lnTo>
                  <a:lnTo>
                    <a:pt x="2839732" y="144640"/>
                  </a:lnTo>
                  <a:lnTo>
                    <a:pt x="2840444" y="165557"/>
                  </a:lnTo>
                  <a:lnTo>
                    <a:pt x="2840875" y="189649"/>
                  </a:lnTo>
                  <a:lnTo>
                    <a:pt x="2841015" y="217957"/>
                  </a:lnTo>
                  <a:lnTo>
                    <a:pt x="2841015" y="405218"/>
                  </a:lnTo>
                  <a:lnTo>
                    <a:pt x="2928569" y="405218"/>
                  </a:lnTo>
                  <a:lnTo>
                    <a:pt x="2928569" y="256832"/>
                  </a:lnTo>
                  <a:lnTo>
                    <a:pt x="2929090" y="250063"/>
                  </a:lnTo>
                  <a:lnTo>
                    <a:pt x="2950311" y="212305"/>
                  </a:lnTo>
                  <a:lnTo>
                    <a:pt x="2990126" y="200444"/>
                  </a:lnTo>
                  <a:lnTo>
                    <a:pt x="2999943" y="200444"/>
                  </a:lnTo>
                  <a:lnTo>
                    <a:pt x="3006991" y="201460"/>
                  </a:lnTo>
                  <a:lnTo>
                    <a:pt x="3013748" y="202882"/>
                  </a:lnTo>
                  <a:lnTo>
                    <a:pt x="3013748" y="1212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2455587" y="3013471"/>
              <a:ext cx="7093584" cy="746125"/>
            </a:xfrm>
            <a:custGeom>
              <a:avLst/>
              <a:gdLst/>
              <a:ahLst/>
              <a:cxnLst/>
              <a:rect l="l" t="t" r="r" b="b"/>
              <a:pathLst>
                <a:path w="7093584" h="746125">
                  <a:moveTo>
                    <a:pt x="7009985" y="0"/>
                  </a:moveTo>
                  <a:lnTo>
                    <a:pt x="83568" y="0"/>
                  </a:lnTo>
                  <a:lnTo>
                    <a:pt x="51118" y="6593"/>
                  </a:lnTo>
                  <a:lnTo>
                    <a:pt x="24546" y="24546"/>
                  </a:lnTo>
                  <a:lnTo>
                    <a:pt x="6593" y="51118"/>
                  </a:lnTo>
                  <a:lnTo>
                    <a:pt x="0" y="83568"/>
                  </a:lnTo>
                  <a:lnTo>
                    <a:pt x="0" y="662492"/>
                  </a:lnTo>
                  <a:lnTo>
                    <a:pt x="6593" y="694938"/>
                  </a:lnTo>
                  <a:lnTo>
                    <a:pt x="24546" y="721510"/>
                  </a:lnTo>
                  <a:lnTo>
                    <a:pt x="51118" y="739466"/>
                  </a:lnTo>
                  <a:lnTo>
                    <a:pt x="83568" y="746061"/>
                  </a:lnTo>
                  <a:lnTo>
                    <a:pt x="7009985" y="746061"/>
                  </a:lnTo>
                  <a:lnTo>
                    <a:pt x="7042435" y="739466"/>
                  </a:lnTo>
                  <a:lnTo>
                    <a:pt x="7069007" y="721510"/>
                  </a:lnTo>
                  <a:lnTo>
                    <a:pt x="7086960" y="694938"/>
                  </a:lnTo>
                  <a:lnTo>
                    <a:pt x="7093553" y="662492"/>
                  </a:lnTo>
                  <a:lnTo>
                    <a:pt x="7093553" y="83568"/>
                  </a:lnTo>
                  <a:lnTo>
                    <a:pt x="7086960" y="51118"/>
                  </a:lnTo>
                  <a:lnTo>
                    <a:pt x="7069007" y="24546"/>
                  </a:lnTo>
                  <a:lnTo>
                    <a:pt x="7042435" y="6593"/>
                  </a:lnTo>
                  <a:lnTo>
                    <a:pt x="7009985" y="0"/>
                  </a:lnTo>
                  <a:close/>
                </a:path>
              </a:pathLst>
            </a:custGeom>
            <a:solidFill>
              <a:srgbClr val="0060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595601" y="3081737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5397874" y="3081737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7450167" y="3081737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12455580" y="3851788"/>
            <a:ext cx="7093584" cy="1944370"/>
          </a:xfrm>
          <a:custGeom>
            <a:avLst/>
            <a:gdLst/>
            <a:ahLst/>
            <a:cxnLst/>
            <a:rect l="l" t="t" r="r" b="b"/>
            <a:pathLst>
              <a:path w="7093584" h="1944370">
                <a:moveTo>
                  <a:pt x="6958667" y="1943846"/>
                </a:moveTo>
                <a:lnTo>
                  <a:pt x="134896" y="1943846"/>
                </a:lnTo>
                <a:lnTo>
                  <a:pt x="92375" y="1936940"/>
                </a:lnTo>
                <a:lnTo>
                  <a:pt x="55359" y="1917731"/>
                </a:lnTo>
                <a:lnTo>
                  <a:pt x="26114" y="1888486"/>
                </a:lnTo>
                <a:lnTo>
                  <a:pt x="6906" y="1851470"/>
                </a:lnTo>
                <a:lnTo>
                  <a:pt x="0" y="1808950"/>
                </a:lnTo>
                <a:lnTo>
                  <a:pt x="0" y="134896"/>
                </a:lnTo>
                <a:lnTo>
                  <a:pt x="6906" y="92375"/>
                </a:lnTo>
                <a:lnTo>
                  <a:pt x="26114" y="55359"/>
                </a:lnTo>
                <a:lnTo>
                  <a:pt x="55359" y="26114"/>
                </a:lnTo>
                <a:lnTo>
                  <a:pt x="92375" y="6906"/>
                </a:lnTo>
                <a:lnTo>
                  <a:pt x="134896" y="0"/>
                </a:lnTo>
                <a:lnTo>
                  <a:pt x="6958667" y="0"/>
                </a:lnTo>
                <a:lnTo>
                  <a:pt x="7001188" y="6906"/>
                </a:lnTo>
                <a:lnTo>
                  <a:pt x="7038204" y="26114"/>
                </a:lnTo>
                <a:lnTo>
                  <a:pt x="7067449" y="55359"/>
                </a:lnTo>
                <a:lnTo>
                  <a:pt x="7086657" y="92375"/>
                </a:lnTo>
                <a:lnTo>
                  <a:pt x="7093564" y="134896"/>
                </a:lnTo>
                <a:lnTo>
                  <a:pt x="7093564" y="1808950"/>
                </a:lnTo>
                <a:lnTo>
                  <a:pt x="7086657" y="1851470"/>
                </a:lnTo>
                <a:lnTo>
                  <a:pt x="7067449" y="1888486"/>
                </a:lnTo>
                <a:lnTo>
                  <a:pt x="7038204" y="1917731"/>
                </a:lnTo>
                <a:lnTo>
                  <a:pt x="7001188" y="1936940"/>
                </a:lnTo>
                <a:lnTo>
                  <a:pt x="6958667" y="1943846"/>
                </a:lnTo>
                <a:close/>
              </a:path>
            </a:pathLst>
          </a:custGeom>
          <a:ln w="16994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8018216" y="3197721"/>
            <a:ext cx="874394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EAN</a:t>
            </a:r>
            <a:r>
              <a:rPr sz="21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14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989304" y="3197721"/>
            <a:ext cx="81661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EAN13</a:t>
            </a:r>
            <a:endParaRPr sz="2150">
              <a:latin typeface="Trebuchet MS"/>
              <a:cs typeface="Trebuchet MS"/>
            </a:endParaRPr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12458020" y="3847301"/>
          <a:ext cx="7091680" cy="1941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6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980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500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5405" marB="0"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24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540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7707291393820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17707291393827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1C1C1B"/>
                      </a:solidFill>
                      <a:prstDash val="solid"/>
                    </a:lnL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1000</a:t>
                      </a:r>
                      <a:r>
                        <a:rPr sz="215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3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7707291392199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17707291392196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1C1C1B"/>
                      </a:solidFill>
                      <a:prstDash val="solid"/>
                    </a:lnL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2000</a:t>
                      </a:r>
                      <a:r>
                        <a:rPr sz="215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3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50" dirty="0">
                          <a:latin typeface="Trebuchet MS"/>
                          <a:cs typeface="Trebuchet MS"/>
                        </a:rPr>
                        <a:t>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7707291393066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17707291393063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109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3800</a:t>
                      </a:r>
                      <a:r>
                        <a:rPr sz="215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3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50" dirty="0">
                          <a:latin typeface="Trebuchet MS"/>
                          <a:cs typeface="Trebuchet MS"/>
                        </a:rPr>
                        <a:t>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7707291391994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17707291391991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" name="object 44"/>
          <p:cNvSpPr txBox="1"/>
          <p:nvPr/>
        </p:nvSpPr>
        <p:spPr>
          <a:xfrm>
            <a:off x="12663582" y="3197449"/>
            <a:ext cx="6496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65" dirty="0">
                <a:solidFill>
                  <a:srgbClr val="FFFFFF"/>
                </a:solidFill>
                <a:latin typeface="Trebuchet MS"/>
                <a:cs typeface="Trebuchet MS"/>
              </a:rPr>
              <a:t>Cont.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3898133" y="3084397"/>
            <a:ext cx="1143000" cy="57848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00330" marR="5080" indent="-88265">
              <a:lnSpc>
                <a:spcPct val="68800"/>
              </a:lnSpc>
              <a:spcBef>
                <a:spcPts val="905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Unidades </a:t>
            </a: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15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Trebuchet MS"/>
                <a:cs typeface="Trebuchet MS"/>
              </a:rPr>
              <a:t>caja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4538827" y="2200269"/>
            <a:ext cx="5005705" cy="634365"/>
          </a:xfrm>
          <a:custGeom>
            <a:avLst/>
            <a:gdLst/>
            <a:ahLst/>
            <a:cxnLst/>
            <a:rect l="l" t="t" r="r" b="b"/>
            <a:pathLst>
              <a:path w="5005705" h="634364">
                <a:moveTo>
                  <a:pt x="4940373" y="633907"/>
                </a:moveTo>
                <a:lnTo>
                  <a:pt x="64699" y="633907"/>
                </a:lnTo>
                <a:lnTo>
                  <a:pt x="39579" y="628801"/>
                </a:lnTo>
                <a:lnTo>
                  <a:pt x="19007" y="614898"/>
                </a:lnTo>
                <a:lnTo>
                  <a:pt x="5105" y="594323"/>
                </a:lnTo>
                <a:lnTo>
                  <a:pt x="0" y="569197"/>
                </a:lnTo>
                <a:lnTo>
                  <a:pt x="0" y="64699"/>
                </a:lnTo>
                <a:lnTo>
                  <a:pt x="5105" y="39575"/>
                </a:lnTo>
                <a:lnTo>
                  <a:pt x="19007" y="19003"/>
                </a:lnTo>
                <a:lnTo>
                  <a:pt x="39579" y="5104"/>
                </a:lnTo>
                <a:lnTo>
                  <a:pt x="64699" y="0"/>
                </a:lnTo>
                <a:lnTo>
                  <a:pt x="4940373" y="0"/>
                </a:lnTo>
                <a:lnTo>
                  <a:pt x="4965498" y="5104"/>
                </a:lnTo>
                <a:lnTo>
                  <a:pt x="4986074" y="19003"/>
                </a:lnTo>
                <a:lnTo>
                  <a:pt x="4999977" y="39575"/>
                </a:lnTo>
                <a:lnTo>
                  <a:pt x="5005083" y="64699"/>
                </a:lnTo>
                <a:lnTo>
                  <a:pt x="5005083" y="569197"/>
                </a:lnTo>
                <a:lnTo>
                  <a:pt x="4999977" y="594323"/>
                </a:lnTo>
                <a:lnTo>
                  <a:pt x="4986074" y="614898"/>
                </a:lnTo>
                <a:lnTo>
                  <a:pt x="4965498" y="628801"/>
                </a:lnTo>
                <a:lnTo>
                  <a:pt x="4940373" y="633907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6211762" y="2335913"/>
            <a:ext cx="153162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40" dirty="0">
                <a:latin typeface="Trebuchet MS"/>
                <a:cs typeface="Trebuchet MS"/>
              </a:rPr>
              <a:t>Sin</a:t>
            </a:r>
            <a:r>
              <a:rPr sz="2150" spc="-170" dirty="0">
                <a:latin typeface="Trebuchet MS"/>
                <a:cs typeface="Trebuchet MS"/>
              </a:rPr>
              <a:t> </a:t>
            </a:r>
            <a:r>
              <a:rPr sz="2150" spc="-70" dirty="0">
                <a:latin typeface="Trebuchet MS"/>
                <a:cs typeface="Trebuchet MS"/>
              </a:rPr>
              <a:t>Fragancia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2466055" y="2200261"/>
            <a:ext cx="1984375" cy="629285"/>
          </a:xfrm>
          <a:custGeom>
            <a:avLst/>
            <a:gdLst/>
            <a:ahLst/>
            <a:cxnLst/>
            <a:rect l="l" t="t" r="r" b="b"/>
            <a:pathLst>
              <a:path w="1984375" h="629285">
                <a:moveTo>
                  <a:pt x="1943186" y="0"/>
                </a:moveTo>
                <a:lnTo>
                  <a:pt x="40574" y="0"/>
                </a:lnTo>
                <a:lnTo>
                  <a:pt x="24821" y="3202"/>
                </a:lnTo>
                <a:lnTo>
                  <a:pt x="11919" y="11921"/>
                </a:lnTo>
                <a:lnTo>
                  <a:pt x="3201" y="24825"/>
                </a:lnTo>
                <a:lnTo>
                  <a:pt x="0" y="40585"/>
                </a:lnTo>
                <a:lnTo>
                  <a:pt x="0" y="588453"/>
                </a:lnTo>
                <a:lnTo>
                  <a:pt x="3201" y="604212"/>
                </a:lnTo>
                <a:lnTo>
                  <a:pt x="11919" y="617117"/>
                </a:lnTo>
                <a:lnTo>
                  <a:pt x="24821" y="625836"/>
                </a:lnTo>
                <a:lnTo>
                  <a:pt x="40574" y="629038"/>
                </a:lnTo>
                <a:lnTo>
                  <a:pt x="1943186" y="629038"/>
                </a:lnTo>
                <a:lnTo>
                  <a:pt x="1958940" y="625836"/>
                </a:lnTo>
                <a:lnTo>
                  <a:pt x="1971841" y="617117"/>
                </a:lnTo>
                <a:lnTo>
                  <a:pt x="1980559" y="604212"/>
                </a:lnTo>
                <a:lnTo>
                  <a:pt x="1983761" y="588453"/>
                </a:lnTo>
                <a:lnTo>
                  <a:pt x="1983761" y="40585"/>
                </a:lnTo>
                <a:lnTo>
                  <a:pt x="1980559" y="24825"/>
                </a:lnTo>
                <a:lnTo>
                  <a:pt x="1971841" y="11921"/>
                </a:lnTo>
                <a:lnTo>
                  <a:pt x="1958940" y="3202"/>
                </a:lnTo>
                <a:lnTo>
                  <a:pt x="1943186" y="0"/>
                </a:lnTo>
                <a:close/>
              </a:path>
            </a:pathLst>
          </a:custGeom>
          <a:solidFill>
            <a:srgbClr val="0060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2844943" y="2306060"/>
            <a:ext cx="117538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Fragancia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2555258" y="6161563"/>
            <a:ext cx="4377055" cy="1320800"/>
          </a:xfrm>
          <a:custGeom>
            <a:avLst/>
            <a:gdLst/>
            <a:ahLst/>
            <a:cxnLst/>
            <a:rect l="l" t="t" r="r" b="b"/>
            <a:pathLst>
              <a:path w="4377055" h="1320800">
                <a:moveTo>
                  <a:pt x="575322" y="1005014"/>
                </a:moveTo>
                <a:lnTo>
                  <a:pt x="575297" y="1003058"/>
                </a:lnTo>
                <a:lnTo>
                  <a:pt x="575170" y="994333"/>
                </a:lnTo>
                <a:lnTo>
                  <a:pt x="575157" y="992771"/>
                </a:lnTo>
                <a:lnTo>
                  <a:pt x="481431" y="888415"/>
                </a:lnTo>
                <a:lnTo>
                  <a:pt x="453288" y="859078"/>
                </a:lnTo>
                <a:lnTo>
                  <a:pt x="452475" y="858240"/>
                </a:lnTo>
                <a:lnTo>
                  <a:pt x="452145" y="857694"/>
                </a:lnTo>
                <a:lnTo>
                  <a:pt x="451637" y="857008"/>
                </a:lnTo>
                <a:lnTo>
                  <a:pt x="449834" y="854608"/>
                </a:lnTo>
                <a:lnTo>
                  <a:pt x="448576" y="853668"/>
                </a:lnTo>
                <a:lnTo>
                  <a:pt x="460984" y="831875"/>
                </a:lnTo>
                <a:lnTo>
                  <a:pt x="476046" y="806551"/>
                </a:lnTo>
                <a:lnTo>
                  <a:pt x="477469" y="804976"/>
                </a:lnTo>
                <a:lnTo>
                  <a:pt x="474891" y="802297"/>
                </a:lnTo>
                <a:lnTo>
                  <a:pt x="473227" y="803503"/>
                </a:lnTo>
                <a:lnTo>
                  <a:pt x="460629" y="809815"/>
                </a:lnTo>
                <a:lnTo>
                  <a:pt x="449859" y="816229"/>
                </a:lnTo>
                <a:lnTo>
                  <a:pt x="439547" y="823353"/>
                </a:lnTo>
                <a:lnTo>
                  <a:pt x="429691" y="831164"/>
                </a:lnTo>
                <a:lnTo>
                  <a:pt x="413029" y="846505"/>
                </a:lnTo>
                <a:lnTo>
                  <a:pt x="308965" y="851357"/>
                </a:lnTo>
                <a:lnTo>
                  <a:pt x="136601" y="861174"/>
                </a:lnTo>
                <a:lnTo>
                  <a:pt x="113182" y="862457"/>
                </a:lnTo>
                <a:lnTo>
                  <a:pt x="113639" y="862457"/>
                </a:lnTo>
                <a:lnTo>
                  <a:pt x="44234" y="912342"/>
                </a:lnTo>
                <a:lnTo>
                  <a:pt x="5334" y="951941"/>
                </a:lnTo>
                <a:lnTo>
                  <a:pt x="0" y="957021"/>
                </a:lnTo>
                <a:lnTo>
                  <a:pt x="3238" y="966685"/>
                </a:lnTo>
                <a:lnTo>
                  <a:pt x="3276" y="966812"/>
                </a:lnTo>
                <a:lnTo>
                  <a:pt x="10617" y="967651"/>
                </a:lnTo>
                <a:lnTo>
                  <a:pt x="14947" y="968362"/>
                </a:lnTo>
                <a:lnTo>
                  <a:pt x="20015" y="969695"/>
                </a:lnTo>
                <a:lnTo>
                  <a:pt x="23418" y="965974"/>
                </a:lnTo>
                <a:lnTo>
                  <a:pt x="24371" y="965034"/>
                </a:lnTo>
                <a:lnTo>
                  <a:pt x="79260" y="910170"/>
                </a:lnTo>
                <a:lnTo>
                  <a:pt x="85394" y="903947"/>
                </a:lnTo>
                <a:lnTo>
                  <a:pt x="91833" y="897712"/>
                </a:lnTo>
                <a:lnTo>
                  <a:pt x="255320" y="878141"/>
                </a:lnTo>
                <a:lnTo>
                  <a:pt x="383120" y="869213"/>
                </a:lnTo>
                <a:lnTo>
                  <a:pt x="392849" y="868654"/>
                </a:lnTo>
                <a:lnTo>
                  <a:pt x="381939" y="881989"/>
                </a:lnTo>
                <a:lnTo>
                  <a:pt x="368071" y="900734"/>
                </a:lnTo>
                <a:lnTo>
                  <a:pt x="342112" y="939101"/>
                </a:lnTo>
                <a:lnTo>
                  <a:pt x="317855" y="978471"/>
                </a:lnTo>
                <a:lnTo>
                  <a:pt x="295262" y="1018819"/>
                </a:lnTo>
                <a:lnTo>
                  <a:pt x="274256" y="1060107"/>
                </a:lnTo>
                <a:lnTo>
                  <a:pt x="272237" y="1063726"/>
                </a:lnTo>
                <a:lnTo>
                  <a:pt x="248234" y="1024394"/>
                </a:lnTo>
                <a:lnTo>
                  <a:pt x="218186" y="992771"/>
                </a:lnTo>
                <a:lnTo>
                  <a:pt x="192443" y="984148"/>
                </a:lnTo>
                <a:lnTo>
                  <a:pt x="184010" y="985088"/>
                </a:lnTo>
                <a:lnTo>
                  <a:pt x="175679" y="988275"/>
                </a:lnTo>
                <a:lnTo>
                  <a:pt x="164490" y="997038"/>
                </a:lnTo>
                <a:lnTo>
                  <a:pt x="157340" y="1008646"/>
                </a:lnTo>
                <a:lnTo>
                  <a:pt x="154584" y="1022032"/>
                </a:lnTo>
                <a:lnTo>
                  <a:pt x="156591" y="1036154"/>
                </a:lnTo>
                <a:lnTo>
                  <a:pt x="238658" y="1157655"/>
                </a:lnTo>
                <a:lnTo>
                  <a:pt x="268706" y="1179474"/>
                </a:lnTo>
                <a:lnTo>
                  <a:pt x="279057" y="1179271"/>
                </a:lnTo>
                <a:lnTo>
                  <a:pt x="315010" y="1150861"/>
                </a:lnTo>
                <a:lnTo>
                  <a:pt x="339775" y="1086942"/>
                </a:lnTo>
                <a:lnTo>
                  <a:pt x="348881" y="1063129"/>
                </a:lnTo>
                <a:lnTo>
                  <a:pt x="378637" y="992708"/>
                </a:lnTo>
                <a:lnTo>
                  <a:pt x="400164" y="946581"/>
                </a:lnTo>
                <a:lnTo>
                  <a:pt x="422998" y="901090"/>
                </a:lnTo>
                <a:lnTo>
                  <a:pt x="435495" y="877836"/>
                </a:lnTo>
                <a:lnTo>
                  <a:pt x="461302" y="902957"/>
                </a:lnTo>
                <a:lnTo>
                  <a:pt x="544360" y="985304"/>
                </a:lnTo>
                <a:lnTo>
                  <a:pt x="550976" y="994333"/>
                </a:lnTo>
                <a:lnTo>
                  <a:pt x="551484" y="1003058"/>
                </a:lnTo>
                <a:lnTo>
                  <a:pt x="547065" y="1011377"/>
                </a:lnTo>
                <a:lnTo>
                  <a:pt x="538886" y="1019238"/>
                </a:lnTo>
                <a:lnTo>
                  <a:pt x="506209" y="1049616"/>
                </a:lnTo>
                <a:lnTo>
                  <a:pt x="336461" y="1209548"/>
                </a:lnTo>
                <a:lnTo>
                  <a:pt x="310108" y="1234859"/>
                </a:lnTo>
                <a:lnTo>
                  <a:pt x="286372" y="1258519"/>
                </a:lnTo>
                <a:lnTo>
                  <a:pt x="281635" y="1262100"/>
                </a:lnTo>
                <a:lnTo>
                  <a:pt x="268185" y="1261084"/>
                </a:lnTo>
                <a:lnTo>
                  <a:pt x="263410" y="1256258"/>
                </a:lnTo>
                <a:lnTo>
                  <a:pt x="126707" y="1142085"/>
                </a:lnTo>
                <a:lnTo>
                  <a:pt x="116865" y="1133894"/>
                </a:lnTo>
                <a:lnTo>
                  <a:pt x="114477" y="1133741"/>
                </a:lnTo>
                <a:lnTo>
                  <a:pt x="114477" y="1142250"/>
                </a:lnTo>
                <a:lnTo>
                  <a:pt x="113995" y="1147064"/>
                </a:lnTo>
                <a:lnTo>
                  <a:pt x="114477" y="1142250"/>
                </a:lnTo>
                <a:lnTo>
                  <a:pt x="114477" y="1133741"/>
                </a:lnTo>
                <a:lnTo>
                  <a:pt x="111137" y="1133525"/>
                </a:lnTo>
                <a:lnTo>
                  <a:pt x="106807" y="1136586"/>
                </a:lnTo>
                <a:lnTo>
                  <a:pt x="104381" y="1138262"/>
                </a:lnTo>
                <a:lnTo>
                  <a:pt x="101612" y="1140460"/>
                </a:lnTo>
                <a:lnTo>
                  <a:pt x="99288" y="1142250"/>
                </a:lnTo>
                <a:lnTo>
                  <a:pt x="93548" y="1146810"/>
                </a:lnTo>
                <a:lnTo>
                  <a:pt x="93472" y="1155865"/>
                </a:lnTo>
                <a:lnTo>
                  <a:pt x="99199" y="1160500"/>
                </a:lnTo>
                <a:lnTo>
                  <a:pt x="252679" y="1286814"/>
                </a:lnTo>
                <a:lnTo>
                  <a:pt x="260794" y="1292974"/>
                </a:lnTo>
                <a:lnTo>
                  <a:pt x="270586" y="1296758"/>
                </a:lnTo>
                <a:lnTo>
                  <a:pt x="281063" y="1297901"/>
                </a:lnTo>
                <a:lnTo>
                  <a:pt x="291211" y="1296123"/>
                </a:lnTo>
                <a:lnTo>
                  <a:pt x="297662" y="1294066"/>
                </a:lnTo>
                <a:lnTo>
                  <a:pt x="304292" y="1290701"/>
                </a:lnTo>
                <a:lnTo>
                  <a:pt x="308737" y="1284122"/>
                </a:lnTo>
                <a:lnTo>
                  <a:pt x="309410" y="1283385"/>
                </a:lnTo>
                <a:lnTo>
                  <a:pt x="309638" y="1283144"/>
                </a:lnTo>
                <a:lnTo>
                  <a:pt x="312648" y="1279855"/>
                </a:lnTo>
                <a:lnTo>
                  <a:pt x="320319" y="1271803"/>
                </a:lnTo>
                <a:lnTo>
                  <a:pt x="321119" y="1270952"/>
                </a:lnTo>
                <a:lnTo>
                  <a:pt x="325691" y="1266367"/>
                </a:lnTo>
                <a:lnTo>
                  <a:pt x="560095" y="1027087"/>
                </a:lnTo>
                <a:lnTo>
                  <a:pt x="569836" y="1016723"/>
                </a:lnTo>
                <a:lnTo>
                  <a:pt x="575322" y="1005014"/>
                </a:lnTo>
                <a:close/>
              </a:path>
              <a:path w="4377055" h="1320800">
                <a:moveTo>
                  <a:pt x="575322" y="202717"/>
                </a:moveTo>
                <a:lnTo>
                  <a:pt x="575297" y="200761"/>
                </a:lnTo>
                <a:lnTo>
                  <a:pt x="575170" y="192036"/>
                </a:lnTo>
                <a:lnTo>
                  <a:pt x="575157" y="190474"/>
                </a:lnTo>
                <a:lnTo>
                  <a:pt x="481431" y="86118"/>
                </a:lnTo>
                <a:lnTo>
                  <a:pt x="453288" y="56781"/>
                </a:lnTo>
                <a:lnTo>
                  <a:pt x="452475" y="55930"/>
                </a:lnTo>
                <a:lnTo>
                  <a:pt x="452145" y="55397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29" y="44208"/>
                </a:lnTo>
                <a:lnTo>
                  <a:pt x="308965" y="49060"/>
                </a:lnTo>
                <a:lnTo>
                  <a:pt x="136601" y="58877"/>
                </a:lnTo>
                <a:lnTo>
                  <a:pt x="113182" y="60159"/>
                </a:lnTo>
                <a:lnTo>
                  <a:pt x="113639" y="60159"/>
                </a:lnTo>
                <a:lnTo>
                  <a:pt x="68922" y="85382"/>
                </a:lnTo>
                <a:lnTo>
                  <a:pt x="68922" y="96685"/>
                </a:lnTo>
                <a:lnTo>
                  <a:pt x="14173" y="147231"/>
                </a:lnTo>
                <a:lnTo>
                  <a:pt x="14376" y="147027"/>
                </a:lnTo>
                <a:lnTo>
                  <a:pt x="68922" y="96685"/>
                </a:lnTo>
                <a:lnTo>
                  <a:pt x="68922" y="85382"/>
                </a:lnTo>
                <a:lnTo>
                  <a:pt x="44234" y="110045"/>
                </a:lnTo>
                <a:lnTo>
                  <a:pt x="5334" y="149644"/>
                </a:lnTo>
                <a:lnTo>
                  <a:pt x="0" y="154724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47" y="166065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33" y="95415"/>
                </a:lnTo>
                <a:lnTo>
                  <a:pt x="255320" y="75844"/>
                </a:lnTo>
                <a:lnTo>
                  <a:pt x="383120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804"/>
                </a:lnTo>
                <a:lnTo>
                  <a:pt x="317855" y="176174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29"/>
                </a:lnTo>
                <a:lnTo>
                  <a:pt x="248234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77"/>
                </a:lnTo>
                <a:lnTo>
                  <a:pt x="279057" y="376974"/>
                </a:lnTo>
                <a:lnTo>
                  <a:pt x="315010" y="348564"/>
                </a:lnTo>
                <a:lnTo>
                  <a:pt x="339775" y="284645"/>
                </a:lnTo>
                <a:lnTo>
                  <a:pt x="348881" y="260832"/>
                </a:lnTo>
                <a:lnTo>
                  <a:pt x="378637" y="190411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61"/>
                </a:lnTo>
                <a:lnTo>
                  <a:pt x="547065" y="209080"/>
                </a:lnTo>
                <a:lnTo>
                  <a:pt x="538886" y="216941"/>
                </a:lnTo>
                <a:lnTo>
                  <a:pt x="506209" y="247319"/>
                </a:lnTo>
                <a:lnTo>
                  <a:pt x="336461" y="407250"/>
                </a:lnTo>
                <a:lnTo>
                  <a:pt x="310108" y="432549"/>
                </a:lnTo>
                <a:lnTo>
                  <a:pt x="286372" y="456222"/>
                </a:lnTo>
                <a:lnTo>
                  <a:pt x="281635" y="459803"/>
                </a:lnTo>
                <a:lnTo>
                  <a:pt x="268185" y="458787"/>
                </a:lnTo>
                <a:lnTo>
                  <a:pt x="263410" y="453961"/>
                </a:lnTo>
                <a:lnTo>
                  <a:pt x="126707" y="339775"/>
                </a:lnTo>
                <a:lnTo>
                  <a:pt x="116865" y="331597"/>
                </a:lnTo>
                <a:lnTo>
                  <a:pt x="114477" y="331444"/>
                </a:lnTo>
                <a:lnTo>
                  <a:pt x="114477" y="339953"/>
                </a:lnTo>
                <a:lnTo>
                  <a:pt x="113995" y="344754"/>
                </a:lnTo>
                <a:lnTo>
                  <a:pt x="114477" y="339953"/>
                </a:lnTo>
                <a:lnTo>
                  <a:pt x="114477" y="331444"/>
                </a:lnTo>
                <a:lnTo>
                  <a:pt x="111137" y="331228"/>
                </a:lnTo>
                <a:lnTo>
                  <a:pt x="106807" y="334289"/>
                </a:lnTo>
                <a:lnTo>
                  <a:pt x="104381" y="335965"/>
                </a:lnTo>
                <a:lnTo>
                  <a:pt x="101612" y="338162"/>
                </a:lnTo>
                <a:lnTo>
                  <a:pt x="99288" y="339953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203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92" y="488403"/>
                </a:lnTo>
                <a:lnTo>
                  <a:pt x="308737" y="481825"/>
                </a:lnTo>
                <a:lnTo>
                  <a:pt x="309410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  <a:path w="4377055" h="1320800">
                <a:moveTo>
                  <a:pt x="4376534" y="1027379"/>
                </a:moveTo>
                <a:lnTo>
                  <a:pt x="4376509" y="1025410"/>
                </a:lnTo>
                <a:lnTo>
                  <a:pt x="4376382" y="1016685"/>
                </a:lnTo>
                <a:lnTo>
                  <a:pt x="4376369" y="1015123"/>
                </a:lnTo>
                <a:lnTo>
                  <a:pt x="4282643" y="910767"/>
                </a:lnTo>
                <a:lnTo>
                  <a:pt x="4254500" y="881430"/>
                </a:lnTo>
                <a:lnTo>
                  <a:pt x="4253687" y="880592"/>
                </a:lnTo>
                <a:lnTo>
                  <a:pt x="4253357" y="880046"/>
                </a:lnTo>
                <a:lnTo>
                  <a:pt x="4252849" y="879360"/>
                </a:lnTo>
                <a:lnTo>
                  <a:pt x="4251058" y="876960"/>
                </a:lnTo>
                <a:lnTo>
                  <a:pt x="4249788" y="876020"/>
                </a:lnTo>
                <a:lnTo>
                  <a:pt x="4262196" y="854227"/>
                </a:lnTo>
                <a:lnTo>
                  <a:pt x="4277258" y="828903"/>
                </a:lnTo>
                <a:lnTo>
                  <a:pt x="4278681" y="827328"/>
                </a:lnTo>
                <a:lnTo>
                  <a:pt x="4276102" y="824649"/>
                </a:lnTo>
                <a:lnTo>
                  <a:pt x="4274439" y="825855"/>
                </a:lnTo>
                <a:lnTo>
                  <a:pt x="4261840" y="832167"/>
                </a:lnTo>
                <a:lnTo>
                  <a:pt x="4251071" y="838581"/>
                </a:lnTo>
                <a:lnTo>
                  <a:pt x="4240758" y="845705"/>
                </a:lnTo>
                <a:lnTo>
                  <a:pt x="4230903" y="853516"/>
                </a:lnTo>
                <a:lnTo>
                  <a:pt x="4214241" y="868857"/>
                </a:lnTo>
                <a:lnTo>
                  <a:pt x="4110177" y="873709"/>
                </a:lnTo>
                <a:lnTo>
                  <a:pt x="3937812" y="883526"/>
                </a:lnTo>
                <a:lnTo>
                  <a:pt x="3914381" y="884809"/>
                </a:lnTo>
                <a:lnTo>
                  <a:pt x="3914851" y="884809"/>
                </a:lnTo>
                <a:lnTo>
                  <a:pt x="3845433" y="934694"/>
                </a:lnTo>
                <a:lnTo>
                  <a:pt x="3815384" y="965301"/>
                </a:lnTo>
                <a:lnTo>
                  <a:pt x="3815384" y="971880"/>
                </a:lnTo>
                <a:lnTo>
                  <a:pt x="3814610" y="972604"/>
                </a:lnTo>
                <a:lnTo>
                  <a:pt x="3814483" y="972705"/>
                </a:lnTo>
                <a:lnTo>
                  <a:pt x="3815384" y="971880"/>
                </a:lnTo>
                <a:lnTo>
                  <a:pt x="3815384" y="965301"/>
                </a:lnTo>
                <a:lnTo>
                  <a:pt x="3806545" y="974293"/>
                </a:lnTo>
                <a:lnTo>
                  <a:pt x="3801211" y="979373"/>
                </a:lnTo>
                <a:lnTo>
                  <a:pt x="3804437" y="989037"/>
                </a:lnTo>
                <a:lnTo>
                  <a:pt x="3804475" y="989177"/>
                </a:lnTo>
                <a:lnTo>
                  <a:pt x="3811828" y="990003"/>
                </a:lnTo>
                <a:lnTo>
                  <a:pt x="3816172" y="990714"/>
                </a:lnTo>
                <a:lnTo>
                  <a:pt x="3821226" y="992047"/>
                </a:lnTo>
                <a:lnTo>
                  <a:pt x="3824630" y="988339"/>
                </a:lnTo>
                <a:lnTo>
                  <a:pt x="3825583" y="987386"/>
                </a:lnTo>
                <a:lnTo>
                  <a:pt x="3880459" y="932535"/>
                </a:lnTo>
                <a:lnTo>
                  <a:pt x="3886606" y="926299"/>
                </a:lnTo>
                <a:lnTo>
                  <a:pt x="3893045" y="920064"/>
                </a:lnTo>
                <a:lnTo>
                  <a:pt x="4056532" y="900493"/>
                </a:lnTo>
                <a:lnTo>
                  <a:pt x="4184319" y="891565"/>
                </a:lnTo>
                <a:lnTo>
                  <a:pt x="4194060" y="891006"/>
                </a:lnTo>
                <a:lnTo>
                  <a:pt x="4183138" y="904341"/>
                </a:lnTo>
                <a:lnTo>
                  <a:pt x="4169283" y="923086"/>
                </a:lnTo>
                <a:lnTo>
                  <a:pt x="4143324" y="961453"/>
                </a:lnTo>
                <a:lnTo>
                  <a:pt x="4119067" y="1000823"/>
                </a:lnTo>
                <a:lnTo>
                  <a:pt x="4096474" y="1041171"/>
                </a:lnTo>
                <a:lnTo>
                  <a:pt x="4075468" y="1082471"/>
                </a:lnTo>
                <a:lnTo>
                  <a:pt x="4073448" y="1086078"/>
                </a:lnTo>
                <a:lnTo>
                  <a:pt x="4049433" y="1046746"/>
                </a:lnTo>
                <a:lnTo>
                  <a:pt x="4019397" y="1015123"/>
                </a:lnTo>
                <a:lnTo>
                  <a:pt x="3993654" y="1006500"/>
                </a:lnTo>
                <a:lnTo>
                  <a:pt x="3985222" y="1007440"/>
                </a:lnTo>
                <a:lnTo>
                  <a:pt x="3976890" y="1010640"/>
                </a:lnTo>
                <a:lnTo>
                  <a:pt x="3965702" y="1019403"/>
                </a:lnTo>
                <a:lnTo>
                  <a:pt x="3958552" y="1030998"/>
                </a:lnTo>
                <a:lnTo>
                  <a:pt x="3955796" y="1044397"/>
                </a:lnTo>
                <a:lnTo>
                  <a:pt x="3957790" y="1058506"/>
                </a:lnTo>
                <a:lnTo>
                  <a:pt x="4039857" y="1180007"/>
                </a:lnTo>
                <a:lnTo>
                  <a:pt x="4069918" y="1201826"/>
                </a:lnTo>
                <a:lnTo>
                  <a:pt x="4080268" y="1201623"/>
                </a:lnTo>
                <a:lnTo>
                  <a:pt x="4116222" y="1173213"/>
                </a:lnTo>
                <a:lnTo>
                  <a:pt x="4140987" y="1109294"/>
                </a:lnTo>
                <a:lnTo>
                  <a:pt x="4150093" y="1085481"/>
                </a:lnTo>
                <a:lnTo>
                  <a:pt x="4179849" y="1015060"/>
                </a:lnTo>
                <a:lnTo>
                  <a:pt x="4201376" y="968933"/>
                </a:lnTo>
                <a:lnTo>
                  <a:pt x="4224210" y="923455"/>
                </a:lnTo>
                <a:lnTo>
                  <a:pt x="4236707" y="900201"/>
                </a:lnTo>
                <a:lnTo>
                  <a:pt x="4262513" y="925309"/>
                </a:lnTo>
                <a:lnTo>
                  <a:pt x="4345571" y="1007668"/>
                </a:lnTo>
                <a:lnTo>
                  <a:pt x="4352188" y="1016685"/>
                </a:lnTo>
                <a:lnTo>
                  <a:pt x="4352696" y="1025410"/>
                </a:lnTo>
                <a:lnTo>
                  <a:pt x="4348277" y="1033729"/>
                </a:lnTo>
                <a:lnTo>
                  <a:pt x="4340098" y="1041590"/>
                </a:lnTo>
                <a:lnTo>
                  <a:pt x="4307433" y="1071968"/>
                </a:lnTo>
                <a:lnTo>
                  <a:pt x="4137672" y="1231900"/>
                </a:lnTo>
                <a:lnTo>
                  <a:pt x="4111320" y="1257211"/>
                </a:lnTo>
                <a:lnTo>
                  <a:pt x="4087571" y="1280871"/>
                </a:lnTo>
                <a:lnTo>
                  <a:pt x="4082846" y="1284452"/>
                </a:lnTo>
                <a:lnTo>
                  <a:pt x="4069397" y="1283436"/>
                </a:lnTo>
                <a:lnTo>
                  <a:pt x="4064622" y="1278610"/>
                </a:lnTo>
                <a:lnTo>
                  <a:pt x="3927932" y="1164437"/>
                </a:lnTo>
                <a:lnTo>
                  <a:pt x="3918077" y="1156246"/>
                </a:lnTo>
                <a:lnTo>
                  <a:pt x="3912349" y="1155877"/>
                </a:lnTo>
                <a:lnTo>
                  <a:pt x="3908018" y="1158938"/>
                </a:lnTo>
                <a:lnTo>
                  <a:pt x="3905593" y="1160614"/>
                </a:lnTo>
                <a:lnTo>
                  <a:pt x="3902824" y="1162812"/>
                </a:lnTo>
                <a:lnTo>
                  <a:pt x="3900513" y="1164602"/>
                </a:lnTo>
                <a:lnTo>
                  <a:pt x="3894759" y="1169162"/>
                </a:lnTo>
                <a:lnTo>
                  <a:pt x="3894683" y="1178217"/>
                </a:lnTo>
                <a:lnTo>
                  <a:pt x="3900411" y="1182852"/>
                </a:lnTo>
                <a:lnTo>
                  <a:pt x="4053890" y="1309166"/>
                </a:lnTo>
                <a:lnTo>
                  <a:pt x="4062006" y="1315326"/>
                </a:lnTo>
                <a:lnTo>
                  <a:pt x="4071797" y="1319110"/>
                </a:lnTo>
                <a:lnTo>
                  <a:pt x="4082275" y="1320253"/>
                </a:lnTo>
                <a:lnTo>
                  <a:pt x="4092422" y="1318475"/>
                </a:lnTo>
                <a:lnTo>
                  <a:pt x="4098874" y="1316418"/>
                </a:lnTo>
                <a:lnTo>
                  <a:pt x="4105491" y="1313053"/>
                </a:lnTo>
                <a:lnTo>
                  <a:pt x="4110444" y="1305737"/>
                </a:lnTo>
                <a:lnTo>
                  <a:pt x="4109948" y="1306487"/>
                </a:lnTo>
                <a:lnTo>
                  <a:pt x="4110621" y="1305737"/>
                </a:lnTo>
                <a:lnTo>
                  <a:pt x="4110850" y="1305496"/>
                </a:lnTo>
                <a:lnTo>
                  <a:pt x="4113860" y="1302207"/>
                </a:lnTo>
                <a:lnTo>
                  <a:pt x="4121531" y="1294155"/>
                </a:lnTo>
                <a:lnTo>
                  <a:pt x="4122331" y="1293304"/>
                </a:lnTo>
                <a:lnTo>
                  <a:pt x="4126903" y="1288719"/>
                </a:lnTo>
                <a:lnTo>
                  <a:pt x="4361307" y="1049439"/>
                </a:lnTo>
                <a:lnTo>
                  <a:pt x="4371048" y="1039088"/>
                </a:lnTo>
                <a:lnTo>
                  <a:pt x="4376534" y="1027379"/>
                </a:lnTo>
                <a:close/>
              </a:path>
              <a:path w="4377055" h="1320800">
                <a:moveTo>
                  <a:pt x="4376534" y="202717"/>
                </a:moveTo>
                <a:lnTo>
                  <a:pt x="4376509" y="200761"/>
                </a:lnTo>
                <a:lnTo>
                  <a:pt x="4376382" y="192036"/>
                </a:lnTo>
                <a:lnTo>
                  <a:pt x="4376369" y="190474"/>
                </a:lnTo>
                <a:lnTo>
                  <a:pt x="4282643" y="86118"/>
                </a:lnTo>
                <a:lnTo>
                  <a:pt x="4254500" y="56781"/>
                </a:lnTo>
                <a:lnTo>
                  <a:pt x="4253687" y="55930"/>
                </a:lnTo>
                <a:lnTo>
                  <a:pt x="4253357" y="55397"/>
                </a:lnTo>
                <a:lnTo>
                  <a:pt x="4252849" y="54711"/>
                </a:lnTo>
                <a:lnTo>
                  <a:pt x="4251058" y="52311"/>
                </a:lnTo>
                <a:lnTo>
                  <a:pt x="4249788" y="51371"/>
                </a:lnTo>
                <a:lnTo>
                  <a:pt x="4262196" y="29578"/>
                </a:lnTo>
                <a:lnTo>
                  <a:pt x="4277258" y="4254"/>
                </a:lnTo>
                <a:lnTo>
                  <a:pt x="4278681" y="2679"/>
                </a:lnTo>
                <a:lnTo>
                  <a:pt x="4276102" y="0"/>
                </a:lnTo>
                <a:lnTo>
                  <a:pt x="4274439" y="1206"/>
                </a:lnTo>
                <a:lnTo>
                  <a:pt x="4261840" y="7518"/>
                </a:lnTo>
                <a:lnTo>
                  <a:pt x="4251071" y="13931"/>
                </a:lnTo>
                <a:lnTo>
                  <a:pt x="4240758" y="21056"/>
                </a:lnTo>
                <a:lnTo>
                  <a:pt x="4230903" y="28867"/>
                </a:lnTo>
                <a:lnTo>
                  <a:pt x="4214228" y="44208"/>
                </a:lnTo>
                <a:lnTo>
                  <a:pt x="4110177" y="49060"/>
                </a:lnTo>
                <a:lnTo>
                  <a:pt x="3937812" y="58877"/>
                </a:lnTo>
                <a:lnTo>
                  <a:pt x="3914381" y="60159"/>
                </a:lnTo>
                <a:lnTo>
                  <a:pt x="3914851" y="60159"/>
                </a:lnTo>
                <a:lnTo>
                  <a:pt x="3870134" y="85369"/>
                </a:lnTo>
                <a:lnTo>
                  <a:pt x="3870134" y="96685"/>
                </a:lnTo>
                <a:lnTo>
                  <a:pt x="3815384" y="147231"/>
                </a:lnTo>
                <a:lnTo>
                  <a:pt x="3814610" y="147955"/>
                </a:lnTo>
                <a:lnTo>
                  <a:pt x="3815384" y="147231"/>
                </a:lnTo>
                <a:lnTo>
                  <a:pt x="3815588" y="147027"/>
                </a:lnTo>
                <a:lnTo>
                  <a:pt x="3870134" y="96685"/>
                </a:lnTo>
                <a:lnTo>
                  <a:pt x="3870134" y="85369"/>
                </a:lnTo>
                <a:lnTo>
                  <a:pt x="3845433" y="110045"/>
                </a:lnTo>
                <a:lnTo>
                  <a:pt x="3806545" y="149644"/>
                </a:lnTo>
                <a:lnTo>
                  <a:pt x="3801211" y="154724"/>
                </a:lnTo>
                <a:lnTo>
                  <a:pt x="3804437" y="164388"/>
                </a:lnTo>
                <a:lnTo>
                  <a:pt x="3804475" y="164515"/>
                </a:lnTo>
                <a:lnTo>
                  <a:pt x="3811828" y="165354"/>
                </a:lnTo>
                <a:lnTo>
                  <a:pt x="3816172" y="166065"/>
                </a:lnTo>
                <a:lnTo>
                  <a:pt x="3821226" y="167398"/>
                </a:lnTo>
                <a:lnTo>
                  <a:pt x="3824630" y="163677"/>
                </a:lnTo>
                <a:lnTo>
                  <a:pt x="3825583" y="162737"/>
                </a:lnTo>
                <a:lnTo>
                  <a:pt x="3880459" y="107873"/>
                </a:lnTo>
                <a:lnTo>
                  <a:pt x="3886606" y="101650"/>
                </a:lnTo>
                <a:lnTo>
                  <a:pt x="3893045" y="95415"/>
                </a:lnTo>
                <a:lnTo>
                  <a:pt x="4056532" y="75844"/>
                </a:lnTo>
                <a:lnTo>
                  <a:pt x="4184319" y="66916"/>
                </a:lnTo>
                <a:lnTo>
                  <a:pt x="4194060" y="66357"/>
                </a:lnTo>
                <a:lnTo>
                  <a:pt x="4183138" y="79692"/>
                </a:lnTo>
                <a:lnTo>
                  <a:pt x="4169283" y="98437"/>
                </a:lnTo>
                <a:lnTo>
                  <a:pt x="4143324" y="136804"/>
                </a:lnTo>
                <a:lnTo>
                  <a:pt x="4119067" y="176174"/>
                </a:lnTo>
                <a:lnTo>
                  <a:pt x="4096474" y="216522"/>
                </a:lnTo>
                <a:lnTo>
                  <a:pt x="4075468" y="257810"/>
                </a:lnTo>
                <a:lnTo>
                  <a:pt x="4073448" y="261429"/>
                </a:lnTo>
                <a:lnTo>
                  <a:pt x="4049433" y="222097"/>
                </a:lnTo>
                <a:lnTo>
                  <a:pt x="4019397" y="190474"/>
                </a:lnTo>
                <a:lnTo>
                  <a:pt x="3993654" y="181851"/>
                </a:lnTo>
                <a:lnTo>
                  <a:pt x="3985222" y="182791"/>
                </a:lnTo>
                <a:lnTo>
                  <a:pt x="3976890" y="185978"/>
                </a:lnTo>
                <a:lnTo>
                  <a:pt x="3965702" y="194741"/>
                </a:lnTo>
                <a:lnTo>
                  <a:pt x="3958552" y="206349"/>
                </a:lnTo>
                <a:lnTo>
                  <a:pt x="3955796" y="219735"/>
                </a:lnTo>
                <a:lnTo>
                  <a:pt x="3957790" y="233857"/>
                </a:lnTo>
                <a:lnTo>
                  <a:pt x="4039857" y="355358"/>
                </a:lnTo>
                <a:lnTo>
                  <a:pt x="4069918" y="377177"/>
                </a:lnTo>
                <a:lnTo>
                  <a:pt x="4080268" y="376974"/>
                </a:lnTo>
                <a:lnTo>
                  <a:pt x="4116222" y="348564"/>
                </a:lnTo>
                <a:lnTo>
                  <a:pt x="4140987" y="284645"/>
                </a:lnTo>
                <a:lnTo>
                  <a:pt x="4150093" y="260832"/>
                </a:lnTo>
                <a:lnTo>
                  <a:pt x="4179849" y="190411"/>
                </a:lnTo>
                <a:lnTo>
                  <a:pt x="4201376" y="144284"/>
                </a:lnTo>
                <a:lnTo>
                  <a:pt x="4224210" y="98793"/>
                </a:lnTo>
                <a:lnTo>
                  <a:pt x="4236707" y="75539"/>
                </a:lnTo>
                <a:lnTo>
                  <a:pt x="4262513" y="100660"/>
                </a:lnTo>
                <a:lnTo>
                  <a:pt x="4345571" y="183007"/>
                </a:lnTo>
                <a:lnTo>
                  <a:pt x="4352188" y="192036"/>
                </a:lnTo>
                <a:lnTo>
                  <a:pt x="4352696" y="200761"/>
                </a:lnTo>
                <a:lnTo>
                  <a:pt x="4348277" y="209080"/>
                </a:lnTo>
                <a:lnTo>
                  <a:pt x="4340098" y="216941"/>
                </a:lnTo>
                <a:lnTo>
                  <a:pt x="4307433" y="247319"/>
                </a:lnTo>
                <a:lnTo>
                  <a:pt x="4137672" y="407250"/>
                </a:lnTo>
                <a:lnTo>
                  <a:pt x="4111320" y="432549"/>
                </a:lnTo>
                <a:lnTo>
                  <a:pt x="4087571" y="456222"/>
                </a:lnTo>
                <a:lnTo>
                  <a:pt x="4082846" y="459803"/>
                </a:lnTo>
                <a:lnTo>
                  <a:pt x="4069397" y="458787"/>
                </a:lnTo>
                <a:lnTo>
                  <a:pt x="4064622" y="453961"/>
                </a:lnTo>
                <a:lnTo>
                  <a:pt x="3927932" y="339775"/>
                </a:lnTo>
                <a:lnTo>
                  <a:pt x="3918077" y="331597"/>
                </a:lnTo>
                <a:lnTo>
                  <a:pt x="3912349" y="331228"/>
                </a:lnTo>
                <a:lnTo>
                  <a:pt x="3908018" y="334289"/>
                </a:lnTo>
                <a:lnTo>
                  <a:pt x="3905593" y="335965"/>
                </a:lnTo>
                <a:lnTo>
                  <a:pt x="3902824" y="338162"/>
                </a:lnTo>
                <a:lnTo>
                  <a:pt x="3900513" y="339953"/>
                </a:lnTo>
                <a:lnTo>
                  <a:pt x="3894759" y="344512"/>
                </a:lnTo>
                <a:lnTo>
                  <a:pt x="3894683" y="353568"/>
                </a:lnTo>
                <a:lnTo>
                  <a:pt x="3900411" y="358203"/>
                </a:lnTo>
                <a:lnTo>
                  <a:pt x="4053890" y="484517"/>
                </a:lnTo>
                <a:lnTo>
                  <a:pt x="4062006" y="490677"/>
                </a:lnTo>
                <a:lnTo>
                  <a:pt x="4071797" y="494461"/>
                </a:lnTo>
                <a:lnTo>
                  <a:pt x="4082275" y="495604"/>
                </a:lnTo>
                <a:lnTo>
                  <a:pt x="4092422" y="493826"/>
                </a:lnTo>
                <a:lnTo>
                  <a:pt x="4098874" y="491769"/>
                </a:lnTo>
                <a:lnTo>
                  <a:pt x="4105491" y="488403"/>
                </a:lnTo>
                <a:lnTo>
                  <a:pt x="4110444" y="481088"/>
                </a:lnTo>
                <a:lnTo>
                  <a:pt x="4109948" y="481838"/>
                </a:lnTo>
                <a:lnTo>
                  <a:pt x="4110621" y="481088"/>
                </a:lnTo>
                <a:lnTo>
                  <a:pt x="4110850" y="480847"/>
                </a:lnTo>
                <a:lnTo>
                  <a:pt x="4113860" y="477558"/>
                </a:lnTo>
                <a:lnTo>
                  <a:pt x="4121531" y="469506"/>
                </a:lnTo>
                <a:lnTo>
                  <a:pt x="4122331" y="468655"/>
                </a:lnTo>
                <a:lnTo>
                  <a:pt x="4126903" y="464070"/>
                </a:lnTo>
                <a:lnTo>
                  <a:pt x="4361307" y="224790"/>
                </a:lnTo>
                <a:lnTo>
                  <a:pt x="4371048" y="214426"/>
                </a:lnTo>
                <a:lnTo>
                  <a:pt x="4376534" y="202717"/>
                </a:lnTo>
                <a:close/>
              </a:path>
            </a:pathLst>
          </a:custGeom>
          <a:solidFill>
            <a:srgbClr val="0060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13200259" y="6192678"/>
            <a:ext cx="122682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10" dirty="0">
                <a:latin typeface="Trebuchet MS"/>
                <a:cs typeface="Trebuchet MS"/>
              </a:rPr>
              <a:t>Con</a:t>
            </a:r>
            <a:r>
              <a:rPr sz="2350" spc="-180" dirty="0">
                <a:latin typeface="Trebuchet MS"/>
                <a:cs typeface="Trebuchet MS"/>
              </a:rPr>
              <a:t> </a:t>
            </a:r>
            <a:r>
              <a:rPr sz="2350" spc="-55" dirty="0">
                <a:latin typeface="Trebuchet MS"/>
                <a:cs typeface="Trebuchet MS"/>
              </a:rPr>
              <a:t>cloro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3191197" y="6980087"/>
            <a:ext cx="120523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50" dirty="0">
                <a:latin typeface="Trebuchet MS"/>
                <a:cs typeface="Trebuchet MS"/>
              </a:rPr>
              <a:t>Blanquea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7007747" y="6885933"/>
            <a:ext cx="1537970" cy="68961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570"/>
              </a:spcBef>
            </a:pPr>
            <a:r>
              <a:rPr sz="2350" spc="-65" dirty="0">
                <a:latin typeface="Trebuchet MS"/>
                <a:cs typeface="Trebuchet MS"/>
              </a:rPr>
              <a:t>Actúa</a:t>
            </a:r>
            <a:r>
              <a:rPr sz="2350" spc="-175" dirty="0">
                <a:latin typeface="Trebuchet MS"/>
                <a:cs typeface="Trebuchet MS"/>
              </a:rPr>
              <a:t> </a:t>
            </a:r>
            <a:r>
              <a:rPr sz="2350" spc="-20" dirty="0">
                <a:latin typeface="Trebuchet MS"/>
                <a:cs typeface="Trebuchet MS"/>
              </a:rPr>
              <a:t>como </a:t>
            </a:r>
            <a:r>
              <a:rPr sz="2350" spc="-10" dirty="0">
                <a:latin typeface="Trebuchet MS"/>
                <a:cs typeface="Trebuchet MS"/>
              </a:rPr>
              <a:t>germicida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7019874" y="6177796"/>
            <a:ext cx="153987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35" dirty="0">
                <a:latin typeface="Trebuchet MS"/>
                <a:cs typeface="Trebuchet MS"/>
              </a:rPr>
              <a:t>Despercude</a:t>
            </a:r>
            <a:endParaRPr sz="2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025658" cy="1130854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229157" y="10971115"/>
            <a:ext cx="520319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dirty="0">
                <a:latin typeface="Trebuchet MS"/>
                <a:cs typeface="Trebuchet MS"/>
              </a:rPr>
              <a:t>*Con</a:t>
            </a:r>
            <a:r>
              <a:rPr sz="1650" spc="-105" dirty="0">
                <a:latin typeface="Trebuchet MS"/>
                <a:cs typeface="Trebuchet MS"/>
              </a:rPr>
              <a:t> </a:t>
            </a:r>
            <a:r>
              <a:rPr sz="1650" spc="-75" dirty="0">
                <a:latin typeface="Trebuchet MS"/>
                <a:cs typeface="Trebuchet MS"/>
              </a:rPr>
              <a:t>relación</a:t>
            </a:r>
            <a:r>
              <a:rPr sz="1650" spc="-105" dirty="0">
                <a:latin typeface="Trebuchet MS"/>
                <a:cs typeface="Trebuchet MS"/>
              </a:rPr>
              <a:t> </a:t>
            </a:r>
            <a:r>
              <a:rPr sz="1650" spc="-75" dirty="0">
                <a:latin typeface="Trebuchet MS"/>
                <a:cs typeface="Trebuchet MS"/>
              </a:rPr>
              <a:t>a</a:t>
            </a:r>
            <a:r>
              <a:rPr sz="1650" spc="-105" dirty="0">
                <a:latin typeface="Trebuchet MS"/>
                <a:cs typeface="Trebuchet MS"/>
              </a:rPr>
              <a:t> </a:t>
            </a:r>
            <a:r>
              <a:rPr sz="1650" spc="-95" dirty="0">
                <a:latin typeface="Trebuchet MS"/>
                <a:cs typeface="Trebuchet MS"/>
              </a:rPr>
              <a:t>la</a:t>
            </a:r>
            <a:r>
              <a:rPr sz="1650" spc="-105" dirty="0">
                <a:latin typeface="Trebuchet MS"/>
                <a:cs typeface="Trebuchet MS"/>
              </a:rPr>
              <a:t> </a:t>
            </a:r>
            <a:r>
              <a:rPr sz="1650" spc="-70" dirty="0">
                <a:latin typeface="Trebuchet MS"/>
                <a:cs typeface="Trebuchet MS"/>
              </a:rPr>
              <a:t>fórmula</a:t>
            </a:r>
            <a:r>
              <a:rPr sz="1650" spc="-105" dirty="0">
                <a:latin typeface="Trebuchet MS"/>
                <a:cs typeface="Trebuchet MS"/>
              </a:rPr>
              <a:t> </a:t>
            </a:r>
            <a:r>
              <a:rPr sz="1650" spc="-80" dirty="0">
                <a:latin typeface="Trebuchet MS"/>
                <a:cs typeface="Trebuchet MS"/>
              </a:rPr>
              <a:t>anterior</a:t>
            </a:r>
            <a:r>
              <a:rPr sz="1650" spc="-105" dirty="0">
                <a:latin typeface="Trebuchet MS"/>
                <a:cs typeface="Trebuchet MS"/>
              </a:rPr>
              <a:t> </a:t>
            </a:r>
            <a:r>
              <a:rPr sz="1650" spc="-70" dirty="0">
                <a:latin typeface="Trebuchet MS"/>
                <a:cs typeface="Trebuchet MS"/>
              </a:rPr>
              <a:t>(Fragancia</a:t>
            </a:r>
            <a:r>
              <a:rPr sz="1650" spc="-105" dirty="0">
                <a:latin typeface="Trebuchet MS"/>
                <a:cs typeface="Trebuchet MS"/>
              </a:rPr>
              <a:t> </a:t>
            </a:r>
            <a:r>
              <a:rPr sz="1650" spc="-45" dirty="0">
                <a:latin typeface="Trebuchet MS"/>
                <a:cs typeface="Trebuchet MS"/>
              </a:rPr>
              <a:t>encapsulada).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455577" y="3851788"/>
            <a:ext cx="7093584" cy="2117090"/>
          </a:xfrm>
          <a:custGeom>
            <a:avLst/>
            <a:gdLst/>
            <a:ahLst/>
            <a:cxnLst/>
            <a:rect l="l" t="t" r="r" b="b"/>
            <a:pathLst>
              <a:path w="7093584" h="2117090">
                <a:moveTo>
                  <a:pt x="6952804" y="2116616"/>
                </a:moveTo>
                <a:lnTo>
                  <a:pt x="140770" y="2116616"/>
                </a:lnTo>
                <a:lnTo>
                  <a:pt x="96400" y="2109409"/>
                </a:lnTo>
                <a:lnTo>
                  <a:pt x="57773" y="2089366"/>
                </a:lnTo>
                <a:lnTo>
                  <a:pt x="27253" y="2058849"/>
                </a:lnTo>
                <a:lnTo>
                  <a:pt x="7207" y="2020225"/>
                </a:lnTo>
                <a:lnTo>
                  <a:pt x="0" y="1975856"/>
                </a:lnTo>
                <a:lnTo>
                  <a:pt x="0" y="140760"/>
                </a:lnTo>
                <a:lnTo>
                  <a:pt x="7207" y="96391"/>
                </a:lnTo>
                <a:lnTo>
                  <a:pt x="27253" y="57766"/>
                </a:lnTo>
                <a:lnTo>
                  <a:pt x="57773" y="27250"/>
                </a:lnTo>
                <a:lnTo>
                  <a:pt x="96400" y="7206"/>
                </a:lnTo>
                <a:lnTo>
                  <a:pt x="140770" y="0"/>
                </a:lnTo>
                <a:lnTo>
                  <a:pt x="6952804" y="0"/>
                </a:lnTo>
                <a:lnTo>
                  <a:pt x="6997172" y="7206"/>
                </a:lnTo>
                <a:lnTo>
                  <a:pt x="7035797" y="27250"/>
                </a:lnTo>
                <a:lnTo>
                  <a:pt x="7066314" y="57766"/>
                </a:lnTo>
                <a:lnTo>
                  <a:pt x="7086357" y="96391"/>
                </a:lnTo>
                <a:lnTo>
                  <a:pt x="7093564" y="140760"/>
                </a:lnTo>
                <a:lnTo>
                  <a:pt x="7093564" y="1975856"/>
                </a:lnTo>
                <a:lnTo>
                  <a:pt x="7086357" y="2020225"/>
                </a:lnTo>
                <a:lnTo>
                  <a:pt x="7066314" y="2058849"/>
                </a:lnTo>
                <a:lnTo>
                  <a:pt x="7035797" y="2089366"/>
                </a:lnTo>
                <a:lnTo>
                  <a:pt x="6997172" y="2109409"/>
                </a:lnTo>
                <a:lnTo>
                  <a:pt x="6952804" y="2116616"/>
                </a:lnTo>
                <a:close/>
              </a:path>
            </a:pathLst>
          </a:custGeom>
          <a:ln w="17737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77848" y="0"/>
            <a:ext cx="19171920" cy="10941050"/>
            <a:chOff x="377848" y="0"/>
            <a:chExt cx="19171920" cy="10941050"/>
          </a:xfrm>
        </p:grpSpPr>
        <p:sp>
          <p:nvSpPr>
            <p:cNvPr id="6" name="object 6"/>
            <p:cNvSpPr/>
            <p:nvPr/>
          </p:nvSpPr>
          <p:spPr>
            <a:xfrm>
              <a:off x="16437007" y="9750839"/>
              <a:ext cx="13970" cy="10795"/>
            </a:xfrm>
            <a:custGeom>
              <a:avLst/>
              <a:gdLst/>
              <a:ahLst/>
              <a:cxnLst/>
              <a:rect l="l" t="t" r="r" b="b"/>
              <a:pathLst>
                <a:path w="13969" h="10795">
                  <a:moveTo>
                    <a:pt x="0" y="0"/>
                  </a:moveTo>
                  <a:lnTo>
                    <a:pt x="3905" y="3476"/>
                  </a:lnTo>
                  <a:lnTo>
                    <a:pt x="8418" y="6889"/>
                  </a:lnTo>
                  <a:lnTo>
                    <a:pt x="13612" y="10219"/>
                  </a:lnTo>
                  <a:lnTo>
                    <a:pt x="6649" y="4795"/>
                  </a:lnTo>
                  <a:lnTo>
                    <a:pt x="2209" y="1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000207" y="9011751"/>
              <a:ext cx="2098675" cy="1929764"/>
            </a:xfrm>
            <a:custGeom>
              <a:avLst/>
              <a:gdLst/>
              <a:ahLst/>
              <a:cxnLst/>
              <a:rect l="l" t="t" r="r" b="b"/>
              <a:pathLst>
                <a:path w="2098675" h="1929765">
                  <a:moveTo>
                    <a:pt x="36323" y="1271062"/>
                  </a:moveTo>
                  <a:lnTo>
                    <a:pt x="32135" y="1271764"/>
                  </a:lnTo>
                  <a:lnTo>
                    <a:pt x="27904" y="1272225"/>
                  </a:lnTo>
                  <a:lnTo>
                    <a:pt x="0" y="1273031"/>
                  </a:lnTo>
                  <a:lnTo>
                    <a:pt x="139456" y="1393142"/>
                  </a:lnTo>
                  <a:lnTo>
                    <a:pt x="383258" y="1606930"/>
                  </a:lnTo>
                  <a:lnTo>
                    <a:pt x="704564" y="1893850"/>
                  </a:lnTo>
                  <a:lnTo>
                    <a:pt x="708732" y="1897818"/>
                  </a:lnTo>
                  <a:lnTo>
                    <a:pt x="711611" y="1900645"/>
                  </a:lnTo>
                  <a:lnTo>
                    <a:pt x="713632" y="1902425"/>
                  </a:lnTo>
                  <a:lnTo>
                    <a:pt x="715695" y="1904153"/>
                  </a:lnTo>
                  <a:lnTo>
                    <a:pt x="760663" y="1926991"/>
                  </a:lnTo>
                  <a:lnTo>
                    <a:pt x="809950" y="1929252"/>
                  </a:lnTo>
                  <a:lnTo>
                    <a:pt x="854456" y="1914864"/>
                  </a:lnTo>
                  <a:lnTo>
                    <a:pt x="885082" y="1887756"/>
                  </a:lnTo>
                  <a:lnTo>
                    <a:pt x="891397" y="1880779"/>
                  </a:lnTo>
                  <a:lnTo>
                    <a:pt x="902606" y="1869063"/>
                  </a:lnTo>
                  <a:lnTo>
                    <a:pt x="908747" y="1862782"/>
                  </a:lnTo>
                  <a:lnTo>
                    <a:pt x="794902" y="1862782"/>
                  </a:lnTo>
                  <a:lnTo>
                    <a:pt x="746227" y="1858974"/>
                  </a:lnTo>
                  <a:lnTo>
                    <a:pt x="701413" y="1835223"/>
                  </a:lnTo>
                  <a:lnTo>
                    <a:pt x="36323" y="1271062"/>
                  </a:lnTo>
                  <a:close/>
                </a:path>
                <a:path w="2098675" h="1929765">
                  <a:moveTo>
                    <a:pt x="1423431" y="0"/>
                  </a:moveTo>
                  <a:lnTo>
                    <a:pt x="1412857" y="839"/>
                  </a:lnTo>
                  <a:lnTo>
                    <a:pt x="1393724" y="2085"/>
                  </a:lnTo>
                  <a:lnTo>
                    <a:pt x="1403287" y="2085"/>
                  </a:lnTo>
                  <a:lnTo>
                    <a:pt x="1452745" y="12251"/>
                  </a:lnTo>
                  <a:lnTo>
                    <a:pt x="1496425" y="44503"/>
                  </a:lnTo>
                  <a:lnTo>
                    <a:pt x="1970038" y="518304"/>
                  </a:lnTo>
                  <a:lnTo>
                    <a:pt x="1988733" y="536462"/>
                  </a:lnTo>
                  <a:lnTo>
                    <a:pt x="1998619" y="545660"/>
                  </a:lnTo>
                  <a:lnTo>
                    <a:pt x="2020692" y="573014"/>
                  </a:lnTo>
                  <a:lnTo>
                    <a:pt x="2035267" y="614263"/>
                  </a:lnTo>
                  <a:lnTo>
                    <a:pt x="2030304" y="663549"/>
                  </a:lnTo>
                  <a:lnTo>
                    <a:pt x="1993761" y="715016"/>
                  </a:lnTo>
                  <a:lnTo>
                    <a:pt x="1972708" y="735256"/>
                  </a:lnTo>
                  <a:lnTo>
                    <a:pt x="1730030" y="971413"/>
                  </a:lnTo>
                  <a:lnTo>
                    <a:pt x="902645" y="1788179"/>
                  </a:lnTo>
                  <a:lnTo>
                    <a:pt x="886592" y="1804634"/>
                  </a:lnTo>
                  <a:lnTo>
                    <a:pt x="875235" y="1816529"/>
                  </a:lnTo>
                  <a:lnTo>
                    <a:pt x="868884" y="1823559"/>
                  </a:lnTo>
                  <a:lnTo>
                    <a:pt x="838700" y="1849895"/>
                  </a:lnTo>
                  <a:lnTo>
                    <a:pt x="794902" y="1862782"/>
                  </a:lnTo>
                  <a:lnTo>
                    <a:pt x="908747" y="1862782"/>
                  </a:lnTo>
                  <a:lnTo>
                    <a:pt x="918414" y="1852896"/>
                  </a:lnTo>
                  <a:lnTo>
                    <a:pt x="1791521" y="994075"/>
                  </a:lnTo>
                  <a:lnTo>
                    <a:pt x="2033241" y="759732"/>
                  </a:lnTo>
                  <a:lnTo>
                    <a:pt x="2054377" y="739487"/>
                  </a:lnTo>
                  <a:lnTo>
                    <a:pt x="2087796" y="696851"/>
                  </a:lnTo>
                  <a:lnTo>
                    <a:pt x="2098604" y="654886"/>
                  </a:lnTo>
                  <a:lnTo>
                    <a:pt x="2093209" y="616696"/>
                  </a:lnTo>
                  <a:lnTo>
                    <a:pt x="2078019" y="585389"/>
                  </a:lnTo>
                  <a:lnTo>
                    <a:pt x="2059445" y="564068"/>
                  </a:lnTo>
                  <a:lnTo>
                    <a:pt x="2049168" y="554543"/>
                  </a:lnTo>
                  <a:lnTo>
                    <a:pt x="2029734" y="535737"/>
                  </a:lnTo>
                  <a:lnTo>
                    <a:pt x="1537481" y="45016"/>
                  </a:lnTo>
                  <a:lnTo>
                    <a:pt x="1532194" y="38189"/>
                  </a:lnTo>
                  <a:lnTo>
                    <a:pt x="1526288" y="32398"/>
                  </a:lnTo>
                  <a:lnTo>
                    <a:pt x="1520027" y="27488"/>
                  </a:lnTo>
                  <a:lnTo>
                    <a:pt x="1484764" y="8313"/>
                  </a:lnTo>
                  <a:lnTo>
                    <a:pt x="1450069" y="839"/>
                  </a:lnTo>
                  <a:lnTo>
                    <a:pt x="1450577" y="839"/>
                  </a:lnTo>
                  <a:lnTo>
                    <a:pt x="1423431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325392" y="9020336"/>
              <a:ext cx="4710430" cy="1854200"/>
            </a:xfrm>
            <a:custGeom>
              <a:avLst/>
              <a:gdLst/>
              <a:ahLst/>
              <a:cxnLst/>
              <a:rect l="l" t="t" r="r" b="b"/>
              <a:pathLst>
                <a:path w="4710430" h="1854200">
                  <a:moveTo>
                    <a:pt x="4186157" y="1181100"/>
                  </a:moveTo>
                  <a:lnTo>
                    <a:pt x="2481421" y="1181100"/>
                  </a:lnTo>
                  <a:lnTo>
                    <a:pt x="2487341" y="1193800"/>
                  </a:lnTo>
                  <a:lnTo>
                    <a:pt x="2494276" y="1206500"/>
                  </a:lnTo>
                  <a:lnTo>
                    <a:pt x="2502217" y="1219200"/>
                  </a:lnTo>
                  <a:lnTo>
                    <a:pt x="2511159" y="1231900"/>
                  </a:lnTo>
                  <a:lnTo>
                    <a:pt x="2524686" y="1231900"/>
                  </a:lnTo>
                  <a:lnTo>
                    <a:pt x="2539923" y="1244600"/>
                  </a:lnTo>
                  <a:lnTo>
                    <a:pt x="2556813" y="1257300"/>
                  </a:lnTo>
                  <a:lnTo>
                    <a:pt x="2575293" y="1257300"/>
                  </a:lnTo>
                  <a:lnTo>
                    <a:pt x="2584502" y="1270000"/>
                  </a:lnTo>
                  <a:lnTo>
                    <a:pt x="2711142" y="1270000"/>
                  </a:lnTo>
                  <a:lnTo>
                    <a:pt x="3050263" y="1549400"/>
                  </a:lnTo>
                  <a:lnTo>
                    <a:pt x="3136398" y="1625600"/>
                  </a:lnTo>
                  <a:lnTo>
                    <a:pt x="3176427" y="1663700"/>
                  </a:lnTo>
                  <a:lnTo>
                    <a:pt x="3214092" y="1689100"/>
                  </a:lnTo>
                  <a:lnTo>
                    <a:pt x="3249139" y="1727200"/>
                  </a:lnTo>
                  <a:lnTo>
                    <a:pt x="3281315" y="1752600"/>
                  </a:lnTo>
                  <a:lnTo>
                    <a:pt x="3310366" y="1778000"/>
                  </a:lnTo>
                  <a:lnTo>
                    <a:pt x="3336039" y="1803400"/>
                  </a:lnTo>
                  <a:lnTo>
                    <a:pt x="3358078" y="1816100"/>
                  </a:lnTo>
                  <a:lnTo>
                    <a:pt x="3376232" y="1828800"/>
                  </a:lnTo>
                  <a:lnTo>
                    <a:pt x="3421047" y="1854200"/>
                  </a:lnTo>
                  <a:lnTo>
                    <a:pt x="3469721" y="1854200"/>
                  </a:lnTo>
                  <a:lnTo>
                    <a:pt x="3513519" y="1841500"/>
                  </a:lnTo>
                  <a:lnTo>
                    <a:pt x="3543703" y="1816100"/>
                  </a:lnTo>
                  <a:lnTo>
                    <a:pt x="3550054" y="1816100"/>
                  </a:lnTo>
                  <a:lnTo>
                    <a:pt x="3561411" y="1803400"/>
                  </a:lnTo>
                  <a:lnTo>
                    <a:pt x="3577464" y="1790700"/>
                  </a:lnTo>
                  <a:lnTo>
                    <a:pt x="3597901" y="1765300"/>
                  </a:lnTo>
                  <a:lnTo>
                    <a:pt x="3622410" y="1739900"/>
                  </a:lnTo>
                  <a:lnTo>
                    <a:pt x="3650680" y="1714500"/>
                  </a:lnTo>
                  <a:lnTo>
                    <a:pt x="3682400" y="1676400"/>
                  </a:lnTo>
                  <a:lnTo>
                    <a:pt x="3717257" y="1651000"/>
                  </a:lnTo>
                  <a:lnTo>
                    <a:pt x="3754941" y="1612900"/>
                  </a:lnTo>
                  <a:lnTo>
                    <a:pt x="3795140" y="1574800"/>
                  </a:lnTo>
                  <a:lnTo>
                    <a:pt x="3837542" y="1524000"/>
                  </a:lnTo>
                  <a:lnTo>
                    <a:pt x="3881836" y="1485900"/>
                  </a:lnTo>
                  <a:lnTo>
                    <a:pt x="3927710" y="1435100"/>
                  </a:lnTo>
                  <a:lnTo>
                    <a:pt x="3974854" y="1397000"/>
                  </a:lnTo>
                  <a:lnTo>
                    <a:pt x="4022954" y="1346200"/>
                  </a:lnTo>
                  <a:lnTo>
                    <a:pt x="4169886" y="1193800"/>
                  </a:lnTo>
                  <a:lnTo>
                    <a:pt x="4186157" y="1181100"/>
                  </a:lnTo>
                  <a:close/>
                </a:path>
                <a:path w="4710430" h="1854200">
                  <a:moveTo>
                    <a:pt x="1500917" y="1498600"/>
                  </a:moveTo>
                  <a:lnTo>
                    <a:pt x="1277538" y="1498600"/>
                  </a:lnTo>
                  <a:lnTo>
                    <a:pt x="1294462" y="1511300"/>
                  </a:lnTo>
                  <a:lnTo>
                    <a:pt x="1312975" y="1524000"/>
                  </a:lnTo>
                  <a:lnTo>
                    <a:pt x="1463794" y="1524000"/>
                  </a:lnTo>
                  <a:lnTo>
                    <a:pt x="1482585" y="1511300"/>
                  </a:lnTo>
                  <a:lnTo>
                    <a:pt x="1500917" y="1498600"/>
                  </a:lnTo>
                  <a:close/>
                </a:path>
                <a:path w="4710430" h="1854200">
                  <a:moveTo>
                    <a:pt x="1530002" y="1270000"/>
                  </a:moveTo>
                  <a:lnTo>
                    <a:pt x="1202329" y="1270000"/>
                  </a:lnTo>
                  <a:lnTo>
                    <a:pt x="1201868" y="1295400"/>
                  </a:lnTo>
                  <a:lnTo>
                    <a:pt x="1201579" y="1320800"/>
                  </a:lnTo>
                  <a:lnTo>
                    <a:pt x="1201607" y="1358900"/>
                  </a:lnTo>
                  <a:lnTo>
                    <a:pt x="1202693" y="1371600"/>
                  </a:lnTo>
                  <a:lnTo>
                    <a:pt x="1204675" y="1397000"/>
                  </a:lnTo>
                  <a:lnTo>
                    <a:pt x="1207544" y="1409700"/>
                  </a:lnTo>
                  <a:lnTo>
                    <a:pt x="1211292" y="1422400"/>
                  </a:lnTo>
                  <a:lnTo>
                    <a:pt x="1217746" y="1435100"/>
                  </a:lnTo>
                  <a:lnTo>
                    <a:pt x="1226155" y="1460500"/>
                  </a:lnTo>
                  <a:lnTo>
                    <a:pt x="1236485" y="1473200"/>
                  </a:lnTo>
                  <a:lnTo>
                    <a:pt x="1248705" y="1485900"/>
                  </a:lnTo>
                  <a:lnTo>
                    <a:pt x="1262265" y="1498600"/>
                  </a:lnTo>
                  <a:lnTo>
                    <a:pt x="1501116" y="1498600"/>
                  </a:lnTo>
                  <a:lnTo>
                    <a:pt x="1521748" y="1460500"/>
                  </a:lnTo>
                  <a:lnTo>
                    <a:pt x="1525119" y="1409700"/>
                  </a:lnTo>
                  <a:lnTo>
                    <a:pt x="1526229" y="1397000"/>
                  </a:lnTo>
                  <a:lnTo>
                    <a:pt x="1527164" y="1371600"/>
                  </a:lnTo>
                  <a:lnTo>
                    <a:pt x="1527922" y="1358900"/>
                  </a:lnTo>
                  <a:lnTo>
                    <a:pt x="1528545" y="1333500"/>
                  </a:lnTo>
                  <a:lnTo>
                    <a:pt x="1530002" y="1270000"/>
                  </a:lnTo>
                  <a:close/>
                </a:path>
                <a:path w="4710430" h="1854200">
                  <a:moveTo>
                    <a:pt x="134082" y="863600"/>
                  </a:moveTo>
                  <a:lnTo>
                    <a:pt x="86121" y="863600"/>
                  </a:lnTo>
                  <a:lnTo>
                    <a:pt x="58866" y="876300"/>
                  </a:lnTo>
                  <a:lnTo>
                    <a:pt x="10449" y="952500"/>
                  </a:lnTo>
                  <a:lnTo>
                    <a:pt x="2382" y="1003300"/>
                  </a:lnTo>
                  <a:lnTo>
                    <a:pt x="504" y="1041400"/>
                  </a:lnTo>
                  <a:lnTo>
                    <a:pt x="0" y="1079500"/>
                  </a:lnTo>
                  <a:lnTo>
                    <a:pt x="2511" y="1104900"/>
                  </a:lnTo>
                  <a:lnTo>
                    <a:pt x="9849" y="1117600"/>
                  </a:lnTo>
                  <a:lnTo>
                    <a:pt x="21979" y="1143000"/>
                  </a:lnTo>
                  <a:lnTo>
                    <a:pt x="54506" y="1181100"/>
                  </a:lnTo>
                  <a:lnTo>
                    <a:pt x="92760" y="1206500"/>
                  </a:lnTo>
                  <a:lnTo>
                    <a:pt x="138080" y="1231900"/>
                  </a:lnTo>
                  <a:lnTo>
                    <a:pt x="162683" y="1244600"/>
                  </a:lnTo>
                  <a:lnTo>
                    <a:pt x="188963" y="1244600"/>
                  </a:lnTo>
                  <a:lnTo>
                    <a:pt x="216831" y="1257300"/>
                  </a:lnTo>
                  <a:lnTo>
                    <a:pt x="246015" y="1257300"/>
                  </a:lnTo>
                  <a:lnTo>
                    <a:pt x="276402" y="1270000"/>
                  </a:lnTo>
                  <a:lnTo>
                    <a:pt x="418280" y="1270000"/>
                  </a:lnTo>
                  <a:lnTo>
                    <a:pt x="485042" y="1244600"/>
                  </a:lnTo>
                  <a:lnTo>
                    <a:pt x="544531" y="1219200"/>
                  </a:lnTo>
                  <a:lnTo>
                    <a:pt x="570385" y="1193800"/>
                  </a:lnTo>
                  <a:lnTo>
                    <a:pt x="593521" y="1181100"/>
                  </a:lnTo>
                  <a:lnTo>
                    <a:pt x="601791" y="1168400"/>
                  </a:lnTo>
                  <a:lnTo>
                    <a:pt x="609655" y="1155700"/>
                  </a:lnTo>
                  <a:lnTo>
                    <a:pt x="617117" y="1155700"/>
                  </a:lnTo>
                  <a:lnTo>
                    <a:pt x="624179" y="1143000"/>
                  </a:lnTo>
                  <a:lnTo>
                    <a:pt x="1871286" y="1143000"/>
                  </a:lnTo>
                  <a:lnTo>
                    <a:pt x="1879105" y="1130300"/>
                  </a:lnTo>
                  <a:lnTo>
                    <a:pt x="1886062" y="1130300"/>
                  </a:lnTo>
                  <a:lnTo>
                    <a:pt x="1892727" y="1117600"/>
                  </a:lnTo>
                  <a:lnTo>
                    <a:pt x="1899110" y="1104900"/>
                  </a:lnTo>
                  <a:lnTo>
                    <a:pt x="1905219" y="1092200"/>
                  </a:lnTo>
                  <a:lnTo>
                    <a:pt x="4278741" y="1092200"/>
                  </a:lnTo>
                  <a:lnTo>
                    <a:pt x="4314219" y="1054100"/>
                  </a:lnTo>
                  <a:lnTo>
                    <a:pt x="4360299" y="1016000"/>
                  </a:lnTo>
                  <a:lnTo>
                    <a:pt x="4382572" y="990600"/>
                  </a:lnTo>
                  <a:lnTo>
                    <a:pt x="926505" y="990600"/>
                  </a:lnTo>
                  <a:lnTo>
                    <a:pt x="923793" y="977900"/>
                  </a:lnTo>
                  <a:lnTo>
                    <a:pt x="923217" y="965200"/>
                  </a:lnTo>
                  <a:lnTo>
                    <a:pt x="923647" y="952500"/>
                  </a:lnTo>
                  <a:lnTo>
                    <a:pt x="925769" y="876300"/>
                  </a:lnTo>
                  <a:lnTo>
                    <a:pt x="147901" y="876300"/>
                  </a:lnTo>
                  <a:lnTo>
                    <a:pt x="134082" y="863600"/>
                  </a:lnTo>
                  <a:close/>
                </a:path>
                <a:path w="4710430" h="1854200">
                  <a:moveTo>
                    <a:pt x="932149" y="1257300"/>
                  </a:moveTo>
                  <a:lnTo>
                    <a:pt x="775576" y="1257300"/>
                  </a:lnTo>
                  <a:lnTo>
                    <a:pt x="801137" y="1270000"/>
                  </a:lnTo>
                  <a:lnTo>
                    <a:pt x="916564" y="1270000"/>
                  </a:lnTo>
                  <a:lnTo>
                    <a:pt x="932149" y="1257300"/>
                  </a:lnTo>
                  <a:close/>
                </a:path>
                <a:path w="4710430" h="1854200">
                  <a:moveTo>
                    <a:pt x="1530696" y="1257300"/>
                  </a:moveTo>
                  <a:lnTo>
                    <a:pt x="1084050" y="1257300"/>
                  </a:lnTo>
                  <a:lnTo>
                    <a:pt x="1099282" y="1270000"/>
                  </a:lnTo>
                  <a:lnTo>
                    <a:pt x="1530257" y="1270000"/>
                  </a:lnTo>
                  <a:lnTo>
                    <a:pt x="1530696" y="1257300"/>
                  </a:lnTo>
                  <a:close/>
                </a:path>
                <a:path w="4710430" h="1854200">
                  <a:moveTo>
                    <a:pt x="1801716" y="1219200"/>
                  </a:moveTo>
                  <a:lnTo>
                    <a:pt x="1018607" y="1219200"/>
                  </a:lnTo>
                  <a:lnTo>
                    <a:pt x="1021016" y="1231900"/>
                  </a:lnTo>
                  <a:lnTo>
                    <a:pt x="1023508" y="1231900"/>
                  </a:lnTo>
                  <a:lnTo>
                    <a:pt x="1036525" y="1244600"/>
                  </a:lnTo>
                  <a:lnTo>
                    <a:pt x="1050991" y="1244600"/>
                  </a:lnTo>
                  <a:lnTo>
                    <a:pt x="1066851" y="1257300"/>
                  </a:lnTo>
                  <a:lnTo>
                    <a:pt x="1551299" y="1257300"/>
                  </a:lnTo>
                  <a:lnTo>
                    <a:pt x="1573158" y="1270000"/>
                  </a:lnTo>
                  <a:lnTo>
                    <a:pt x="1669810" y="1270000"/>
                  </a:lnTo>
                  <a:lnTo>
                    <a:pt x="1705094" y="1257300"/>
                  </a:lnTo>
                  <a:lnTo>
                    <a:pt x="1739004" y="1244600"/>
                  </a:lnTo>
                  <a:lnTo>
                    <a:pt x="1771422" y="1231900"/>
                  </a:lnTo>
                  <a:lnTo>
                    <a:pt x="1801716" y="1219200"/>
                  </a:lnTo>
                  <a:close/>
                </a:path>
                <a:path w="4710430" h="1854200">
                  <a:moveTo>
                    <a:pt x="4278741" y="1092200"/>
                  </a:moveTo>
                  <a:lnTo>
                    <a:pt x="1908256" y="1092200"/>
                  </a:lnTo>
                  <a:lnTo>
                    <a:pt x="1909910" y="1104900"/>
                  </a:lnTo>
                  <a:lnTo>
                    <a:pt x="1949485" y="1155700"/>
                  </a:lnTo>
                  <a:lnTo>
                    <a:pt x="1998640" y="1206500"/>
                  </a:lnTo>
                  <a:lnTo>
                    <a:pt x="2025874" y="1219200"/>
                  </a:lnTo>
                  <a:lnTo>
                    <a:pt x="2054734" y="1244600"/>
                  </a:lnTo>
                  <a:lnTo>
                    <a:pt x="2085120" y="1244600"/>
                  </a:lnTo>
                  <a:lnTo>
                    <a:pt x="2116930" y="1257300"/>
                  </a:lnTo>
                  <a:lnTo>
                    <a:pt x="2142787" y="1270000"/>
                  </a:lnTo>
                  <a:lnTo>
                    <a:pt x="2281895" y="1270000"/>
                  </a:lnTo>
                  <a:lnTo>
                    <a:pt x="2304839" y="1257300"/>
                  </a:lnTo>
                  <a:lnTo>
                    <a:pt x="2352090" y="1257300"/>
                  </a:lnTo>
                  <a:lnTo>
                    <a:pt x="2375219" y="1244600"/>
                  </a:lnTo>
                  <a:lnTo>
                    <a:pt x="2397254" y="1231900"/>
                  </a:lnTo>
                  <a:lnTo>
                    <a:pt x="2418114" y="1231900"/>
                  </a:lnTo>
                  <a:lnTo>
                    <a:pt x="2435906" y="1219200"/>
                  </a:lnTo>
                  <a:lnTo>
                    <a:pt x="2452403" y="1206500"/>
                  </a:lnTo>
                  <a:lnTo>
                    <a:pt x="2467582" y="1193800"/>
                  </a:lnTo>
                  <a:lnTo>
                    <a:pt x="2481421" y="1181100"/>
                  </a:lnTo>
                  <a:lnTo>
                    <a:pt x="4186157" y="1181100"/>
                  </a:lnTo>
                  <a:lnTo>
                    <a:pt x="4218701" y="1155700"/>
                  </a:lnTo>
                  <a:lnTo>
                    <a:pt x="4266916" y="1104900"/>
                  </a:lnTo>
                  <a:lnTo>
                    <a:pt x="4278741" y="1092200"/>
                  </a:lnTo>
                  <a:close/>
                </a:path>
                <a:path w="4710430" h="1854200">
                  <a:moveTo>
                    <a:pt x="1871286" y="1143000"/>
                  </a:moveTo>
                  <a:lnTo>
                    <a:pt x="624179" y="1143000"/>
                  </a:lnTo>
                  <a:lnTo>
                    <a:pt x="633834" y="1155700"/>
                  </a:lnTo>
                  <a:lnTo>
                    <a:pt x="644710" y="1181100"/>
                  </a:lnTo>
                  <a:lnTo>
                    <a:pt x="688281" y="1219200"/>
                  </a:lnTo>
                  <a:lnTo>
                    <a:pt x="729991" y="1244600"/>
                  </a:lnTo>
                  <a:lnTo>
                    <a:pt x="753327" y="1257300"/>
                  </a:lnTo>
                  <a:lnTo>
                    <a:pt x="948578" y="1257300"/>
                  </a:lnTo>
                  <a:lnTo>
                    <a:pt x="964780" y="1244600"/>
                  </a:lnTo>
                  <a:lnTo>
                    <a:pt x="980698" y="1244600"/>
                  </a:lnTo>
                  <a:lnTo>
                    <a:pt x="996273" y="1231900"/>
                  </a:lnTo>
                  <a:lnTo>
                    <a:pt x="1009969" y="1231900"/>
                  </a:lnTo>
                  <a:lnTo>
                    <a:pt x="1016304" y="1219200"/>
                  </a:lnTo>
                  <a:lnTo>
                    <a:pt x="1801716" y="1219200"/>
                  </a:lnTo>
                  <a:lnTo>
                    <a:pt x="1829822" y="1193800"/>
                  </a:lnTo>
                  <a:lnTo>
                    <a:pt x="1855649" y="1168400"/>
                  </a:lnTo>
                  <a:lnTo>
                    <a:pt x="1871286" y="1143000"/>
                  </a:lnTo>
                  <a:close/>
                </a:path>
                <a:path w="4710430" h="1854200">
                  <a:moveTo>
                    <a:pt x="1216098" y="469900"/>
                  </a:moveTo>
                  <a:lnTo>
                    <a:pt x="1041659" y="469900"/>
                  </a:lnTo>
                  <a:lnTo>
                    <a:pt x="1025696" y="482600"/>
                  </a:lnTo>
                  <a:lnTo>
                    <a:pt x="998946" y="520700"/>
                  </a:lnTo>
                  <a:lnTo>
                    <a:pt x="991520" y="571500"/>
                  </a:lnTo>
                  <a:lnTo>
                    <a:pt x="989874" y="622300"/>
                  </a:lnTo>
                  <a:lnTo>
                    <a:pt x="989003" y="673100"/>
                  </a:lnTo>
                  <a:lnTo>
                    <a:pt x="988492" y="698500"/>
                  </a:lnTo>
                  <a:lnTo>
                    <a:pt x="987767" y="736600"/>
                  </a:lnTo>
                  <a:lnTo>
                    <a:pt x="985921" y="774700"/>
                  </a:lnTo>
                  <a:lnTo>
                    <a:pt x="981914" y="825500"/>
                  </a:lnTo>
                  <a:lnTo>
                    <a:pt x="976049" y="876300"/>
                  </a:lnTo>
                  <a:lnTo>
                    <a:pt x="967926" y="914400"/>
                  </a:lnTo>
                  <a:lnTo>
                    <a:pt x="962965" y="939800"/>
                  </a:lnTo>
                  <a:lnTo>
                    <a:pt x="958462" y="952500"/>
                  </a:lnTo>
                  <a:lnTo>
                    <a:pt x="953385" y="965200"/>
                  </a:lnTo>
                  <a:lnTo>
                    <a:pt x="947753" y="977900"/>
                  </a:lnTo>
                  <a:lnTo>
                    <a:pt x="941583" y="990600"/>
                  </a:lnTo>
                  <a:lnTo>
                    <a:pt x="4382572" y="990600"/>
                  </a:lnTo>
                  <a:lnTo>
                    <a:pt x="4404845" y="965200"/>
                  </a:lnTo>
                  <a:lnTo>
                    <a:pt x="4447544" y="927100"/>
                  </a:lnTo>
                  <a:lnTo>
                    <a:pt x="4488086" y="889000"/>
                  </a:lnTo>
                  <a:lnTo>
                    <a:pt x="4526158" y="850900"/>
                  </a:lnTo>
                  <a:lnTo>
                    <a:pt x="4561450" y="812800"/>
                  </a:lnTo>
                  <a:lnTo>
                    <a:pt x="4593649" y="787400"/>
                  </a:lnTo>
                  <a:lnTo>
                    <a:pt x="4622445" y="762000"/>
                  </a:lnTo>
                  <a:lnTo>
                    <a:pt x="4647526" y="736600"/>
                  </a:lnTo>
                  <a:lnTo>
                    <a:pt x="4668580" y="711200"/>
                  </a:lnTo>
                  <a:lnTo>
                    <a:pt x="4705123" y="660400"/>
                  </a:lnTo>
                  <a:lnTo>
                    <a:pt x="1936768" y="660400"/>
                  </a:lnTo>
                  <a:lnTo>
                    <a:pt x="1925777" y="622300"/>
                  </a:lnTo>
                  <a:lnTo>
                    <a:pt x="1912812" y="596900"/>
                  </a:lnTo>
                  <a:lnTo>
                    <a:pt x="1897870" y="571500"/>
                  </a:lnTo>
                  <a:lnTo>
                    <a:pt x="1880947" y="546100"/>
                  </a:lnTo>
                  <a:lnTo>
                    <a:pt x="1848859" y="520700"/>
                  </a:lnTo>
                  <a:lnTo>
                    <a:pt x="1506236" y="520700"/>
                  </a:lnTo>
                  <a:lnTo>
                    <a:pt x="1503273" y="508000"/>
                  </a:lnTo>
                  <a:lnTo>
                    <a:pt x="1496886" y="508000"/>
                  </a:lnTo>
                  <a:lnTo>
                    <a:pt x="1471942" y="495300"/>
                  </a:lnTo>
                  <a:lnTo>
                    <a:pt x="1249783" y="495300"/>
                  </a:lnTo>
                  <a:lnTo>
                    <a:pt x="1239289" y="482600"/>
                  </a:lnTo>
                  <a:lnTo>
                    <a:pt x="1228058" y="482600"/>
                  </a:lnTo>
                  <a:lnTo>
                    <a:pt x="1216098" y="469900"/>
                  </a:lnTo>
                  <a:close/>
                </a:path>
                <a:path w="4710430" h="1854200">
                  <a:moveTo>
                    <a:pt x="476387" y="279400"/>
                  </a:moveTo>
                  <a:lnTo>
                    <a:pt x="345862" y="279400"/>
                  </a:lnTo>
                  <a:lnTo>
                    <a:pt x="313209" y="292100"/>
                  </a:lnTo>
                  <a:lnTo>
                    <a:pt x="280630" y="292100"/>
                  </a:lnTo>
                  <a:lnTo>
                    <a:pt x="214505" y="317500"/>
                  </a:lnTo>
                  <a:lnTo>
                    <a:pt x="155440" y="355600"/>
                  </a:lnTo>
                  <a:lnTo>
                    <a:pt x="103871" y="406400"/>
                  </a:lnTo>
                  <a:lnTo>
                    <a:pt x="62919" y="457200"/>
                  </a:lnTo>
                  <a:lnTo>
                    <a:pt x="46959" y="495300"/>
                  </a:lnTo>
                  <a:lnTo>
                    <a:pt x="35570" y="533400"/>
                  </a:lnTo>
                  <a:lnTo>
                    <a:pt x="28786" y="584200"/>
                  </a:lnTo>
                  <a:lnTo>
                    <a:pt x="26637" y="622300"/>
                  </a:lnTo>
                  <a:lnTo>
                    <a:pt x="28662" y="660400"/>
                  </a:lnTo>
                  <a:lnTo>
                    <a:pt x="34389" y="698500"/>
                  </a:lnTo>
                  <a:lnTo>
                    <a:pt x="43795" y="736600"/>
                  </a:lnTo>
                  <a:lnTo>
                    <a:pt x="72326" y="787400"/>
                  </a:lnTo>
                  <a:lnTo>
                    <a:pt x="109431" y="838200"/>
                  </a:lnTo>
                  <a:lnTo>
                    <a:pt x="130938" y="863600"/>
                  </a:lnTo>
                  <a:lnTo>
                    <a:pt x="145992" y="863600"/>
                  </a:lnTo>
                  <a:lnTo>
                    <a:pt x="153705" y="876300"/>
                  </a:lnTo>
                  <a:lnTo>
                    <a:pt x="925769" y="876300"/>
                  </a:lnTo>
                  <a:lnTo>
                    <a:pt x="926127" y="863600"/>
                  </a:lnTo>
                  <a:lnTo>
                    <a:pt x="930488" y="723900"/>
                  </a:lnTo>
                  <a:lnTo>
                    <a:pt x="932236" y="673100"/>
                  </a:lnTo>
                  <a:lnTo>
                    <a:pt x="933076" y="635000"/>
                  </a:lnTo>
                  <a:lnTo>
                    <a:pt x="933144" y="622300"/>
                  </a:lnTo>
                  <a:lnTo>
                    <a:pt x="932038" y="609600"/>
                  </a:lnTo>
                  <a:lnTo>
                    <a:pt x="929967" y="596900"/>
                  </a:lnTo>
                  <a:lnTo>
                    <a:pt x="926940" y="571500"/>
                  </a:lnTo>
                  <a:lnTo>
                    <a:pt x="907540" y="533400"/>
                  </a:lnTo>
                  <a:lnTo>
                    <a:pt x="870577" y="495300"/>
                  </a:lnTo>
                  <a:lnTo>
                    <a:pt x="855142" y="482600"/>
                  </a:lnTo>
                  <a:lnTo>
                    <a:pt x="838084" y="482600"/>
                  </a:lnTo>
                  <a:lnTo>
                    <a:pt x="819451" y="469900"/>
                  </a:lnTo>
                  <a:lnTo>
                    <a:pt x="690931" y="469900"/>
                  </a:lnTo>
                  <a:lnTo>
                    <a:pt x="680986" y="431800"/>
                  </a:lnTo>
                  <a:lnTo>
                    <a:pt x="665737" y="393700"/>
                  </a:lnTo>
                  <a:lnTo>
                    <a:pt x="645295" y="368300"/>
                  </a:lnTo>
                  <a:lnTo>
                    <a:pt x="619771" y="342900"/>
                  </a:lnTo>
                  <a:lnTo>
                    <a:pt x="579860" y="317500"/>
                  </a:lnTo>
                  <a:lnTo>
                    <a:pt x="532006" y="292100"/>
                  </a:lnTo>
                  <a:lnTo>
                    <a:pt x="476387" y="279400"/>
                  </a:lnTo>
                  <a:close/>
                </a:path>
                <a:path w="4710430" h="1854200">
                  <a:moveTo>
                    <a:pt x="4104011" y="0"/>
                  </a:moveTo>
                  <a:lnTo>
                    <a:pt x="4052651" y="0"/>
                  </a:lnTo>
                  <a:lnTo>
                    <a:pt x="2721990" y="88900"/>
                  </a:lnTo>
                  <a:lnTo>
                    <a:pt x="2687639" y="88900"/>
                  </a:lnTo>
                  <a:lnTo>
                    <a:pt x="2661274" y="101600"/>
                  </a:lnTo>
                  <a:lnTo>
                    <a:pt x="2644373" y="114300"/>
                  </a:lnTo>
                  <a:lnTo>
                    <a:pt x="2638411" y="127000"/>
                  </a:lnTo>
                  <a:lnTo>
                    <a:pt x="2271847" y="469900"/>
                  </a:lnTo>
                  <a:lnTo>
                    <a:pt x="2189043" y="469900"/>
                  </a:lnTo>
                  <a:lnTo>
                    <a:pt x="2151837" y="482600"/>
                  </a:lnTo>
                  <a:lnTo>
                    <a:pt x="2086119" y="508000"/>
                  </a:lnTo>
                  <a:lnTo>
                    <a:pt x="2030038" y="546100"/>
                  </a:lnTo>
                  <a:lnTo>
                    <a:pt x="2005656" y="571500"/>
                  </a:lnTo>
                  <a:lnTo>
                    <a:pt x="1985630" y="584200"/>
                  </a:lnTo>
                  <a:lnTo>
                    <a:pt x="1967450" y="609600"/>
                  </a:lnTo>
                  <a:lnTo>
                    <a:pt x="1951151" y="635000"/>
                  </a:lnTo>
                  <a:lnTo>
                    <a:pt x="1936768" y="660400"/>
                  </a:lnTo>
                  <a:lnTo>
                    <a:pt x="4705123" y="660400"/>
                  </a:lnTo>
                  <a:lnTo>
                    <a:pt x="4710086" y="609600"/>
                  </a:lnTo>
                  <a:lnTo>
                    <a:pt x="4695511" y="571500"/>
                  </a:lnTo>
                  <a:lnTo>
                    <a:pt x="4673438" y="546100"/>
                  </a:lnTo>
                  <a:lnTo>
                    <a:pt x="4663552" y="533400"/>
                  </a:lnTo>
                  <a:lnTo>
                    <a:pt x="4644856" y="520700"/>
                  </a:lnTo>
                  <a:lnTo>
                    <a:pt x="4618553" y="495300"/>
                  </a:lnTo>
                  <a:lnTo>
                    <a:pt x="4585846" y="457200"/>
                  </a:lnTo>
                  <a:lnTo>
                    <a:pt x="4547938" y="419100"/>
                  </a:lnTo>
                  <a:lnTo>
                    <a:pt x="4506032" y="381000"/>
                  </a:lnTo>
                  <a:lnTo>
                    <a:pt x="4461332" y="330200"/>
                  </a:lnTo>
                  <a:lnTo>
                    <a:pt x="4415041" y="292100"/>
                  </a:lnTo>
                  <a:lnTo>
                    <a:pt x="4368361" y="241300"/>
                  </a:lnTo>
                  <a:lnTo>
                    <a:pt x="4278648" y="152400"/>
                  </a:lnTo>
                  <a:lnTo>
                    <a:pt x="4171244" y="38100"/>
                  </a:lnTo>
                  <a:lnTo>
                    <a:pt x="4150755" y="25400"/>
                  </a:lnTo>
                  <a:lnTo>
                    <a:pt x="4104011" y="0"/>
                  </a:lnTo>
                  <a:close/>
                </a:path>
                <a:path w="4710430" h="1854200">
                  <a:moveTo>
                    <a:pt x="1725167" y="469900"/>
                  </a:moveTo>
                  <a:lnTo>
                    <a:pt x="1621657" y="469900"/>
                  </a:lnTo>
                  <a:lnTo>
                    <a:pt x="1585894" y="482600"/>
                  </a:lnTo>
                  <a:lnTo>
                    <a:pt x="1553091" y="495300"/>
                  </a:lnTo>
                  <a:lnTo>
                    <a:pt x="1523367" y="508000"/>
                  </a:lnTo>
                  <a:lnTo>
                    <a:pt x="1511765" y="508000"/>
                  </a:lnTo>
                  <a:lnTo>
                    <a:pt x="1506236" y="520700"/>
                  </a:lnTo>
                  <a:lnTo>
                    <a:pt x="1848859" y="520700"/>
                  </a:lnTo>
                  <a:lnTo>
                    <a:pt x="1812138" y="495300"/>
                  </a:lnTo>
                  <a:lnTo>
                    <a:pt x="1770877" y="482600"/>
                  </a:lnTo>
                  <a:lnTo>
                    <a:pt x="1725167" y="469900"/>
                  </a:lnTo>
                  <a:close/>
                </a:path>
                <a:path w="4710430" h="1854200">
                  <a:moveTo>
                    <a:pt x="1409125" y="469900"/>
                  </a:moveTo>
                  <a:lnTo>
                    <a:pt x="1285100" y="469900"/>
                  </a:lnTo>
                  <a:lnTo>
                    <a:pt x="1267159" y="482600"/>
                  </a:lnTo>
                  <a:lnTo>
                    <a:pt x="1249783" y="495300"/>
                  </a:lnTo>
                  <a:lnTo>
                    <a:pt x="1471942" y="495300"/>
                  </a:lnTo>
                  <a:lnTo>
                    <a:pt x="1442653" y="482600"/>
                  </a:lnTo>
                  <a:lnTo>
                    <a:pt x="1409125" y="4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675847" y="9046692"/>
              <a:ext cx="2308225" cy="1785620"/>
            </a:xfrm>
            <a:custGeom>
              <a:avLst/>
              <a:gdLst/>
              <a:ahLst/>
              <a:cxnLst/>
              <a:rect l="l" t="t" r="r" b="b"/>
              <a:pathLst>
                <a:path w="2308225" h="1785620">
                  <a:moveTo>
                    <a:pt x="415704" y="1205827"/>
                  </a:moveTo>
                  <a:lnTo>
                    <a:pt x="389925" y="1226172"/>
                  </a:lnTo>
                  <a:lnTo>
                    <a:pt x="1019923" y="1752364"/>
                  </a:lnTo>
                  <a:lnTo>
                    <a:pt x="1025675" y="1757391"/>
                  </a:lnTo>
                  <a:lnTo>
                    <a:pt x="1067442" y="1781498"/>
                  </a:lnTo>
                  <a:lnTo>
                    <a:pt x="1114276" y="1785047"/>
                  </a:lnTo>
                  <a:lnTo>
                    <a:pt x="1156988" y="1772007"/>
                  </a:lnTo>
                  <a:lnTo>
                    <a:pt x="1186393" y="1746344"/>
                  </a:lnTo>
                  <a:lnTo>
                    <a:pt x="1192784" y="1739301"/>
                  </a:lnTo>
                  <a:lnTo>
                    <a:pt x="1204302" y="1727290"/>
                  </a:lnTo>
                  <a:lnTo>
                    <a:pt x="1210569" y="1720891"/>
                  </a:lnTo>
                  <a:lnTo>
                    <a:pt x="1089096" y="1720891"/>
                  </a:lnTo>
                  <a:lnTo>
                    <a:pt x="1040236" y="1713010"/>
                  </a:lnTo>
                  <a:lnTo>
                    <a:pt x="998189" y="1688440"/>
                  </a:lnTo>
                  <a:lnTo>
                    <a:pt x="989163" y="1680821"/>
                  </a:lnTo>
                  <a:lnTo>
                    <a:pt x="415704" y="1205827"/>
                  </a:lnTo>
                  <a:close/>
                </a:path>
                <a:path w="2308225" h="1785620">
                  <a:moveTo>
                    <a:pt x="1792416" y="41914"/>
                  </a:moveTo>
                  <a:lnTo>
                    <a:pt x="1673657" y="41914"/>
                  </a:lnTo>
                  <a:lnTo>
                    <a:pt x="1699363" y="44070"/>
                  </a:lnTo>
                  <a:lnTo>
                    <a:pt x="1718505" y="56968"/>
                  </a:lnTo>
                  <a:lnTo>
                    <a:pt x="1741433" y="84081"/>
                  </a:lnTo>
                  <a:lnTo>
                    <a:pt x="2177746" y="505175"/>
                  </a:lnTo>
                  <a:lnTo>
                    <a:pt x="2197369" y="523597"/>
                  </a:lnTo>
                  <a:lnTo>
                    <a:pt x="2207608" y="532811"/>
                  </a:lnTo>
                  <a:lnTo>
                    <a:pt x="2228075" y="557314"/>
                  </a:lnTo>
                  <a:lnTo>
                    <a:pt x="2241499" y="594307"/>
                  </a:lnTo>
                  <a:lnTo>
                    <a:pt x="2236722" y="638148"/>
                  </a:lnTo>
                  <a:lnTo>
                    <a:pt x="2236677" y="638559"/>
                  </a:lnTo>
                  <a:lnTo>
                    <a:pt x="2202404" y="684837"/>
                  </a:lnTo>
                  <a:lnTo>
                    <a:pt x="2183045" y="702795"/>
                  </a:lnTo>
                  <a:lnTo>
                    <a:pt x="2104560" y="776840"/>
                  </a:lnTo>
                  <a:lnTo>
                    <a:pt x="1837502" y="1033064"/>
                  </a:lnTo>
                  <a:lnTo>
                    <a:pt x="1212875" y="1641757"/>
                  </a:lnTo>
                  <a:lnTo>
                    <a:pt x="1179050" y="1675689"/>
                  </a:lnTo>
                  <a:lnTo>
                    <a:pt x="1164163" y="1691278"/>
                  </a:lnTo>
                  <a:lnTo>
                    <a:pt x="1133996" y="1713256"/>
                  </a:lnTo>
                  <a:lnTo>
                    <a:pt x="1089096" y="1720891"/>
                  </a:lnTo>
                  <a:lnTo>
                    <a:pt x="1210569" y="1720891"/>
                  </a:lnTo>
                  <a:lnTo>
                    <a:pt x="1220617" y="1710634"/>
                  </a:lnTo>
                  <a:lnTo>
                    <a:pt x="2045586" y="898964"/>
                  </a:lnTo>
                  <a:lnTo>
                    <a:pt x="2246422" y="704212"/>
                  </a:lnTo>
                  <a:lnTo>
                    <a:pt x="2267396" y="684104"/>
                  </a:lnTo>
                  <a:lnTo>
                    <a:pt x="2301235" y="638148"/>
                  </a:lnTo>
                  <a:lnTo>
                    <a:pt x="2307979" y="594307"/>
                  </a:lnTo>
                  <a:lnTo>
                    <a:pt x="2308080" y="593653"/>
                  </a:lnTo>
                  <a:lnTo>
                    <a:pt x="2297268" y="555168"/>
                  </a:lnTo>
                  <a:lnTo>
                    <a:pt x="2278140" y="527240"/>
                  </a:lnTo>
                  <a:lnTo>
                    <a:pt x="2276119" y="525125"/>
                  </a:lnTo>
                  <a:lnTo>
                    <a:pt x="2274182" y="523282"/>
                  </a:lnTo>
                  <a:lnTo>
                    <a:pt x="2272307" y="521690"/>
                  </a:lnTo>
                  <a:lnTo>
                    <a:pt x="2261741" y="511811"/>
                  </a:lnTo>
                  <a:lnTo>
                    <a:pt x="2241488" y="492061"/>
                  </a:lnTo>
                  <a:lnTo>
                    <a:pt x="1792416" y="41914"/>
                  </a:lnTo>
                  <a:close/>
                </a:path>
                <a:path w="2308225" h="1785620">
                  <a:moveTo>
                    <a:pt x="1702496" y="0"/>
                  </a:moveTo>
                  <a:lnTo>
                    <a:pt x="1684702" y="0"/>
                  </a:lnTo>
                  <a:lnTo>
                    <a:pt x="1679268" y="397"/>
                  </a:lnTo>
                  <a:lnTo>
                    <a:pt x="1677404" y="649"/>
                  </a:lnTo>
                  <a:lnTo>
                    <a:pt x="400427" y="83180"/>
                  </a:lnTo>
                  <a:lnTo>
                    <a:pt x="342133" y="100618"/>
                  </a:lnTo>
                  <a:lnTo>
                    <a:pt x="0" y="434761"/>
                  </a:lnTo>
                  <a:lnTo>
                    <a:pt x="7319" y="435756"/>
                  </a:lnTo>
                  <a:lnTo>
                    <a:pt x="14449" y="436939"/>
                  </a:lnTo>
                  <a:lnTo>
                    <a:pt x="21371" y="438321"/>
                  </a:lnTo>
                  <a:lnTo>
                    <a:pt x="312199" y="158937"/>
                  </a:lnTo>
                  <a:lnTo>
                    <a:pt x="330847" y="142944"/>
                  </a:lnTo>
                  <a:lnTo>
                    <a:pt x="345193" y="134417"/>
                  </a:lnTo>
                  <a:lnTo>
                    <a:pt x="362555" y="130480"/>
                  </a:lnTo>
                  <a:lnTo>
                    <a:pt x="390249" y="128257"/>
                  </a:lnTo>
                  <a:lnTo>
                    <a:pt x="1631039" y="47024"/>
                  </a:lnTo>
                  <a:lnTo>
                    <a:pt x="1673657" y="41914"/>
                  </a:lnTo>
                  <a:lnTo>
                    <a:pt x="1792416" y="41914"/>
                  </a:lnTo>
                  <a:lnTo>
                    <a:pt x="1791139" y="40627"/>
                  </a:lnTo>
                  <a:lnTo>
                    <a:pt x="1770320" y="20888"/>
                  </a:lnTo>
                  <a:lnTo>
                    <a:pt x="1746745" y="8679"/>
                  </a:lnTo>
                  <a:lnTo>
                    <a:pt x="1723064" y="2270"/>
                  </a:lnTo>
                  <a:lnTo>
                    <a:pt x="1702496" y="0"/>
                  </a:lnTo>
                  <a:close/>
                </a:path>
              </a:pathLst>
            </a:custGeom>
            <a:solidFill>
              <a:srgbClr val="EE0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554122" y="9539509"/>
              <a:ext cx="1543685" cy="648335"/>
            </a:xfrm>
            <a:custGeom>
              <a:avLst/>
              <a:gdLst/>
              <a:ahLst/>
              <a:cxnLst/>
              <a:rect l="l" t="t" r="r" b="b"/>
              <a:pathLst>
                <a:path w="1543684" h="648334">
                  <a:moveTo>
                    <a:pt x="25" y="0"/>
                  </a:moveTo>
                  <a:close/>
                </a:path>
                <a:path w="1543684" h="648334">
                  <a:moveTo>
                    <a:pt x="1305636" y="5588"/>
                  </a:moveTo>
                  <a:close/>
                </a:path>
                <a:path w="1543684" h="648334">
                  <a:moveTo>
                    <a:pt x="1543608" y="647827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78469" y="9424896"/>
              <a:ext cx="276860" cy="68580"/>
            </a:xfrm>
            <a:custGeom>
              <a:avLst/>
              <a:gdLst/>
              <a:ahLst/>
              <a:cxnLst/>
              <a:rect l="l" t="t" r="r" b="b"/>
              <a:pathLst>
                <a:path w="276859" h="68579">
                  <a:moveTo>
                    <a:pt x="181419" y="0"/>
                  </a:moveTo>
                  <a:lnTo>
                    <a:pt x="169218" y="77"/>
                  </a:lnTo>
                  <a:lnTo>
                    <a:pt x="156913" y="753"/>
                  </a:lnTo>
                  <a:lnTo>
                    <a:pt x="144623" y="1945"/>
                  </a:lnTo>
                  <a:lnTo>
                    <a:pt x="0" y="19044"/>
                  </a:lnTo>
                  <a:lnTo>
                    <a:pt x="14418" y="55650"/>
                  </a:lnTo>
                  <a:lnTo>
                    <a:pt x="159021" y="38593"/>
                  </a:lnTo>
                  <a:lnTo>
                    <a:pt x="171316" y="37377"/>
                  </a:lnTo>
                  <a:lnTo>
                    <a:pt x="183623" y="36687"/>
                  </a:lnTo>
                  <a:lnTo>
                    <a:pt x="195831" y="36602"/>
                  </a:lnTo>
                  <a:lnTo>
                    <a:pt x="207826" y="37200"/>
                  </a:lnTo>
                  <a:lnTo>
                    <a:pt x="228232" y="40236"/>
                  </a:lnTo>
                  <a:lnTo>
                    <a:pt x="246870" y="46193"/>
                  </a:lnTo>
                  <a:lnTo>
                    <a:pt x="263104" y="55478"/>
                  </a:lnTo>
                  <a:lnTo>
                    <a:pt x="276295" y="68498"/>
                  </a:lnTo>
                  <a:lnTo>
                    <a:pt x="275237" y="60351"/>
                  </a:lnTo>
                  <a:lnTo>
                    <a:pt x="255719" y="24593"/>
                  </a:lnTo>
                  <a:lnTo>
                    <a:pt x="214558" y="3746"/>
                  </a:lnTo>
                  <a:lnTo>
                    <a:pt x="193397" y="604"/>
                  </a:lnTo>
                  <a:lnTo>
                    <a:pt x="181419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666431" y="9443936"/>
              <a:ext cx="26670" cy="224154"/>
            </a:xfrm>
            <a:custGeom>
              <a:avLst/>
              <a:gdLst/>
              <a:ahLst/>
              <a:cxnLst/>
              <a:rect l="l" t="t" r="r" b="b"/>
              <a:pathLst>
                <a:path w="26669" h="224154">
                  <a:moveTo>
                    <a:pt x="12041" y="0"/>
                  </a:moveTo>
                  <a:lnTo>
                    <a:pt x="0" y="224118"/>
                  </a:lnTo>
                  <a:lnTo>
                    <a:pt x="16460" y="222223"/>
                  </a:lnTo>
                  <a:lnTo>
                    <a:pt x="26459" y="36606"/>
                  </a:lnTo>
                  <a:lnTo>
                    <a:pt x="12041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656468" y="9365913"/>
              <a:ext cx="570865" cy="541020"/>
            </a:xfrm>
            <a:custGeom>
              <a:avLst/>
              <a:gdLst/>
              <a:ahLst/>
              <a:cxnLst/>
              <a:rect l="l" t="t" r="r" b="b"/>
              <a:pathLst>
                <a:path w="570865" h="541020">
                  <a:moveTo>
                    <a:pt x="312191" y="540499"/>
                  </a:moveTo>
                  <a:lnTo>
                    <a:pt x="297840" y="503440"/>
                  </a:lnTo>
                  <a:lnTo>
                    <a:pt x="268122" y="478726"/>
                  </a:lnTo>
                  <a:lnTo>
                    <a:pt x="227825" y="467194"/>
                  </a:lnTo>
                  <a:lnTo>
                    <a:pt x="207073" y="465683"/>
                  </a:lnTo>
                  <a:lnTo>
                    <a:pt x="194589" y="465721"/>
                  </a:lnTo>
                  <a:lnTo>
                    <a:pt x="182003" y="466369"/>
                  </a:lnTo>
                  <a:lnTo>
                    <a:pt x="169430" y="467563"/>
                  </a:lnTo>
                  <a:lnTo>
                    <a:pt x="0" y="486968"/>
                  </a:lnTo>
                  <a:lnTo>
                    <a:pt x="14389" y="523570"/>
                  </a:lnTo>
                  <a:lnTo>
                    <a:pt x="183845" y="504177"/>
                  </a:lnTo>
                  <a:lnTo>
                    <a:pt x="196405" y="502970"/>
                  </a:lnTo>
                  <a:lnTo>
                    <a:pt x="208978" y="502323"/>
                  </a:lnTo>
                  <a:lnTo>
                    <a:pt x="221462" y="502285"/>
                  </a:lnTo>
                  <a:lnTo>
                    <a:pt x="233756" y="502920"/>
                  </a:lnTo>
                  <a:lnTo>
                    <a:pt x="257263" y="506514"/>
                  </a:lnTo>
                  <a:lnTo>
                    <a:pt x="278714" y="513638"/>
                  </a:lnTo>
                  <a:lnTo>
                    <a:pt x="297281" y="524802"/>
                  </a:lnTo>
                  <a:lnTo>
                    <a:pt x="312191" y="540499"/>
                  </a:lnTo>
                  <a:close/>
                </a:path>
                <a:path w="570865" h="541020">
                  <a:moveTo>
                    <a:pt x="570407" y="139954"/>
                  </a:moveTo>
                  <a:lnTo>
                    <a:pt x="565797" y="84632"/>
                  </a:lnTo>
                  <a:lnTo>
                    <a:pt x="554355" y="41122"/>
                  </a:lnTo>
                  <a:lnTo>
                    <a:pt x="538670" y="0"/>
                  </a:lnTo>
                  <a:lnTo>
                    <a:pt x="538873" y="952"/>
                  </a:lnTo>
                  <a:lnTo>
                    <a:pt x="539216" y="1905"/>
                  </a:lnTo>
                  <a:lnTo>
                    <a:pt x="540829" y="6134"/>
                  </a:lnTo>
                  <a:lnTo>
                    <a:pt x="542175" y="10642"/>
                  </a:lnTo>
                  <a:lnTo>
                    <a:pt x="544626" y="18656"/>
                  </a:lnTo>
                  <a:lnTo>
                    <a:pt x="545795" y="22123"/>
                  </a:lnTo>
                  <a:lnTo>
                    <a:pt x="547814" y="30035"/>
                  </a:lnTo>
                  <a:lnTo>
                    <a:pt x="548665" y="34645"/>
                  </a:lnTo>
                  <a:lnTo>
                    <a:pt x="550329" y="43091"/>
                  </a:lnTo>
                  <a:lnTo>
                    <a:pt x="551180" y="46901"/>
                  </a:lnTo>
                  <a:lnTo>
                    <a:pt x="551751" y="50800"/>
                  </a:lnTo>
                  <a:lnTo>
                    <a:pt x="552462" y="55270"/>
                  </a:lnTo>
                  <a:lnTo>
                    <a:pt x="553872" y="69075"/>
                  </a:lnTo>
                  <a:lnTo>
                    <a:pt x="554342" y="73406"/>
                  </a:lnTo>
                  <a:lnTo>
                    <a:pt x="554901" y="81876"/>
                  </a:lnTo>
                  <a:lnTo>
                    <a:pt x="555218" y="90360"/>
                  </a:lnTo>
                  <a:lnTo>
                    <a:pt x="555294" y="93052"/>
                  </a:lnTo>
                  <a:lnTo>
                    <a:pt x="555536" y="95732"/>
                  </a:lnTo>
                  <a:lnTo>
                    <a:pt x="554863" y="139954"/>
                  </a:lnTo>
                  <a:lnTo>
                    <a:pt x="552881" y="163220"/>
                  </a:lnTo>
                  <a:lnTo>
                    <a:pt x="552818" y="163766"/>
                  </a:lnTo>
                  <a:lnTo>
                    <a:pt x="540118" y="216230"/>
                  </a:lnTo>
                  <a:lnTo>
                    <a:pt x="516636" y="261251"/>
                  </a:lnTo>
                  <a:lnTo>
                    <a:pt x="483831" y="299415"/>
                  </a:lnTo>
                  <a:lnTo>
                    <a:pt x="443230" y="331190"/>
                  </a:lnTo>
                  <a:lnTo>
                    <a:pt x="429348" y="339801"/>
                  </a:lnTo>
                  <a:lnTo>
                    <a:pt x="440601" y="343255"/>
                  </a:lnTo>
                  <a:lnTo>
                    <a:pt x="451789" y="347091"/>
                  </a:lnTo>
                  <a:lnTo>
                    <a:pt x="462889" y="351345"/>
                  </a:lnTo>
                  <a:lnTo>
                    <a:pt x="473849" y="356057"/>
                  </a:lnTo>
                  <a:lnTo>
                    <a:pt x="489369" y="343585"/>
                  </a:lnTo>
                  <a:lnTo>
                    <a:pt x="517461" y="315493"/>
                  </a:lnTo>
                  <a:lnTo>
                    <a:pt x="544271" y="275767"/>
                  </a:lnTo>
                  <a:lnTo>
                    <a:pt x="563346" y="223240"/>
                  </a:lnTo>
                  <a:lnTo>
                    <a:pt x="569887" y="167932"/>
                  </a:lnTo>
                  <a:lnTo>
                    <a:pt x="570407" y="140169"/>
                  </a:lnTo>
                  <a:lnTo>
                    <a:pt x="570407" y="13995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641348" y="9852878"/>
              <a:ext cx="29845" cy="260350"/>
            </a:xfrm>
            <a:custGeom>
              <a:avLst/>
              <a:gdLst/>
              <a:ahLst/>
              <a:cxnLst/>
              <a:rect l="l" t="t" r="r" b="b"/>
              <a:pathLst>
                <a:path w="29844" h="260350">
                  <a:moveTo>
                    <a:pt x="15119" y="0"/>
                  </a:moveTo>
                  <a:lnTo>
                    <a:pt x="0" y="260159"/>
                  </a:lnTo>
                  <a:lnTo>
                    <a:pt x="16575" y="258986"/>
                  </a:lnTo>
                  <a:lnTo>
                    <a:pt x="29506" y="36595"/>
                  </a:lnTo>
                  <a:lnTo>
                    <a:pt x="15119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896340" y="9429475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69" h="634">
                  <a:moveTo>
                    <a:pt x="0" y="0"/>
                  </a:moveTo>
                  <a:lnTo>
                    <a:pt x="513" y="125"/>
                  </a:lnTo>
                  <a:lnTo>
                    <a:pt x="764" y="178"/>
                  </a:lnTo>
                  <a:lnTo>
                    <a:pt x="251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3248" y="9426864"/>
              <a:ext cx="13850" cy="278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7907299" y="9432979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1664" y="628"/>
                  </a:lnTo>
                  <a:lnTo>
                    <a:pt x="2492" y="963"/>
                  </a:lnTo>
                  <a:lnTo>
                    <a:pt x="827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7297" y="9432979"/>
              <a:ext cx="2492" cy="96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7951704" y="9367805"/>
              <a:ext cx="258445" cy="135890"/>
            </a:xfrm>
            <a:custGeom>
              <a:avLst/>
              <a:gdLst/>
              <a:ahLst/>
              <a:cxnLst/>
              <a:rect l="l" t="t" r="r" b="b"/>
              <a:pathLst>
                <a:path w="258444" h="135890">
                  <a:moveTo>
                    <a:pt x="9956" y="135610"/>
                  </a:moveTo>
                  <a:lnTo>
                    <a:pt x="0" y="110337"/>
                  </a:lnTo>
                  <a:lnTo>
                    <a:pt x="2006" y="117462"/>
                  </a:lnTo>
                  <a:lnTo>
                    <a:pt x="3060" y="125590"/>
                  </a:lnTo>
                  <a:lnTo>
                    <a:pt x="6705" y="130390"/>
                  </a:lnTo>
                  <a:lnTo>
                    <a:pt x="9956" y="135610"/>
                  </a:lnTo>
                  <a:close/>
                </a:path>
                <a:path w="258444" h="135890">
                  <a:moveTo>
                    <a:pt x="246837" y="8458"/>
                  </a:moveTo>
                  <a:lnTo>
                    <a:pt x="245643" y="4356"/>
                  </a:lnTo>
                  <a:lnTo>
                    <a:pt x="243979" y="0"/>
                  </a:lnTo>
                  <a:lnTo>
                    <a:pt x="245579" y="4241"/>
                  </a:lnTo>
                  <a:lnTo>
                    <a:pt x="246837" y="8458"/>
                  </a:lnTo>
                  <a:close/>
                </a:path>
                <a:path w="258444" h="135890">
                  <a:moveTo>
                    <a:pt x="257225" y="53517"/>
                  </a:moveTo>
                  <a:lnTo>
                    <a:pt x="257213" y="53390"/>
                  </a:lnTo>
                  <a:lnTo>
                    <a:pt x="256514" y="48907"/>
                  </a:lnTo>
                  <a:lnTo>
                    <a:pt x="257225" y="53517"/>
                  </a:lnTo>
                  <a:close/>
                </a:path>
                <a:path w="258444" h="135890">
                  <a:moveTo>
                    <a:pt x="258178" y="62839"/>
                  </a:moveTo>
                  <a:lnTo>
                    <a:pt x="257225" y="53517"/>
                  </a:lnTo>
                  <a:lnTo>
                    <a:pt x="257683" y="58178"/>
                  </a:lnTo>
                  <a:lnTo>
                    <a:pt x="258178" y="62839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85744" y="9529776"/>
              <a:ext cx="123523" cy="21253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085826" y="9698541"/>
              <a:ext cx="11664" cy="717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7962765" y="9885114"/>
              <a:ext cx="12700" cy="31750"/>
            </a:xfrm>
            <a:custGeom>
              <a:avLst/>
              <a:gdLst/>
              <a:ahLst/>
              <a:cxnLst/>
              <a:rect l="l" t="t" r="r" b="b"/>
              <a:pathLst>
                <a:path w="12700" h="31750">
                  <a:moveTo>
                    <a:pt x="2425" y="5702"/>
                  </a:moveTo>
                  <a:lnTo>
                    <a:pt x="355" y="469"/>
                  </a:lnTo>
                  <a:lnTo>
                    <a:pt x="0" y="0"/>
                  </a:lnTo>
                  <a:lnTo>
                    <a:pt x="2425" y="5702"/>
                  </a:lnTo>
                  <a:close/>
                </a:path>
                <a:path w="12700" h="31750">
                  <a:moveTo>
                    <a:pt x="12573" y="31534"/>
                  </a:moveTo>
                  <a:lnTo>
                    <a:pt x="2552" y="6019"/>
                  </a:lnTo>
                  <a:lnTo>
                    <a:pt x="4610" y="13220"/>
                  </a:lnTo>
                  <a:lnTo>
                    <a:pt x="5892" y="21297"/>
                  </a:lnTo>
                  <a:lnTo>
                    <a:pt x="9398" y="26238"/>
                  </a:lnTo>
                  <a:lnTo>
                    <a:pt x="12573" y="3153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55369" y="9237079"/>
              <a:ext cx="1403148" cy="113382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4390396" y="9355842"/>
              <a:ext cx="2438400" cy="1121410"/>
            </a:xfrm>
            <a:custGeom>
              <a:avLst/>
              <a:gdLst/>
              <a:ahLst/>
              <a:cxnLst/>
              <a:rect l="l" t="t" r="r" b="b"/>
              <a:pathLst>
                <a:path w="2438400" h="1121409">
                  <a:moveTo>
                    <a:pt x="565759" y="174256"/>
                  </a:moveTo>
                  <a:lnTo>
                    <a:pt x="552018" y="103619"/>
                  </a:lnTo>
                  <a:lnTo>
                    <a:pt x="511429" y="47866"/>
                  </a:lnTo>
                  <a:lnTo>
                    <a:pt x="443090" y="11747"/>
                  </a:lnTo>
                  <a:lnTo>
                    <a:pt x="398208" y="2819"/>
                  </a:lnTo>
                  <a:lnTo>
                    <a:pt x="346189" y="0"/>
                  </a:lnTo>
                  <a:lnTo>
                    <a:pt x="317754" y="1028"/>
                  </a:lnTo>
                  <a:lnTo>
                    <a:pt x="260692" y="8636"/>
                  </a:lnTo>
                  <a:lnTo>
                    <a:pt x="204139" y="23901"/>
                  </a:lnTo>
                  <a:lnTo>
                    <a:pt x="152768" y="48361"/>
                  </a:lnTo>
                  <a:lnTo>
                    <a:pt x="107645" y="82296"/>
                  </a:lnTo>
                  <a:lnTo>
                    <a:pt x="70535" y="125920"/>
                  </a:lnTo>
                  <a:lnTo>
                    <a:pt x="42532" y="179539"/>
                  </a:lnTo>
                  <a:lnTo>
                    <a:pt x="28295" y="244665"/>
                  </a:lnTo>
                  <a:lnTo>
                    <a:pt x="26631" y="281647"/>
                  </a:lnTo>
                  <a:lnTo>
                    <a:pt x="28155" y="314401"/>
                  </a:lnTo>
                  <a:lnTo>
                    <a:pt x="39611" y="370560"/>
                  </a:lnTo>
                  <a:lnTo>
                    <a:pt x="61595" y="414807"/>
                  </a:lnTo>
                  <a:lnTo>
                    <a:pt x="90131" y="450494"/>
                  </a:lnTo>
                  <a:lnTo>
                    <a:pt x="124155" y="478421"/>
                  </a:lnTo>
                  <a:lnTo>
                    <a:pt x="161213" y="500176"/>
                  </a:lnTo>
                  <a:lnTo>
                    <a:pt x="219087" y="524344"/>
                  </a:lnTo>
                  <a:lnTo>
                    <a:pt x="254800" y="539292"/>
                  </a:lnTo>
                  <a:lnTo>
                    <a:pt x="299707" y="562965"/>
                  </a:lnTo>
                  <a:lnTo>
                    <a:pt x="328650" y="592251"/>
                  </a:lnTo>
                  <a:lnTo>
                    <a:pt x="334378" y="618845"/>
                  </a:lnTo>
                  <a:lnTo>
                    <a:pt x="333933" y="626846"/>
                  </a:lnTo>
                  <a:lnTo>
                    <a:pt x="312661" y="662419"/>
                  </a:lnTo>
                  <a:lnTo>
                    <a:pt x="270383" y="677786"/>
                  </a:lnTo>
                  <a:lnTo>
                    <a:pt x="245884" y="679538"/>
                  </a:lnTo>
                  <a:lnTo>
                    <a:pt x="225793" y="678738"/>
                  </a:lnTo>
                  <a:lnTo>
                    <a:pt x="173062" y="665619"/>
                  </a:lnTo>
                  <a:lnTo>
                    <a:pt x="130263" y="642493"/>
                  </a:lnTo>
                  <a:lnTo>
                    <a:pt x="75793" y="602119"/>
                  </a:lnTo>
                  <a:lnTo>
                    <a:pt x="66700" y="595934"/>
                  </a:lnTo>
                  <a:lnTo>
                    <a:pt x="20891" y="596696"/>
                  </a:lnTo>
                  <a:lnTo>
                    <a:pt x="4622" y="642391"/>
                  </a:lnTo>
                  <a:lnTo>
                    <a:pt x="406" y="698601"/>
                  </a:lnTo>
                  <a:lnTo>
                    <a:pt x="0" y="734923"/>
                  </a:lnTo>
                  <a:lnTo>
                    <a:pt x="1358" y="744639"/>
                  </a:lnTo>
                  <a:lnTo>
                    <a:pt x="33134" y="788111"/>
                  </a:lnTo>
                  <a:lnTo>
                    <a:pt x="80175" y="819213"/>
                  </a:lnTo>
                  <a:lnTo>
                    <a:pt x="120764" y="836942"/>
                  </a:lnTo>
                  <a:lnTo>
                    <a:pt x="167855" y="851395"/>
                  </a:lnTo>
                  <a:lnTo>
                    <a:pt x="220395" y="860958"/>
                  </a:lnTo>
                  <a:lnTo>
                    <a:pt x="277355" y="864006"/>
                  </a:lnTo>
                  <a:lnTo>
                    <a:pt x="310591" y="862685"/>
                  </a:lnTo>
                  <a:lnTo>
                    <a:pt x="370598" y="852982"/>
                  </a:lnTo>
                  <a:lnTo>
                    <a:pt x="421957" y="834123"/>
                  </a:lnTo>
                  <a:lnTo>
                    <a:pt x="464451" y="807618"/>
                  </a:lnTo>
                  <a:lnTo>
                    <a:pt x="498119" y="773950"/>
                  </a:lnTo>
                  <a:lnTo>
                    <a:pt x="523392" y="734225"/>
                  </a:lnTo>
                  <a:lnTo>
                    <a:pt x="540334" y="688936"/>
                  </a:lnTo>
                  <a:lnTo>
                    <a:pt x="548728" y="640105"/>
                  </a:lnTo>
                  <a:lnTo>
                    <a:pt x="549706" y="614476"/>
                  </a:lnTo>
                  <a:lnTo>
                    <a:pt x="548068" y="582790"/>
                  </a:lnTo>
                  <a:lnTo>
                    <a:pt x="535724" y="528116"/>
                  </a:lnTo>
                  <a:lnTo>
                    <a:pt x="512038" y="484466"/>
                  </a:lnTo>
                  <a:lnTo>
                    <a:pt x="481431" y="448500"/>
                  </a:lnTo>
                  <a:lnTo>
                    <a:pt x="445020" y="419468"/>
                  </a:lnTo>
                  <a:lnTo>
                    <a:pt x="405003" y="396240"/>
                  </a:lnTo>
                  <a:lnTo>
                    <a:pt x="362546" y="378002"/>
                  </a:lnTo>
                  <a:lnTo>
                    <a:pt x="342138" y="369316"/>
                  </a:lnTo>
                  <a:lnTo>
                    <a:pt x="303771" y="352158"/>
                  </a:lnTo>
                  <a:lnTo>
                    <a:pt x="255625" y="324954"/>
                  </a:lnTo>
                  <a:lnTo>
                    <a:pt x="224409" y="292125"/>
                  </a:lnTo>
                  <a:lnTo>
                    <a:pt x="218236" y="263156"/>
                  </a:lnTo>
                  <a:lnTo>
                    <a:pt x="220014" y="245668"/>
                  </a:lnTo>
                  <a:lnTo>
                    <a:pt x="247573" y="203288"/>
                  </a:lnTo>
                  <a:lnTo>
                    <a:pt x="296519" y="181470"/>
                  </a:lnTo>
                  <a:lnTo>
                    <a:pt x="314934" y="179959"/>
                  </a:lnTo>
                  <a:lnTo>
                    <a:pt x="327799" y="180682"/>
                  </a:lnTo>
                  <a:lnTo>
                    <a:pt x="364769" y="198729"/>
                  </a:lnTo>
                  <a:lnTo>
                    <a:pt x="386016" y="240334"/>
                  </a:lnTo>
                  <a:lnTo>
                    <a:pt x="390956" y="283349"/>
                  </a:lnTo>
                  <a:lnTo>
                    <a:pt x="391121" y="298386"/>
                  </a:lnTo>
                  <a:lnTo>
                    <a:pt x="393103" y="304088"/>
                  </a:lnTo>
                  <a:lnTo>
                    <a:pt x="424307" y="310883"/>
                  </a:lnTo>
                  <a:lnTo>
                    <a:pt x="456603" y="308571"/>
                  </a:lnTo>
                  <a:lnTo>
                    <a:pt x="509181" y="290918"/>
                  </a:lnTo>
                  <a:lnTo>
                    <a:pt x="545426" y="256095"/>
                  </a:lnTo>
                  <a:lnTo>
                    <a:pt x="563575" y="205447"/>
                  </a:lnTo>
                  <a:lnTo>
                    <a:pt x="565759" y="174256"/>
                  </a:lnTo>
                  <a:close/>
                </a:path>
                <a:path w="2438400" h="1121409">
                  <a:moveTo>
                    <a:pt x="1185037" y="305968"/>
                  </a:moveTo>
                  <a:lnTo>
                    <a:pt x="1180630" y="259537"/>
                  </a:lnTo>
                  <a:lnTo>
                    <a:pt x="1164209" y="220230"/>
                  </a:lnTo>
                  <a:lnTo>
                    <a:pt x="1131265" y="196329"/>
                  </a:lnTo>
                  <a:lnTo>
                    <a:pt x="1093495" y="187731"/>
                  </a:lnTo>
                  <a:lnTo>
                    <a:pt x="1077658" y="186880"/>
                  </a:lnTo>
                  <a:lnTo>
                    <a:pt x="1060170" y="187071"/>
                  </a:lnTo>
                  <a:lnTo>
                    <a:pt x="1008926" y="189014"/>
                  </a:lnTo>
                  <a:lnTo>
                    <a:pt x="991476" y="234315"/>
                  </a:lnTo>
                  <a:lnTo>
                    <a:pt x="989291" y="311632"/>
                  </a:lnTo>
                  <a:lnTo>
                    <a:pt x="987958" y="389610"/>
                  </a:lnTo>
                  <a:lnTo>
                    <a:pt x="987120" y="416242"/>
                  </a:lnTo>
                  <a:lnTo>
                    <a:pt x="983957" y="469341"/>
                  </a:lnTo>
                  <a:lnTo>
                    <a:pt x="978712" y="521944"/>
                  </a:lnTo>
                  <a:lnTo>
                    <a:pt x="970965" y="571525"/>
                  </a:lnTo>
                  <a:lnTo>
                    <a:pt x="960361" y="615581"/>
                  </a:lnTo>
                  <a:lnTo>
                    <a:pt x="946099" y="653135"/>
                  </a:lnTo>
                  <a:lnTo>
                    <a:pt x="916266" y="694702"/>
                  </a:lnTo>
                  <a:lnTo>
                    <a:pt x="874585" y="710603"/>
                  </a:lnTo>
                  <a:lnTo>
                    <a:pt x="857199" y="709828"/>
                  </a:lnTo>
                  <a:lnTo>
                    <a:pt x="816356" y="689724"/>
                  </a:lnTo>
                  <a:lnTo>
                    <a:pt x="795261" y="645591"/>
                  </a:lnTo>
                  <a:lnTo>
                    <a:pt x="793229" y="626084"/>
                  </a:lnTo>
                  <a:lnTo>
                    <a:pt x="793661" y="603973"/>
                  </a:lnTo>
                  <a:lnTo>
                    <a:pt x="802805" y="306527"/>
                  </a:lnTo>
                  <a:lnTo>
                    <a:pt x="803186" y="282968"/>
                  </a:lnTo>
                  <a:lnTo>
                    <a:pt x="796277" y="241198"/>
                  </a:lnTo>
                  <a:lnTo>
                    <a:pt x="768502" y="204724"/>
                  </a:lnTo>
                  <a:lnTo>
                    <a:pt x="725398" y="189268"/>
                  </a:lnTo>
                  <a:lnTo>
                    <a:pt x="695109" y="186867"/>
                  </a:lnTo>
                  <a:lnTo>
                    <a:pt x="677595" y="187096"/>
                  </a:lnTo>
                  <a:lnTo>
                    <a:pt x="628700" y="188950"/>
                  </a:lnTo>
                  <a:lnTo>
                    <a:pt x="608037" y="226441"/>
                  </a:lnTo>
                  <a:lnTo>
                    <a:pt x="604875" y="291172"/>
                  </a:lnTo>
                  <a:lnTo>
                    <a:pt x="602716" y="350964"/>
                  </a:lnTo>
                  <a:lnTo>
                    <a:pt x="600760" y="439585"/>
                  </a:lnTo>
                  <a:lnTo>
                    <a:pt x="598398" y="515378"/>
                  </a:lnTo>
                  <a:lnTo>
                    <a:pt x="595541" y="621347"/>
                  </a:lnTo>
                  <a:lnTo>
                    <a:pt x="595083" y="669442"/>
                  </a:lnTo>
                  <a:lnTo>
                    <a:pt x="595414" y="689698"/>
                  </a:lnTo>
                  <a:lnTo>
                    <a:pt x="604088" y="740676"/>
                  </a:lnTo>
                  <a:lnTo>
                    <a:pt x="627329" y="788377"/>
                  </a:lnTo>
                  <a:lnTo>
                    <a:pt x="663054" y="826046"/>
                  </a:lnTo>
                  <a:lnTo>
                    <a:pt x="711009" y="852093"/>
                  </a:lnTo>
                  <a:lnTo>
                    <a:pt x="754697" y="861733"/>
                  </a:lnTo>
                  <a:lnTo>
                    <a:pt x="802830" y="863815"/>
                  </a:lnTo>
                  <a:lnTo>
                    <a:pt x="814717" y="863028"/>
                  </a:lnTo>
                  <a:lnTo>
                    <a:pt x="863320" y="853071"/>
                  </a:lnTo>
                  <a:lnTo>
                    <a:pt x="898906" y="837057"/>
                  </a:lnTo>
                  <a:lnTo>
                    <a:pt x="941222" y="806297"/>
                  </a:lnTo>
                  <a:lnTo>
                    <a:pt x="970800" y="771588"/>
                  </a:lnTo>
                  <a:lnTo>
                    <a:pt x="972045" y="780935"/>
                  </a:lnTo>
                  <a:lnTo>
                    <a:pt x="987907" y="824217"/>
                  </a:lnTo>
                  <a:lnTo>
                    <a:pt x="1017422" y="849160"/>
                  </a:lnTo>
                  <a:lnTo>
                    <a:pt x="1065022" y="863028"/>
                  </a:lnTo>
                  <a:lnTo>
                    <a:pt x="1080490" y="863993"/>
                  </a:lnTo>
                  <a:lnTo>
                    <a:pt x="1097457" y="863854"/>
                  </a:lnTo>
                  <a:lnTo>
                    <a:pt x="1154607" y="861695"/>
                  </a:lnTo>
                  <a:lnTo>
                    <a:pt x="1176299" y="565899"/>
                  </a:lnTo>
                  <a:lnTo>
                    <a:pt x="1182509" y="410997"/>
                  </a:lnTo>
                  <a:lnTo>
                    <a:pt x="1185037" y="318249"/>
                  </a:lnTo>
                  <a:lnTo>
                    <a:pt x="1185037" y="305968"/>
                  </a:lnTo>
                  <a:close/>
                </a:path>
                <a:path w="2438400" h="1121409">
                  <a:moveTo>
                    <a:pt x="1831441" y="513041"/>
                  </a:moveTo>
                  <a:lnTo>
                    <a:pt x="1831378" y="501954"/>
                  </a:lnTo>
                  <a:lnTo>
                    <a:pt x="1831289" y="487426"/>
                  </a:lnTo>
                  <a:lnTo>
                    <a:pt x="1831174" y="468515"/>
                  </a:lnTo>
                  <a:lnTo>
                    <a:pt x="1826945" y="412813"/>
                  </a:lnTo>
                  <a:lnTo>
                    <a:pt x="1818436" y="363105"/>
                  </a:lnTo>
                  <a:lnTo>
                    <a:pt x="1815566" y="353364"/>
                  </a:lnTo>
                  <a:lnTo>
                    <a:pt x="1815477" y="353060"/>
                  </a:lnTo>
                  <a:lnTo>
                    <a:pt x="1795703" y="298145"/>
                  </a:lnTo>
                  <a:lnTo>
                    <a:pt x="1767332" y="252933"/>
                  </a:lnTo>
                  <a:lnTo>
                    <a:pt x="1734743" y="224332"/>
                  </a:lnTo>
                  <a:lnTo>
                    <a:pt x="1695589" y="204470"/>
                  </a:lnTo>
                  <a:lnTo>
                    <a:pt x="1649869" y="193344"/>
                  </a:lnTo>
                  <a:lnTo>
                    <a:pt x="1619262" y="191960"/>
                  </a:lnTo>
                  <a:lnTo>
                    <a:pt x="1619262" y="501954"/>
                  </a:lnTo>
                  <a:lnTo>
                    <a:pt x="1618894" y="549490"/>
                  </a:lnTo>
                  <a:lnTo>
                    <a:pt x="1613966" y="593686"/>
                  </a:lnTo>
                  <a:lnTo>
                    <a:pt x="1590509" y="657898"/>
                  </a:lnTo>
                  <a:lnTo>
                    <a:pt x="1553400" y="696201"/>
                  </a:lnTo>
                  <a:lnTo>
                    <a:pt x="1507147" y="710184"/>
                  </a:lnTo>
                  <a:lnTo>
                    <a:pt x="1493558" y="709790"/>
                  </a:lnTo>
                  <a:lnTo>
                    <a:pt x="1450975" y="690486"/>
                  </a:lnTo>
                  <a:lnTo>
                    <a:pt x="1424279" y="649427"/>
                  </a:lnTo>
                  <a:lnTo>
                    <a:pt x="1412951" y="609117"/>
                  </a:lnTo>
                  <a:lnTo>
                    <a:pt x="1407477" y="564654"/>
                  </a:lnTo>
                  <a:lnTo>
                    <a:pt x="1406677" y="549490"/>
                  </a:lnTo>
                  <a:lnTo>
                    <a:pt x="1406906" y="513041"/>
                  </a:lnTo>
                  <a:lnTo>
                    <a:pt x="1406931" y="507238"/>
                  </a:lnTo>
                  <a:lnTo>
                    <a:pt x="1418602" y="436397"/>
                  </a:lnTo>
                  <a:lnTo>
                    <a:pt x="1445387" y="384670"/>
                  </a:lnTo>
                  <a:lnTo>
                    <a:pt x="1488808" y="357289"/>
                  </a:lnTo>
                  <a:lnTo>
                    <a:pt x="1516849" y="353060"/>
                  </a:lnTo>
                  <a:lnTo>
                    <a:pt x="1530985" y="353364"/>
                  </a:lnTo>
                  <a:lnTo>
                    <a:pt x="1574977" y="370852"/>
                  </a:lnTo>
                  <a:lnTo>
                    <a:pt x="1601876" y="407924"/>
                  </a:lnTo>
                  <a:lnTo>
                    <a:pt x="1613103" y="445249"/>
                  </a:lnTo>
                  <a:lnTo>
                    <a:pt x="1618488" y="487426"/>
                  </a:lnTo>
                  <a:lnTo>
                    <a:pt x="1619262" y="501954"/>
                  </a:lnTo>
                  <a:lnTo>
                    <a:pt x="1619262" y="191960"/>
                  </a:lnTo>
                  <a:lnTo>
                    <a:pt x="1567002" y="193535"/>
                  </a:lnTo>
                  <a:lnTo>
                    <a:pt x="1513840" y="207213"/>
                  </a:lnTo>
                  <a:lnTo>
                    <a:pt x="1471320" y="232625"/>
                  </a:lnTo>
                  <a:lnTo>
                    <a:pt x="1437525" y="272567"/>
                  </a:lnTo>
                  <a:lnTo>
                    <a:pt x="1423835" y="298145"/>
                  </a:lnTo>
                  <a:lnTo>
                    <a:pt x="1420964" y="277202"/>
                  </a:lnTo>
                  <a:lnTo>
                    <a:pt x="1403451" y="231101"/>
                  </a:lnTo>
                  <a:lnTo>
                    <a:pt x="1372768" y="203339"/>
                  </a:lnTo>
                  <a:lnTo>
                    <a:pt x="1325892" y="191833"/>
                  </a:lnTo>
                  <a:lnTo>
                    <a:pt x="1296085" y="191249"/>
                  </a:lnTo>
                  <a:lnTo>
                    <a:pt x="1237627" y="193344"/>
                  </a:lnTo>
                  <a:lnTo>
                    <a:pt x="1239393" y="193344"/>
                  </a:lnTo>
                  <a:lnTo>
                    <a:pt x="1233462" y="194678"/>
                  </a:lnTo>
                  <a:lnTo>
                    <a:pt x="1225981" y="244703"/>
                  </a:lnTo>
                  <a:lnTo>
                    <a:pt x="1226070" y="300520"/>
                  </a:lnTo>
                  <a:lnTo>
                    <a:pt x="1225511" y="331089"/>
                  </a:lnTo>
                  <a:lnTo>
                    <a:pt x="1223175" y="395655"/>
                  </a:lnTo>
                  <a:lnTo>
                    <a:pt x="1220279" y="468515"/>
                  </a:lnTo>
                  <a:lnTo>
                    <a:pt x="1211910" y="667016"/>
                  </a:lnTo>
                  <a:lnTo>
                    <a:pt x="1210411" y="703605"/>
                  </a:lnTo>
                  <a:lnTo>
                    <a:pt x="1208697" y="746912"/>
                  </a:lnTo>
                  <a:lnTo>
                    <a:pt x="1205979" y="818591"/>
                  </a:lnTo>
                  <a:lnTo>
                    <a:pt x="1203756" y="880579"/>
                  </a:lnTo>
                  <a:lnTo>
                    <a:pt x="1202169" y="935685"/>
                  </a:lnTo>
                  <a:lnTo>
                    <a:pt x="1202118" y="937717"/>
                  </a:lnTo>
                  <a:lnTo>
                    <a:pt x="1201674" y="970699"/>
                  </a:lnTo>
                  <a:lnTo>
                    <a:pt x="1201559" y="1013688"/>
                  </a:lnTo>
                  <a:lnTo>
                    <a:pt x="1202359" y="1026756"/>
                  </a:lnTo>
                  <a:lnTo>
                    <a:pt x="1212113" y="1070711"/>
                  </a:lnTo>
                  <a:lnTo>
                    <a:pt x="1236357" y="1101229"/>
                  </a:lnTo>
                  <a:lnTo>
                    <a:pt x="1278661" y="1118108"/>
                  </a:lnTo>
                  <a:lnTo>
                    <a:pt x="1308658" y="1120851"/>
                  </a:lnTo>
                  <a:lnTo>
                    <a:pt x="1326159" y="1120698"/>
                  </a:lnTo>
                  <a:lnTo>
                    <a:pt x="1378966" y="1118806"/>
                  </a:lnTo>
                  <a:lnTo>
                    <a:pt x="1394269" y="1087653"/>
                  </a:lnTo>
                  <a:lnTo>
                    <a:pt x="1395120" y="1070711"/>
                  </a:lnTo>
                  <a:lnTo>
                    <a:pt x="1397241" y="1026896"/>
                  </a:lnTo>
                  <a:lnTo>
                    <a:pt x="1399768" y="937717"/>
                  </a:lnTo>
                  <a:lnTo>
                    <a:pt x="1399819" y="935685"/>
                  </a:lnTo>
                  <a:lnTo>
                    <a:pt x="1400390" y="919403"/>
                  </a:lnTo>
                  <a:lnTo>
                    <a:pt x="1400898" y="911021"/>
                  </a:lnTo>
                  <a:lnTo>
                    <a:pt x="1401292" y="903528"/>
                  </a:lnTo>
                  <a:lnTo>
                    <a:pt x="1401572" y="896912"/>
                  </a:lnTo>
                  <a:lnTo>
                    <a:pt x="1401737" y="891184"/>
                  </a:lnTo>
                  <a:lnTo>
                    <a:pt x="1401889" y="884135"/>
                  </a:lnTo>
                  <a:lnTo>
                    <a:pt x="1402194" y="876096"/>
                  </a:lnTo>
                  <a:lnTo>
                    <a:pt x="1402816" y="864158"/>
                  </a:lnTo>
                  <a:lnTo>
                    <a:pt x="1403540" y="851814"/>
                  </a:lnTo>
                  <a:lnTo>
                    <a:pt x="1404188" y="841844"/>
                  </a:lnTo>
                  <a:lnTo>
                    <a:pt x="1404924" y="831215"/>
                  </a:lnTo>
                  <a:lnTo>
                    <a:pt x="1405712" y="819150"/>
                  </a:lnTo>
                  <a:lnTo>
                    <a:pt x="1406613" y="803871"/>
                  </a:lnTo>
                  <a:lnTo>
                    <a:pt x="1407541" y="786447"/>
                  </a:lnTo>
                  <a:lnTo>
                    <a:pt x="1408531" y="766533"/>
                  </a:lnTo>
                  <a:lnTo>
                    <a:pt x="1420368" y="789368"/>
                  </a:lnTo>
                  <a:lnTo>
                    <a:pt x="1449527" y="826465"/>
                  </a:lnTo>
                  <a:lnTo>
                    <a:pt x="1486687" y="851814"/>
                  </a:lnTo>
                  <a:lnTo>
                    <a:pt x="1536242" y="863536"/>
                  </a:lnTo>
                  <a:lnTo>
                    <a:pt x="1565935" y="864158"/>
                  </a:lnTo>
                  <a:lnTo>
                    <a:pt x="1594916" y="861504"/>
                  </a:lnTo>
                  <a:lnTo>
                    <a:pt x="1649437" y="846632"/>
                  </a:lnTo>
                  <a:lnTo>
                    <a:pt x="1699069" y="819150"/>
                  </a:lnTo>
                  <a:lnTo>
                    <a:pt x="1742059" y="779754"/>
                  </a:lnTo>
                  <a:lnTo>
                    <a:pt x="1777898" y="728726"/>
                  </a:lnTo>
                  <a:lnTo>
                    <a:pt x="1805292" y="667016"/>
                  </a:lnTo>
                  <a:lnTo>
                    <a:pt x="1823720" y="594880"/>
                  </a:lnTo>
                  <a:lnTo>
                    <a:pt x="1828952" y="555155"/>
                  </a:lnTo>
                  <a:lnTo>
                    <a:pt x="1831441" y="513041"/>
                  </a:lnTo>
                  <a:close/>
                </a:path>
                <a:path w="2438400" h="1121409">
                  <a:moveTo>
                    <a:pt x="2437904" y="357022"/>
                  </a:moveTo>
                  <a:lnTo>
                    <a:pt x="2437155" y="347091"/>
                  </a:lnTo>
                  <a:lnTo>
                    <a:pt x="2437053" y="345744"/>
                  </a:lnTo>
                  <a:lnTo>
                    <a:pt x="2436558" y="339013"/>
                  </a:lnTo>
                  <a:lnTo>
                    <a:pt x="2423769" y="288836"/>
                  </a:lnTo>
                  <a:lnTo>
                    <a:pt x="2396579" y="246126"/>
                  </a:lnTo>
                  <a:lnTo>
                    <a:pt x="2353145" y="213220"/>
                  </a:lnTo>
                  <a:lnTo>
                    <a:pt x="2314156" y="197815"/>
                  </a:lnTo>
                  <a:lnTo>
                    <a:pt x="2266492" y="188760"/>
                  </a:lnTo>
                  <a:lnTo>
                    <a:pt x="2240826" y="187121"/>
                  </a:lnTo>
                  <a:lnTo>
                    <a:pt x="2237079" y="187121"/>
                  </a:lnTo>
                  <a:lnTo>
                    <a:pt x="2237079" y="405206"/>
                  </a:lnTo>
                  <a:lnTo>
                    <a:pt x="2234933" y="425932"/>
                  </a:lnTo>
                  <a:lnTo>
                    <a:pt x="2213292" y="460400"/>
                  </a:lnTo>
                  <a:lnTo>
                    <a:pt x="2169668" y="485394"/>
                  </a:lnTo>
                  <a:lnTo>
                    <a:pt x="2110663" y="499821"/>
                  </a:lnTo>
                  <a:lnTo>
                    <a:pt x="2075827" y="502983"/>
                  </a:lnTo>
                  <a:lnTo>
                    <a:pt x="2077351" y="490359"/>
                  </a:lnTo>
                  <a:lnTo>
                    <a:pt x="2084120" y="450608"/>
                  </a:lnTo>
                  <a:lnTo>
                    <a:pt x="2095919" y="412038"/>
                  </a:lnTo>
                  <a:lnTo>
                    <a:pt x="2122322" y="370192"/>
                  </a:lnTo>
                  <a:lnTo>
                    <a:pt x="2162213" y="347091"/>
                  </a:lnTo>
                  <a:lnTo>
                    <a:pt x="2174710" y="345744"/>
                  </a:lnTo>
                  <a:lnTo>
                    <a:pt x="2189111" y="346443"/>
                  </a:lnTo>
                  <a:lnTo>
                    <a:pt x="2227656" y="372681"/>
                  </a:lnTo>
                  <a:lnTo>
                    <a:pt x="2237079" y="405206"/>
                  </a:lnTo>
                  <a:lnTo>
                    <a:pt x="2237079" y="187121"/>
                  </a:lnTo>
                  <a:lnTo>
                    <a:pt x="2209622" y="187121"/>
                  </a:lnTo>
                  <a:lnTo>
                    <a:pt x="2172551" y="189699"/>
                  </a:lnTo>
                  <a:lnTo>
                    <a:pt x="2106688" y="202577"/>
                  </a:lnTo>
                  <a:lnTo>
                    <a:pt x="2051519" y="225221"/>
                  </a:lnTo>
                  <a:lnTo>
                    <a:pt x="2005152" y="254609"/>
                  </a:lnTo>
                  <a:lnTo>
                    <a:pt x="1967166" y="289953"/>
                  </a:lnTo>
                  <a:lnTo>
                    <a:pt x="1936838" y="329742"/>
                  </a:lnTo>
                  <a:lnTo>
                    <a:pt x="1913775" y="373214"/>
                  </a:lnTo>
                  <a:lnTo>
                    <a:pt x="1896300" y="417322"/>
                  </a:lnTo>
                  <a:lnTo>
                    <a:pt x="1884057" y="461340"/>
                  </a:lnTo>
                  <a:lnTo>
                    <a:pt x="1876336" y="504228"/>
                  </a:lnTo>
                  <a:lnTo>
                    <a:pt x="1872716" y="545198"/>
                  </a:lnTo>
                  <a:lnTo>
                    <a:pt x="1871865" y="563714"/>
                  </a:lnTo>
                  <a:lnTo>
                    <a:pt x="1871878" y="597700"/>
                  </a:lnTo>
                  <a:lnTo>
                    <a:pt x="1874583" y="633196"/>
                  </a:lnTo>
                  <a:lnTo>
                    <a:pt x="1874697" y="634733"/>
                  </a:lnTo>
                  <a:lnTo>
                    <a:pt x="1889950" y="701103"/>
                  </a:lnTo>
                  <a:lnTo>
                    <a:pt x="1917065" y="753821"/>
                  </a:lnTo>
                  <a:lnTo>
                    <a:pt x="1951901" y="795274"/>
                  </a:lnTo>
                  <a:lnTo>
                    <a:pt x="1993531" y="825995"/>
                  </a:lnTo>
                  <a:lnTo>
                    <a:pt x="2040407" y="846899"/>
                  </a:lnTo>
                  <a:lnTo>
                    <a:pt x="2091664" y="858570"/>
                  </a:lnTo>
                  <a:lnTo>
                    <a:pt x="2143620" y="863333"/>
                  </a:lnTo>
                  <a:lnTo>
                    <a:pt x="2168614" y="863333"/>
                  </a:lnTo>
                  <a:lnTo>
                    <a:pt x="2209177" y="860171"/>
                  </a:lnTo>
                  <a:lnTo>
                    <a:pt x="2249792" y="853465"/>
                  </a:lnTo>
                  <a:lnTo>
                    <a:pt x="2288959" y="842975"/>
                  </a:lnTo>
                  <a:lnTo>
                    <a:pt x="2339937" y="819658"/>
                  </a:lnTo>
                  <a:lnTo>
                    <a:pt x="2377783" y="786409"/>
                  </a:lnTo>
                  <a:lnTo>
                    <a:pt x="2396299" y="743178"/>
                  </a:lnTo>
                  <a:lnTo>
                    <a:pt x="2397074" y="726567"/>
                  </a:lnTo>
                  <a:lnTo>
                    <a:pt x="2395893" y="712838"/>
                  </a:lnTo>
                  <a:lnTo>
                    <a:pt x="2394597" y="705904"/>
                  </a:lnTo>
                  <a:lnTo>
                    <a:pt x="2393315" y="698957"/>
                  </a:lnTo>
                  <a:lnTo>
                    <a:pt x="2370505" y="661416"/>
                  </a:lnTo>
                  <a:lnTo>
                    <a:pt x="2332558" y="640905"/>
                  </a:lnTo>
                  <a:lnTo>
                    <a:pt x="2308212" y="636879"/>
                  </a:lnTo>
                  <a:lnTo>
                    <a:pt x="2295601" y="637311"/>
                  </a:lnTo>
                  <a:lnTo>
                    <a:pt x="2288794" y="640905"/>
                  </a:lnTo>
                  <a:lnTo>
                    <a:pt x="2283917" y="647750"/>
                  </a:lnTo>
                  <a:lnTo>
                    <a:pt x="2280056" y="653072"/>
                  </a:lnTo>
                  <a:lnTo>
                    <a:pt x="2254466" y="683069"/>
                  </a:lnTo>
                  <a:lnTo>
                    <a:pt x="2219020" y="702475"/>
                  </a:lnTo>
                  <a:lnTo>
                    <a:pt x="2191766" y="705904"/>
                  </a:lnTo>
                  <a:lnTo>
                    <a:pt x="2176957" y="705739"/>
                  </a:lnTo>
                  <a:lnTo>
                    <a:pt x="2139365" y="697014"/>
                  </a:lnTo>
                  <a:lnTo>
                    <a:pt x="2104161" y="670966"/>
                  </a:lnTo>
                  <a:lnTo>
                    <a:pt x="2083358" y="633196"/>
                  </a:lnTo>
                  <a:lnTo>
                    <a:pt x="2075459" y="597700"/>
                  </a:lnTo>
                  <a:lnTo>
                    <a:pt x="2085898" y="597242"/>
                  </a:lnTo>
                  <a:lnTo>
                    <a:pt x="2098344" y="596493"/>
                  </a:lnTo>
                  <a:lnTo>
                    <a:pt x="2146998" y="592264"/>
                  </a:lnTo>
                  <a:lnTo>
                    <a:pt x="2184971" y="586257"/>
                  </a:lnTo>
                  <a:lnTo>
                    <a:pt x="2225776" y="577138"/>
                  </a:lnTo>
                  <a:lnTo>
                    <a:pt x="2267394" y="564794"/>
                  </a:lnTo>
                  <a:lnTo>
                    <a:pt x="2308923" y="548894"/>
                  </a:lnTo>
                  <a:lnTo>
                    <a:pt x="2346985" y="527786"/>
                  </a:lnTo>
                  <a:lnTo>
                    <a:pt x="2378532" y="502983"/>
                  </a:lnTo>
                  <a:lnTo>
                    <a:pt x="2407983" y="468541"/>
                  </a:lnTo>
                  <a:lnTo>
                    <a:pt x="2428024" y="429717"/>
                  </a:lnTo>
                  <a:lnTo>
                    <a:pt x="2437409" y="383235"/>
                  </a:lnTo>
                  <a:lnTo>
                    <a:pt x="2437790" y="363131"/>
                  </a:lnTo>
                  <a:lnTo>
                    <a:pt x="2437904" y="357022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19841" y="521138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1"/>
                  </a:lnTo>
                  <a:lnTo>
                    <a:pt x="331712" y="7162"/>
                  </a:lnTo>
                  <a:lnTo>
                    <a:pt x="315518" y="1940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008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80963" y="5214605"/>
              <a:ext cx="2673827" cy="91665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69593" y="638412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008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53249" y="6387344"/>
              <a:ext cx="1698601" cy="36024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88439" y="6387344"/>
              <a:ext cx="1027017" cy="36025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39175" y="6864942"/>
              <a:ext cx="1056153" cy="36025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136060" y="0"/>
              <a:ext cx="5611495" cy="2492375"/>
            </a:xfrm>
            <a:custGeom>
              <a:avLst/>
              <a:gdLst/>
              <a:ahLst/>
              <a:cxnLst/>
              <a:rect l="l" t="t" r="r" b="b"/>
              <a:pathLst>
                <a:path w="5611495" h="2492375">
                  <a:moveTo>
                    <a:pt x="5611085" y="0"/>
                  </a:moveTo>
                  <a:lnTo>
                    <a:pt x="1501636" y="0"/>
                  </a:lnTo>
                  <a:lnTo>
                    <a:pt x="0" y="2492070"/>
                  </a:lnTo>
                  <a:lnTo>
                    <a:pt x="4156941" y="2408303"/>
                  </a:lnTo>
                  <a:lnTo>
                    <a:pt x="5611085" y="0"/>
                  </a:lnTo>
                  <a:close/>
                </a:path>
              </a:pathLst>
            </a:custGeom>
            <a:solidFill>
              <a:srgbClr val="EA59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34726" y="1973863"/>
              <a:ext cx="6101715" cy="1939289"/>
            </a:xfrm>
            <a:custGeom>
              <a:avLst/>
              <a:gdLst/>
              <a:ahLst/>
              <a:cxnLst/>
              <a:rect l="l" t="t" r="r" b="b"/>
              <a:pathLst>
                <a:path w="6101715" h="1939289">
                  <a:moveTo>
                    <a:pt x="5764630" y="0"/>
                  </a:moveTo>
                  <a:lnTo>
                    <a:pt x="55171" y="587856"/>
                  </a:lnTo>
                  <a:lnTo>
                    <a:pt x="0" y="1938684"/>
                  </a:lnTo>
                  <a:lnTo>
                    <a:pt x="2601271" y="1753768"/>
                  </a:lnTo>
                  <a:lnTo>
                    <a:pt x="6101133" y="1220873"/>
                  </a:lnTo>
                  <a:lnTo>
                    <a:pt x="5764630" y="0"/>
                  </a:lnTo>
                  <a:close/>
                </a:path>
              </a:pathLst>
            </a:custGeom>
            <a:solidFill>
              <a:srgbClr val="008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77848" y="3865160"/>
              <a:ext cx="689610" cy="204470"/>
            </a:xfrm>
            <a:custGeom>
              <a:avLst/>
              <a:gdLst/>
              <a:ahLst/>
              <a:cxnLst/>
              <a:rect l="l" t="t" r="r" b="b"/>
              <a:pathLst>
                <a:path w="689610" h="204470">
                  <a:moveTo>
                    <a:pt x="658879" y="64"/>
                  </a:moveTo>
                  <a:lnTo>
                    <a:pt x="607381" y="0"/>
                  </a:lnTo>
                  <a:lnTo>
                    <a:pt x="555967" y="1055"/>
                  </a:lnTo>
                  <a:lnTo>
                    <a:pt x="504637" y="3231"/>
                  </a:lnTo>
                  <a:lnTo>
                    <a:pt x="453393" y="6527"/>
                  </a:lnTo>
                  <a:lnTo>
                    <a:pt x="402235" y="10942"/>
                  </a:lnTo>
                  <a:lnTo>
                    <a:pt x="351164" y="16477"/>
                  </a:lnTo>
                  <a:lnTo>
                    <a:pt x="300181" y="23130"/>
                  </a:lnTo>
                  <a:lnTo>
                    <a:pt x="249288" y="30902"/>
                  </a:lnTo>
                  <a:lnTo>
                    <a:pt x="198485" y="39793"/>
                  </a:lnTo>
                  <a:lnTo>
                    <a:pt x="147774" y="49801"/>
                  </a:lnTo>
                  <a:lnTo>
                    <a:pt x="85104" y="67230"/>
                  </a:lnTo>
                  <a:lnTo>
                    <a:pt x="27516" y="98292"/>
                  </a:lnTo>
                  <a:lnTo>
                    <a:pt x="0" y="148934"/>
                  </a:lnTo>
                  <a:lnTo>
                    <a:pt x="11070" y="172572"/>
                  </a:lnTo>
                  <a:lnTo>
                    <a:pt x="50824" y="195043"/>
                  </a:lnTo>
                  <a:lnTo>
                    <a:pt x="90761" y="202782"/>
                  </a:lnTo>
                  <a:lnTo>
                    <a:pt x="130810" y="203879"/>
                  </a:lnTo>
                  <a:lnTo>
                    <a:pt x="170911" y="200324"/>
                  </a:lnTo>
                  <a:lnTo>
                    <a:pt x="211007" y="194111"/>
                  </a:lnTo>
                  <a:lnTo>
                    <a:pt x="259354" y="184968"/>
                  </a:lnTo>
                  <a:lnTo>
                    <a:pt x="307276" y="174301"/>
                  </a:lnTo>
                  <a:lnTo>
                    <a:pt x="354813" y="162241"/>
                  </a:lnTo>
                  <a:lnTo>
                    <a:pt x="402000" y="148917"/>
                  </a:lnTo>
                  <a:lnTo>
                    <a:pt x="448876" y="134459"/>
                  </a:lnTo>
                  <a:lnTo>
                    <a:pt x="495479" y="118996"/>
                  </a:lnTo>
                  <a:lnTo>
                    <a:pt x="541845" y="102657"/>
                  </a:lnTo>
                  <a:lnTo>
                    <a:pt x="588014" y="85574"/>
                  </a:lnTo>
                  <a:lnTo>
                    <a:pt x="634021" y="67874"/>
                  </a:lnTo>
                  <a:lnTo>
                    <a:pt x="669360" y="51351"/>
                  </a:lnTo>
                  <a:lnTo>
                    <a:pt x="689569" y="19666"/>
                  </a:lnTo>
                  <a:lnTo>
                    <a:pt x="685517" y="9666"/>
                  </a:lnTo>
                  <a:lnTo>
                    <a:pt x="678500" y="3743"/>
                  </a:lnTo>
                  <a:lnTo>
                    <a:pt x="669344" y="881"/>
                  </a:lnTo>
                  <a:lnTo>
                    <a:pt x="658879" y="64"/>
                  </a:lnTo>
                  <a:close/>
                </a:path>
              </a:pathLst>
            </a:custGeom>
            <a:solidFill>
              <a:srgbClr val="008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3656" y="861942"/>
              <a:ext cx="7872240" cy="347181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2455587" y="3013471"/>
              <a:ext cx="7093584" cy="746125"/>
            </a:xfrm>
            <a:custGeom>
              <a:avLst/>
              <a:gdLst/>
              <a:ahLst/>
              <a:cxnLst/>
              <a:rect l="l" t="t" r="r" b="b"/>
              <a:pathLst>
                <a:path w="7093584" h="746125">
                  <a:moveTo>
                    <a:pt x="7009985" y="0"/>
                  </a:moveTo>
                  <a:lnTo>
                    <a:pt x="83568" y="0"/>
                  </a:lnTo>
                  <a:lnTo>
                    <a:pt x="51118" y="6593"/>
                  </a:lnTo>
                  <a:lnTo>
                    <a:pt x="24546" y="24546"/>
                  </a:lnTo>
                  <a:lnTo>
                    <a:pt x="6593" y="51118"/>
                  </a:lnTo>
                  <a:lnTo>
                    <a:pt x="0" y="83568"/>
                  </a:lnTo>
                  <a:lnTo>
                    <a:pt x="0" y="662492"/>
                  </a:lnTo>
                  <a:lnTo>
                    <a:pt x="6593" y="694938"/>
                  </a:lnTo>
                  <a:lnTo>
                    <a:pt x="24546" y="721510"/>
                  </a:lnTo>
                  <a:lnTo>
                    <a:pt x="51118" y="739466"/>
                  </a:lnTo>
                  <a:lnTo>
                    <a:pt x="83568" y="746061"/>
                  </a:lnTo>
                  <a:lnTo>
                    <a:pt x="7009985" y="746061"/>
                  </a:lnTo>
                  <a:lnTo>
                    <a:pt x="7042435" y="739466"/>
                  </a:lnTo>
                  <a:lnTo>
                    <a:pt x="7069007" y="721510"/>
                  </a:lnTo>
                  <a:lnTo>
                    <a:pt x="7086960" y="694938"/>
                  </a:lnTo>
                  <a:lnTo>
                    <a:pt x="7093553" y="662492"/>
                  </a:lnTo>
                  <a:lnTo>
                    <a:pt x="7093553" y="83568"/>
                  </a:lnTo>
                  <a:lnTo>
                    <a:pt x="7086960" y="51118"/>
                  </a:lnTo>
                  <a:lnTo>
                    <a:pt x="7069007" y="24546"/>
                  </a:lnTo>
                  <a:lnTo>
                    <a:pt x="7042435" y="6593"/>
                  </a:lnTo>
                  <a:lnTo>
                    <a:pt x="7009985" y="0"/>
                  </a:lnTo>
                  <a:close/>
                </a:path>
              </a:pathLst>
            </a:custGeom>
            <a:solidFill>
              <a:srgbClr val="EA59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595601" y="3081737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5397874" y="3081737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7450167" y="3081737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8018216" y="3197721"/>
            <a:ext cx="874394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EAN</a:t>
            </a:r>
            <a:r>
              <a:rPr sz="21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14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989304" y="3197721"/>
            <a:ext cx="81661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EAN13</a:t>
            </a:r>
            <a:endParaRPr sz="2150">
              <a:latin typeface="Trebuchet MS"/>
              <a:cs typeface="Trebuchet MS"/>
            </a:endParaRPr>
          </a:p>
        </p:txBody>
      </p:sp>
      <p:graphicFrame>
        <p:nvGraphicFramePr>
          <p:cNvPr id="41" name="object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06313"/>
              </p:ext>
            </p:extLst>
          </p:nvPr>
        </p:nvGraphicFramePr>
        <p:xfrm>
          <a:off x="12458020" y="3847301"/>
          <a:ext cx="7091680" cy="2119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6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980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200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5405" marB="0"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s-ES" sz="215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540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7707426912919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17707426912916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1C1C1B"/>
                      </a:solidFill>
                      <a:prstDash val="solid"/>
                    </a:lnL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1000</a:t>
                      </a:r>
                      <a:r>
                        <a:rPr sz="215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3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7707291392946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17707291392943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1C1C1B"/>
                      </a:solidFill>
                      <a:prstDash val="solid"/>
                    </a:lnL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3000</a:t>
                      </a:r>
                      <a:r>
                        <a:rPr sz="215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3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90805" marB="0"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50" dirty="0">
                          <a:latin typeface="Trebuchet MS"/>
                          <a:cs typeface="Trebuchet MS"/>
                        </a:rPr>
                        <a:t>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9080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7707426917914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9017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17707426917911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90170" marB="0">
                    <a:lnL w="19050">
                      <a:solidFill>
                        <a:srgbClr val="1C1C1B"/>
                      </a:solidFill>
                      <a:prstDash val="solid"/>
                    </a:lnL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045">
                <a:tc>
                  <a:txBody>
                    <a:bodyPr/>
                    <a:lstStyle/>
                    <a:p>
                      <a:pPr marL="69850">
                        <a:lnSpc>
                          <a:spcPts val="2380"/>
                        </a:lnSpc>
                        <a:spcBef>
                          <a:spcPts val="220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1000</a:t>
                      </a:r>
                      <a:r>
                        <a:rPr sz="215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3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  <a:p>
                      <a:pPr marL="126364">
                        <a:lnSpc>
                          <a:spcPts val="1660"/>
                        </a:lnSpc>
                      </a:pPr>
                      <a:r>
                        <a:rPr sz="1550" spc="-10" dirty="0">
                          <a:latin typeface="Trebuchet MS"/>
                          <a:cs typeface="Trebuchet MS"/>
                        </a:rPr>
                        <a:t>(Manzana)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12255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7707633437878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12192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17707633437875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121920" marB="0">
                    <a:lnL w="19050">
                      <a:solidFill>
                        <a:srgbClr val="1C1C1B"/>
                      </a:solidFill>
                      <a:prstDash val="solid"/>
                    </a:lnL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" name="object 42"/>
          <p:cNvSpPr txBox="1"/>
          <p:nvPr/>
        </p:nvSpPr>
        <p:spPr>
          <a:xfrm>
            <a:off x="12663582" y="3197449"/>
            <a:ext cx="6496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65" dirty="0">
                <a:solidFill>
                  <a:srgbClr val="FFFFFF"/>
                </a:solidFill>
                <a:latin typeface="Trebuchet MS"/>
                <a:cs typeface="Trebuchet MS"/>
              </a:rPr>
              <a:t>Cont.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898133" y="3084397"/>
            <a:ext cx="1143000" cy="57848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00330" marR="5080" indent="-88265">
              <a:lnSpc>
                <a:spcPct val="68800"/>
              </a:lnSpc>
              <a:spcBef>
                <a:spcPts val="905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Unidades </a:t>
            </a: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15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Trebuchet MS"/>
                <a:cs typeface="Trebuchet MS"/>
              </a:rPr>
              <a:t>caja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4538827" y="2200269"/>
            <a:ext cx="5005705" cy="634365"/>
          </a:xfrm>
          <a:custGeom>
            <a:avLst/>
            <a:gdLst/>
            <a:ahLst/>
            <a:cxnLst/>
            <a:rect l="l" t="t" r="r" b="b"/>
            <a:pathLst>
              <a:path w="5005705" h="634364">
                <a:moveTo>
                  <a:pt x="4940373" y="633907"/>
                </a:moveTo>
                <a:lnTo>
                  <a:pt x="64699" y="633907"/>
                </a:lnTo>
                <a:lnTo>
                  <a:pt x="39579" y="628801"/>
                </a:lnTo>
                <a:lnTo>
                  <a:pt x="19007" y="614898"/>
                </a:lnTo>
                <a:lnTo>
                  <a:pt x="5105" y="594323"/>
                </a:lnTo>
                <a:lnTo>
                  <a:pt x="0" y="569197"/>
                </a:lnTo>
                <a:lnTo>
                  <a:pt x="0" y="64699"/>
                </a:lnTo>
                <a:lnTo>
                  <a:pt x="5105" y="39575"/>
                </a:lnTo>
                <a:lnTo>
                  <a:pt x="19007" y="19003"/>
                </a:lnTo>
                <a:lnTo>
                  <a:pt x="39579" y="5104"/>
                </a:lnTo>
                <a:lnTo>
                  <a:pt x="64699" y="0"/>
                </a:lnTo>
                <a:lnTo>
                  <a:pt x="4940373" y="0"/>
                </a:lnTo>
                <a:lnTo>
                  <a:pt x="4965498" y="5104"/>
                </a:lnTo>
                <a:lnTo>
                  <a:pt x="4986074" y="19003"/>
                </a:lnTo>
                <a:lnTo>
                  <a:pt x="4999977" y="39575"/>
                </a:lnTo>
                <a:lnTo>
                  <a:pt x="5005083" y="64699"/>
                </a:lnTo>
                <a:lnTo>
                  <a:pt x="5005083" y="569197"/>
                </a:lnTo>
                <a:lnTo>
                  <a:pt x="4999977" y="594323"/>
                </a:lnTo>
                <a:lnTo>
                  <a:pt x="4986074" y="614898"/>
                </a:lnTo>
                <a:lnTo>
                  <a:pt x="4965498" y="628801"/>
                </a:lnTo>
                <a:lnTo>
                  <a:pt x="4940373" y="633907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5790422" y="2335913"/>
            <a:ext cx="237426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30" dirty="0">
                <a:latin typeface="Trebuchet MS"/>
                <a:cs typeface="Trebuchet MS"/>
              </a:rPr>
              <a:t>Primaveral,</a:t>
            </a:r>
            <a:r>
              <a:rPr sz="2150" spc="-125" dirty="0">
                <a:latin typeface="Trebuchet MS"/>
                <a:cs typeface="Trebuchet MS"/>
              </a:rPr>
              <a:t> </a:t>
            </a:r>
            <a:r>
              <a:rPr sz="2150" spc="-10" dirty="0">
                <a:latin typeface="Trebuchet MS"/>
                <a:cs typeface="Trebuchet MS"/>
              </a:rPr>
              <a:t>Manzana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2466055" y="2200261"/>
            <a:ext cx="1984375" cy="629285"/>
          </a:xfrm>
          <a:custGeom>
            <a:avLst/>
            <a:gdLst/>
            <a:ahLst/>
            <a:cxnLst/>
            <a:rect l="l" t="t" r="r" b="b"/>
            <a:pathLst>
              <a:path w="1984375" h="629285">
                <a:moveTo>
                  <a:pt x="1943186" y="0"/>
                </a:moveTo>
                <a:lnTo>
                  <a:pt x="40574" y="0"/>
                </a:lnTo>
                <a:lnTo>
                  <a:pt x="24821" y="3202"/>
                </a:lnTo>
                <a:lnTo>
                  <a:pt x="11919" y="11921"/>
                </a:lnTo>
                <a:lnTo>
                  <a:pt x="3201" y="24825"/>
                </a:lnTo>
                <a:lnTo>
                  <a:pt x="0" y="40585"/>
                </a:lnTo>
                <a:lnTo>
                  <a:pt x="0" y="588453"/>
                </a:lnTo>
                <a:lnTo>
                  <a:pt x="3201" y="604212"/>
                </a:lnTo>
                <a:lnTo>
                  <a:pt x="11919" y="617117"/>
                </a:lnTo>
                <a:lnTo>
                  <a:pt x="24821" y="625836"/>
                </a:lnTo>
                <a:lnTo>
                  <a:pt x="40574" y="629038"/>
                </a:lnTo>
                <a:lnTo>
                  <a:pt x="1943186" y="629038"/>
                </a:lnTo>
                <a:lnTo>
                  <a:pt x="1958940" y="625836"/>
                </a:lnTo>
                <a:lnTo>
                  <a:pt x="1971841" y="617117"/>
                </a:lnTo>
                <a:lnTo>
                  <a:pt x="1980559" y="604212"/>
                </a:lnTo>
                <a:lnTo>
                  <a:pt x="1983761" y="588453"/>
                </a:lnTo>
                <a:lnTo>
                  <a:pt x="1983761" y="40585"/>
                </a:lnTo>
                <a:lnTo>
                  <a:pt x="1980559" y="24825"/>
                </a:lnTo>
                <a:lnTo>
                  <a:pt x="1971841" y="11921"/>
                </a:lnTo>
                <a:lnTo>
                  <a:pt x="1958940" y="3202"/>
                </a:lnTo>
                <a:lnTo>
                  <a:pt x="1943186" y="0"/>
                </a:lnTo>
                <a:close/>
              </a:path>
            </a:pathLst>
          </a:custGeom>
          <a:solidFill>
            <a:srgbClr val="EA59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2844943" y="2306060"/>
            <a:ext cx="117538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Fragancia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2911265" y="6329102"/>
            <a:ext cx="4377055" cy="1320800"/>
          </a:xfrm>
          <a:custGeom>
            <a:avLst/>
            <a:gdLst/>
            <a:ahLst/>
            <a:cxnLst/>
            <a:rect l="l" t="t" r="r" b="b"/>
            <a:pathLst>
              <a:path w="4377055" h="1320800">
                <a:moveTo>
                  <a:pt x="575322" y="1005014"/>
                </a:moveTo>
                <a:lnTo>
                  <a:pt x="555066" y="966812"/>
                </a:lnTo>
                <a:lnTo>
                  <a:pt x="481444" y="888403"/>
                </a:lnTo>
                <a:lnTo>
                  <a:pt x="453288" y="859066"/>
                </a:lnTo>
                <a:lnTo>
                  <a:pt x="452488" y="858227"/>
                </a:lnTo>
                <a:lnTo>
                  <a:pt x="452145" y="857681"/>
                </a:lnTo>
                <a:lnTo>
                  <a:pt x="451637" y="857008"/>
                </a:lnTo>
                <a:lnTo>
                  <a:pt x="449846" y="854608"/>
                </a:lnTo>
                <a:lnTo>
                  <a:pt x="448576" y="853668"/>
                </a:lnTo>
                <a:lnTo>
                  <a:pt x="460984" y="831875"/>
                </a:lnTo>
                <a:lnTo>
                  <a:pt x="476046" y="806538"/>
                </a:lnTo>
                <a:lnTo>
                  <a:pt x="477469" y="804976"/>
                </a:lnTo>
                <a:lnTo>
                  <a:pt x="474891" y="802297"/>
                </a:lnTo>
                <a:lnTo>
                  <a:pt x="473227" y="803503"/>
                </a:lnTo>
                <a:lnTo>
                  <a:pt x="460641" y="809815"/>
                </a:lnTo>
                <a:lnTo>
                  <a:pt x="449872" y="816229"/>
                </a:lnTo>
                <a:lnTo>
                  <a:pt x="439559" y="823353"/>
                </a:lnTo>
                <a:lnTo>
                  <a:pt x="429691" y="831164"/>
                </a:lnTo>
                <a:lnTo>
                  <a:pt x="413042" y="846493"/>
                </a:lnTo>
                <a:lnTo>
                  <a:pt x="308965" y="851357"/>
                </a:lnTo>
                <a:lnTo>
                  <a:pt x="136613" y="861174"/>
                </a:lnTo>
                <a:lnTo>
                  <a:pt x="113182" y="862457"/>
                </a:lnTo>
                <a:lnTo>
                  <a:pt x="113639" y="862457"/>
                </a:lnTo>
                <a:lnTo>
                  <a:pt x="44221" y="912329"/>
                </a:lnTo>
                <a:lnTo>
                  <a:pt x="5334" y="951941"/>
                </a:lnTo>
                <a:lnTo>
                  <a:pt x="0" y="957008"/>
                </a:lnTo>
                <a:lnTo>
                  <a:pt x="3225" y="966685"/>
                </a:lnTo>
                <a:lnTo>
                  <a:pt x="3276" y="966812"/>
                </a:lnTo>
                <a:lnTo>
                  <a:pt x="10617" y="967651"/>
                </a:lnTo>
                <a:lnTo>
                  <a:pt x="14960" y="968349"/>
                </a:lnTo>
                <a:lnTo>
                  <a:pt x="20027" y="969695"/>
                </a:lnTo>
                <a:lnTo>
                  <a:pt x="23431" y="965974"/>
                </a:lnTo>
                <a:lnTo>
                  <a:pt x="24371" y="965034"/>
                </a:lnTo>
                <a:lnTo>
                  <a:pt x="79260" y="910170"/>
                </a:lnTo>
                <a:lnTo>
                  <a:pt x="85394" y="903947"/>
                </a:lnTo>
                <a:lnTo>
                  <a:pt x="91846" y="897712"/>
                </a:lnTo>
                <a:lnTo>
                  <a:pt x="255320" y="878141"/>
                </a:lnTo>
                <a:lnTo>
                  <a:pt x="383120" y="869213"/>
                </a:lnTo>
                <a:lnTo>
                  <a:pt x="392861" y="868654"/>
                </a:lnTo>
                <a:lnTo>
                  <a:pt x="381939" y="881989"/>
                </a:lnTo>
                <a:lnTo>
                  <a:pt x="368084" y="900734"/>
                </a:lnTo>
                <a:lnTo>
                  <a:pt x="342125" y="939088"/>
                </a:lnTo>
                <a:lnTo>
                  <a:pt x="317868" y="978458"/>
                </a:lnTo>
                <a:lnTo>
                  <a:pt x="295262" y="1018819"/>
                </a:lnTo>
                <a:lnTo>
                  <a:pt x="274256" y="1060107"/>
                </a:lnTo>
                <a:lnTo>
                  <a:pt x="272237" y="1063713"/>
                </a:lnTo>
                <a:lnTo>
                  <a:pt x="248234" y="1024394"/>
                </a:lnTo>
                <a:lnTo>
                  <a:pt x="218198" y="992759"/>
                </a:lnTo>
                <a:lnTo>
                  <a:pt x="192455" y="984135"/>
                </a:lnTo>
                <a:lnTo>
                  <a:pt x="184010" y="985088"/>
                </a:lnTo>
                <a:lnTo>
                  <a:pt x="175691" y="988275"/>
                </a:lnTo>
                <a:lnTo>
                  <a:pt x="164503" y="997038"/>
                </a:lnTo>
                <a:lnTo>
                  <a:pt x="157340" y="1008646"/>
                </a:lnTo>
                <a:lnTo>
                  <a:pt x="154584" y="1022032"/>
                </a:lnTo>
                <a:lnTo>
                  <a:pt x="156591" y="1036154"/>
                </a:lnTo>
                <a:lnTo>
                  <a:pt x="238658" y="1157655"/>
                </a:lnTo>
                <a:lnTo>
                  <a:pt x="268706" y="1179461"/>
                </a:lnTo>
                <a:lnTo>
                  <a:pt x="279057" y="1179258"/>
                </a:lnTo>
                <a:lnTo>
                  <a:pt x="315010" y="1150848"/>
                </a:lnTo>
                <a:lnTo>
                  <a:pt x="339775" y="1086942"/>
                </a:lnTo>
                <a:lnTo>
                  <a:pt x="348881" y="1063117"/>
                </a:lnTo>
                <a:lnTo>
                  <a:pt x="378637" y="992695"/>
                </a:lnTo>
                <a:lnTo>
                  <a:pt x="400177" y="946581"/>
                </a:lnTo>
                <a:lnTo>
                  <a:pt x="422998" y="901090"/>
                </a:lnTo>
                <a:lnTo>
                  <a:pt x="435495" y="877849"/>
                </a:lnTo>
                <a:lnTo>
                  <a:pt x="461302" y="902957"/>
                </a:lnTo>
                <a:lnTo>
                  <a:pt x="544360" y="985304"/>
                </a:lnTo>
                <a:lnTo>
                  <a:pt x="550989" y="994333"/>
                </a:lnTo>
                <a:lnTo>
                  <a:pt x="551497" y="1003046"/>
                </a:lnTo>
                <a:lnTo>
                  <a:pt x="547065" y="1011377"/>
                </a:lnTo>
                <a:lnTo>
                  <a:pt x="538886" y="1019225"/>
                </a:lnTo>
                <a:lnTo>
                  <a:pt x="506222" y="1049616"/>
                </a:lnTo>
                <a:lnTo>
                  <a:pt x="336473" y="1209535"/>
                </a:lnTo>
                <a:lnTo>
                  <a:pt x="310108" y="1234846"/>
                </a:lnTo>
                <a:lnTo>
                  <a:pt x="286359" y="1258506"/>
                </a:lnTo>
                <a:lnTo>
                  <a:pt x="281635" y="1262087"/>
                </a:lnTo>
                <a:lnTo>
                  <a:pt x="268185" y="1261071"/>
                </a:lnTo>
                <a:lnTo>
                  <a:pt x="263423" y="1256245"/>
                </a:lnTo>
                <a:lnTo>
                  <a:pt x="126720" y="1142072"/>
                </a:lnTo>
                <a:lnTo>
                  <a:pt x="116865" y="1133881"/>
                </a:lnTo>
                <a:lnTo>
                  <a:pt x="111137" y="1133525"/>
                </a:lnTo>
                <a:lnTo>
                  <a:pt x="106807" y="1136573"/>
                </a:lnTo>
                <a:lnTo>
                  <a:pt x="104394" y="1138250"/>
                </a:lnTo>
                <a:lnTo>
                  <a:pt x="101612" y="1140447"/>
                </a:lnTo>
                <a:lnTo>
                  <a:pt x="99301" y="1142238"/>
                </a:lnTo>
                <a:lnTo>
                  <a:pt x="93548" y="1146810"/>
                </a:lnTo>
                <a:lnTo>
                  <a:pt x="93472" y="1155865"/>
                </a:lnTo>
                <a:lnTo>
                  <a:pt x="99199" y="1160487"/>
                </a:lnTo>
                <a:lnTo>
                  <a:pt x="252691" y="1286814"/>
                </a:lnTo>
                <a:lnTo>
                  <a:pt x="260794" y="1292974"/>
                </a:lnTo>
                <a:lnTo>
                  <a:pt x="270598" y="1296758"/>
                </a:lnTo>
                <a:lnTo>
                  <a:pt x="281076" y="1297901"/>
                </a:lnTo>
                <a:lnTo>
                  <a:pt x="291223" y="1296123"/>
                </a:lnTo>
                <a:lnTo>
                  <a:pt x="297675" y="1294066"/>
                </a:lnTo>
                <a:lnTo>
                  <a:pt x="304304" y="1290701"/>
                </a:lnTo>
                <a:lnTo>
                  <a:pt x="308737" y="1284122"/>
                </a:lnTo>
                <a:lnTo>
                  <a:pt x="309422" y="1283385"/>
                </a:lnTo>
                <a:lnTo>
                  <a:pt x="309638" y="1283144"/>
                </a:lnTo>
                <a:lnTo>
                  <a:pt x="312648" y="1279855"/>
                </a:lnTo>
                <a:lnTo>
                  <a:pt x="320319" y="1271803"/>
                </a:lnTo>
                <a:lnTo>
                  <a:pt x="321119" y="1270952"/>
                </a:lnTo>
                <a:lnTo>
                  <a:pt x="325704" y="1266367"/>
                </a:lnTo>
                <a:lnTo>
                  <a:pt x="560108" y="1027087"/>
                </a:lnTo>
                <a:lnTo>
                  <a:pt x="569836" y="1016723"/>
                </a:lnTo>
                <a:lnTo>
                  <a:pt x="575322" y="1005014"/>
                </a:lnTo>
                <a:close/>
              </a:path>
              <a:path w="4377055" h="1320800">
                <a:moveTo>
                  <a:pt x="575322" y="202717"/>
                </a:moveTo>
                <a:lnTo>
                  <a:pt x="555066" y="164515"/>
                </a:lnTo>
                <a:lnTo>
                  <a:pt x="481444" y="86106"/>
                </a:lnTo>
                <a:lnTo>
                  <a:pt x="453288" y="56769"/>
                </a:lnTo>
                <a:lnTo>
                  <a:pt x="452488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89" y="51371"/>
                </a:lnTo>
                <a:lnTo>
                  <a:pt x="460984" y="29578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41" y="7518"/>
                </a:lnTo>
                <a:lnTo>
                  <a:pt x="449872" y="13931"/>
                </a:lnTo>
                <a:lnTo>
                  <a:pt x="439559" y="21056"/>
                </a:lnTo>
                <a:lnTo>
                  <a:pt x="429691" y="28867"/>
                </a:lnTo>
                <a:lnTo>
                  <a:pt x="413042" y="44196"/>
                </a:lnTo>
                <a:lnTo>
                  <a:pt x="308965" y="49047"/>
                </a:lnTo>
                <a:lnTo>
                  <a:pt x="136613" y="58877"/>
                </a:lnTo>
                <a:lnTo>
                  <a:pt x="113182" y="60147"/>
                </a:lnTo>
                <a:lnTo>
                  <a:pt x="113639" y="60147"/>
                </a:lnTo>
                <a:lnTo>
                  <a:pt x="44221" y="110032"/>
                </a:lnTo>
                <a:lnTo>
                  <a:pt x="5334" y="149631"/>
                </a:lnTo>
                <a:lnTo>
                  <a:pt x="0" y="154711"/>
                </a:lnTo>
                <a:lnTo>
                  <a:pt x="3225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60" y="166052"/>
                </a:lnTo>
                <a:lnTo>
                  <a:pt x="20027" y="167398"/>
                </a:lnTo>
                <a:lnTo>
                  <a:pt x="23431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46" y="95415"/>
                </a:lnTo>
                <a:lnTo>
                  <a:pt x="255320" y="75844"/>
                </a:lnTo>
                <a:lnTo>
                  <a:pt x="383120" y="66916"/>
                </a:lnTo>
                <a:lnTo>
                  <a:pt x="392861" y="66357"/>
                </a:lnTo>
                <a:lnTo>
                  <a:pt x="381939" y="79692"/>
                </a:lnTo>
                <a:lnTo>
                  <a:pt x="368084" y="98437"/>
                </a:lnTo>
                <a:lnTo>
                  <a:pt x="342125" y="136791"/>
                </a:lnTo>
                <a:lnTo>
                  <a:pt x="317868" y="176161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34" y="222097"/>
                </a:lnTo>
                <a:lnTo>
                  <a:pt x="218198" y="190474"/>
                </a:lnTo>
                <a:lnTo>
                  <a:pt x="192455" y="181838"/>
                </a:lnTo>
                <a:lnTo>
                  <a:pt x="184010" y="182791"/>
                </a:lnTo>
                <a:lnTo>
                  <a:pt x="175691" y="185978"/>
                </a:lnTo>
                <a:lnTo>
                  <a:pt x="164503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77" y="144284"/>
                </a:lnTo>
                <a:lnTo>
                  <a:pt x="422998" y="98793"/>
                </a:lnTo>
                <a:lnTo>
                  <a:pt x="435508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89" y="192036"/>
                </a:lnTo>
                <a:lnTo>
                  <a:pt x="551497" y="200761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22" y="247319"/>
                </a:lnTo>
                <a:lnTo>
                  <a:pt x="336473" y="407238"/>
                </a:lnTo>
                <a:lnTo>
                  <a:pt x="310108" y="432549"/>
                </a:lnTo>
                <a:lnTo>
                  <a:pt x="286359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23" y="453948"/>
                </a:lnTo>
                <a:lnTo>
                  <a:pt x="126720" y="339775"/>
                </a:lnTo>
                <a:lnTo>
                  <a:pt x="116865" y="331584"/>
                </a:lnTo>
                <a:lnTo>
                  <a:pt x="111137" y="331228"/>
                </a:lnTo>
                <a:lnTo>
                  <a:pt x="106807" y="334276"/>
                </a:lnTo>
                <a:lnTo>
                  <a:pt x="104394" y="335953"/>
                </a:lnTo>
                <a:lnTo>
                  <a:pt x="101612" y="338150"/>
                </a:lnTo>
                <a:lnTo>
                  <a:pt x="99301" y="339940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190"/>
                </a:lnTo>
                <a:lnTo>
                  <a:pt x="252691" y="484517"/>
                </a:lnTo>
                <a:lnTo>
                  <a:pt x="260794" y="490677"/>
                </a:lnTo>
                <a:lnTo>
                  <a:pt x="270598" y="494461"/>
                </a:lnTo>
                <a:lnTo>
                  <a:pt x="281076" y="495604"/>
                </a:lnTo>
                <a:lnTo>
                  <a:pt x="291223" y="493826"/>
                </a:lnTo>
                <a:lnTo>
                  <a:pt x="297675" y="491756"/>
                </a:lnTo>
                <a:lnTo>
                  <a:pt x="304304" y="488403"/>
                </a:lnTo>
                <a:lnTo>
                  <a:pt x="308737" y="481825"/>
                </a:lnTo>
                <a:lnTo>
                  <a:pt x="309422" y="481076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704" y="464070"/>
                </a:lnTo>
                <a:lnTo>
                  <a:pt x="560108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  <a:path w="4377055" h="1320800">
                <a:moveTo>
                  <a:pt x="4376534" y="1027366"/>
                </a:moveTo>
                <a:lnTo>
                  <a:pt x="4376509" y="1025398"/>
                </a:lnTo>
                <a:lnTo>
                  <a:pt x="4376382" y="1016685"/>
                </a:lnTo>
                <a:lnTo>
                  <a:pt x="4376369" y="1015111"/>
                </a:lnTo>
                <a:lnTo>
                  <a:pt x="4282656" y="910767"/>
                </a:lnTo>
                <a:lnTo>
                  <a:pt x="4254500" y="881418"/>
                </a:lnTo>
                <a:lnTo>
                  <a:pt x="4253687" y="880579"/>
                </a:lnTo>
                <a:lnTo>
                  <a:pt x="4253357" y="880033"/>
                </a:lnTo>
                <a:lnTo>
                  <a:pt x="4252849" y="879360"/>
                </a:lnTo>
                <a:lnTo>
                  <a:pt x="4251058" y="876960"/>
                </a:lnTo>
                <a:lnTo>
                  <a:pt x="4249788" y="876020"/>
                </a:lnTo>
                <a:lnTo>
                  <a:pt x="4262196" y="854227"/>
                </a:lnTo>
                <a:lnTo>
                  <a:pt x="4277258" y="828903"/>
                </a:lnTo>
                <a:lnTo>
                  <a:pt x="4278681" y="827328"/>
                </a:lnTo>
                <a:lnTo>
                  <a:pt x="4276102" y="824649"/>
                </a:lnTo>
                <a:lnTo>
                  <a:pt x="4274439" y="825855"/>
                </a:lnTo>
                <a:lnTo>
                  <a:pt x="4261840" y="832167"/>
                </a:lnTo>
                <a:lnTo>
                  <a:pt x="4251071" y="838581"/>
                </a:lnTo>
                <a:lnTo>
                  <a:pt x="4240771" y="845705"/>
                </a:lnTo>
                <a:lnTo>
                  <a:pt x="4230903" y="853516"/>
                </a:lnTo>
                <a:lnTo>
                  <a:pt x="4214253" y="868845"/>
                </a:lnTo>
                <a:lnTo>
                  <a:pt x="4110177" y="873709"/>
                </a:lnTo>
                <a:lnTo>
                  <a:pt x="3937825" y="883526"/>
                </a:lnTo>
                <a:lnTo>
                  <a:pt x="3914394" y="884809"/>
                </a:lnTo>
                <a:lnTo>
                  <a:pt x="3914851" y="884809"/>
                </a:lnTo>
                <a:lnTo>
                  <a:pt x="3845433" y="934681"/>
                </a:lnTo>
                <a:lnTo>
                  <a:pt x="3806545" y="974293"/>
                </a:lnTo>
                <a:lnTo>
                  <a:pt x="3801211" y="979360"/>
                </a:lnTo>
                <a:lnTo>
                  <a:pt x="3804437" y="989037"/>
                </a:lnTo>
                <a:lnTo>
                  <a:pt x="3804488" y="989164"/>
                </a:lnTo>
                <a:lnTo>
                  <a:pt x="3811828" y="990003"/>
                </a:lnTo>
                <a:lnTo>
                  <a:pt x="3816172" y="990714"/>
                </a:lnTo>
                <a:lnTo>
                  <a:pt x="3821239" y="992047"/>
                </a:lnTo>
                <a:lnTo>
                  <a:pt x="3824643" y="988326"/>
                </a:lnTo>
                <a:lnTo>
                  <a:pt x="3825583" y="987386"/>
                </a:lnTo>
                <a:lnTo>
                  <a:pt x="3880472" y="932522"/>
                </a:lnTo>
                <a:lnTo>
                  <a:pt x="3886606" y="926299"/>
                </a:lnTo>
                <a:lnTo>
                  <a:pt x="3893058" y="920064"/>
                </a:lnTo>
                <a:lnTo>
                  <a:pt x="4056532" y="900493"/>
                </a:lnTo>
                <a:lnTo>
                  <a:pt x="4184319" y="891565"/>
                </a:lnTo>
                <a:lnTo>
                  <a:pt x="4194073" y="891006"/>
                </a:lnTo>
                <a:lnTo>
                  <a:pt x="4183151" y="904341"/>
                </a:lnTo>
                <a:lnTo>
                  <a:pt x="4169295" y="923086"/>
                </a:lnTo>
                <a:lnTo>
                  <a:pt x="4143337" y="961440"/>
                </a:lnTo>
                <a:lnTo>
                  <a:pt x="4119080" y="1000823"/>
                </a:lnTo>
                <a:lnTo>
                  <a:pt x="4096474" y="1041171"/>
                </a:lnTo>
                <a:lnTo>
                  <a:pt x="4075468" y="1082459"/>
                </a:lnTo>
                <a:lnTo>
                  <a:pt x="4073448" y="1086078"/>
                </a:lnTo>
                <a:lnTo>
                  <a:pt x="4049445" y="1046746"/>
                </a:lnTo>
                <a:lnTo>
                  <a:pt x="4019410" y="1015123"/>
                </a:lnTo>
                <a:lnTo>
                  <a:pt x="3993654" y="1006500"/>
                </a:lnTo>
                <a:lnTo>
                  <a:pt x="3985222" y="1007440"/>
                </a:lnTo>
                <a:lnTo>
                  <a:pt x="3976903" y="1010627"/>
                </a:lnTo>
                <a:lnTo>
                  <a:pt x="3965714" y="1019390"/>
                </a:lnTo>
                <a:lnTo>
                  <a:pt x="3958552" y="1030998"/>
                </a:lnTo>
                <a:lnTo>
                  <a:pt x="3955796" y="1044384"/>
                </a:lnTo>
                <a:lnTo>
                  <a:pt x="3957802" y="1058506"/>
                </a:lnTo>
                <a:lnTo>
                  <a:pt x="4039870" y="1180007"/>
                </a:lnTo>
                <a:lnTo>
                  <a:pt x="4069918" y="1201813"/>
                </a:lnTo>
                <a:lnTo>
                  <a:pt x="4080268" y="1201623"/>
                </a:lnTo>
                <a:lnTo>
                  <a:pt x="4116222" y="1173200"/>
                </a:lnTo>
                <a:lnTo>
                  <a:pt x="4140987" y="1109294"/>
                </a:lnTo>
                <a:lnTo>
                  <a:pt x="4150093" y="1085481"/>
                </a:lnTo>
                <a:lnTo>
                  <a:pt x="4179849" y="1015060"/>
                </a:lnTo>
                <a:lnTo>
                  <a:pt x="4201376" y="968933"/>
                </a:lnTo>
                <a:lnTo>
                  <a:pt x="4224210" y="923442"/>
                </a:lnTo>
                <a:lnTo>
                  <a:pt x="4236707" y="900201"/>
                </a:lnTo>
                <a:lnTo>
                  <a:pt x="4262513" y="925309"/>
                </a:lnTo>
                <a:lnTo>
                  <a:pt x="4345571" y="1007656"/>
                </a:lnTo>
                <a:lnTo>
                  <a:pt x="4352201" y="1016685"/>
                </a:lnTo>
                <a:lnTo>
                  <a:pt x="4352709" y="1025398"/>
                </a:lnTo>
                <a:lnTo>
                  <a:pt x="4348277" y="1033729"/>
                </a:lnTo>
                <a:lnTo>
                  <a:pt x="4340098" y="1041590"/>
                </a:lnTo>
                <a:lnTo>
                  <a:pt x="4307433" y="1071968"/>
                </a:lnTo>
                <a:lnTo>
                  <a:pt x="4137685" y="1231887"/>
                </a:lnTo>
                <a:lnTo>
                  <a:pt x="4111320" y="1257198"/>
                </a:lnTo>
                <a:lnTo>
                  <a:pt x="4087571" y="1280871"/>
                </a:lnTo>
                <a:lnTo>
                  <a:pt x="4082846" y="1284439"/>
                </a:lnTo>
                <a:lnTo>
                  <a:pt x="4069397" y="1283436"/>
                </a:lnTo>
                <a:lnTo>
                  <a:pt x="4064635" y="1278597"/>
                </a:lnTo>
                <a:lnTo>
                  <a:pt x="3927932" y="1164424"/>
                </a:lnTo>
                <a:lnTo>
                  <a:pt x="3918077" y="1156246"/>
                </a:lnTo>
                <a:lnTo>
                  <a:pt x="3913860" y="1155979"/>
                </a:lnTo>
                <a:lnTo>
                  <a:pt x="3913860" y="1182611"/>
                </a:lnTo>
                <a:lnTo>
                  <a:pt x="3913848" y="1182852"/>
                </a:lnTo>
                <a:lnTo>
                  <a:pt x="3913759" y="1183703"/>
                </a:lnTo>
                <a:lnTo>
                  <a:pt x="3913860" y="1182611"/>
                </a:lnTo>
                <a:lnTo>
                  <a:pt x="3913860" y="1155979"/>
                </a:lnTo>
                <a:lnTo>
                  <a:pt x="3912349" y="1155877"/>
                </a:lnTo>
                <a:lnTo>
                  <a:pt x="3908018" y="1158925"/>
                </a:lnTo>
                <a:lnTo>
                  <a:pt x="3905605" y="1160602"/>
                </a:lnTo>
                <a:lnTo>
                  <a:pt x="3902824" y="1162812"/>
                </a:lnTo>
                <a:lnTo>
                  <a:pt x="3900513" y="1164602"/>
                </a:lnTo>
                <a:lnTo>
                  <a:pt x="3894759" y="1169162"/>
                </a:lnTo>
                <a:lnTo>
                  <a:pt x="3894683" y="1178217"/>
                </a:lnTo>
                <a:lnTo>
                  <a:pt x="3900411" y="1182852"/>
                </a:lnTo>
                <a:lnTo>
                  <a:pt x="4053903" y="1309166"/>
                </a:lnTo>
                <a:lnTo>
                  <a:pt x="4062006" y="1315326"/>
                </a:lnTo>
                <a:lnTo>
                  <a:pt x="4071810" y="1319110"/>
                </a:lnTo>
                <a:lnTo>
                  <a:pt x="4082288" y="1320253"/>
                </a:lnTo>
                <a:lnTo>
                  <a:pt x="4092435" y="1318475"/>
                </a:lnTo>
                <a:lnTo>
                  <a:pt x="4098887" y="1316418"/>
                </a:lnTo>
                <a:lnTo>
                  <a:pt x="4105503" y="1313053"/>
                </a:lnTo>
                <a:lnTo>
                  <a:pt x="4109948" y="1306474"/>
                </a:lnTo>
                <a:lnTo>
                  <a:pt x="4110634" y="1305737"/>
                </a:lnTo>
                <a:lnTo>
                  <a:pt x="4110850" y="1305496"/>
                </a:lnTo>
                <a:lnTo>
                  <a:pt x="4113860" y="1302207"/>
                </a:lnTo>
                <a:lnTo>
                  <a:pt x="4121531" y="1294155"/>
                </a:lnTo>
                <a:lnTo>
                  <a:pt x="4122331" y="1293304"/>
                </a:lnTo>
                <a:lnTo>
                  <a:pt x="4126915" y="1288719"/>
                </a:lnTo>
                <a:lnTo>
                  <a:pt x="4361307" y="1049439"/>
                </a:lnTo>
                <a:lnTo>
                  <a:pt x="4371048" y="1039075"/>
                </a:lnTo>
                <a:lnTo>
                  <a:pt x="4376534" y="1027366"/>
                </a:lnTo>
                <a:close/>
              </a:path>
              <a:path w="4377055" h="1320800">
                <a:moveTo>
                  <a:pt x="4376534" y="202717"/>
                </a:moveTo>
                <a:lnTo>
                  <a:pt x="4376509" y="200748"/>
                </a:lnTo>
                <a:lnTo>
                  <a:pt x="4376382" y="192036"/>
                </a:lnTo>
                <a:lnTo>
                  <a:pt x="4376369" y="190461"/>
                </a:lnTo>
                <a:lnTo>
                  <a:pt x="4282656" y="86106"/>
                </a:lnTo>
                <a:lnTo>
                  <a:pt x="4254500" y="56769"/>
                </a:lnTo>
                <a:lnTo>
                  <a:pt x="4253687" y="55930"/>
                </a:lnTo>
                <a:lnTo>
                  <a:pt x="4253357" y="55384"/>
                </a:lnTo>
                <a:lnTo>
                  <a:pt x="4252849" y="54711"/>
                </a:lnTo>
                <a:lnTo>
                  <a:pt x="4251058" y="52311"/>
                </a:lnTo>
                <a:lnTo>
                  <a:pt x="4249801" y="51371"/>
                </a:lnTo>
                <a:lnTo>
                  <a:pt x="4262196" y="29578"/>
                </a:lnTo>
                <a:lnTo>
                  <a:pt x="4277258" y="4241"/>
                </a:lnTo>
                <a:lnTo>
                  <a:pt x="4278681" y="2679"/>
                </a:lnTo>
                <a:lnTo>
                  <a:pt x="4276102" y="0"/>
                </a:lnTo>
                <a:lnTo>
                  <a:pt x="4274439" y="1206"/>
                </a:lnTo>
                <a:lnTo>
                  <a:pt x="4261840" y="7518"/>
                </a:lnTo>
                <a:lnTo>
                  <a:pt x="4251071" y="13931"/>
                </a:lnTo>
                <a:lnTo>
                  <a:pt x="4240771" y="21056"/>
                </a:lnTo>
                <a:lnTo>
                  <a:pt x="4230903" y="28867"/>
                </a:lnTo>
                <a:lnTo>
                  <a:pt x="4214253" y="44196"/>
                </a:lnTo>
                <a:lnTo>
                  <a:pt x="4110177" y="49047"/>
                </a:lnTo>
                <a:lnTo>
                  <a:pt x="3937825" y="58877"/>
                </a:lnTo>
                <a:lnTo>
                  <a:pt x="3914394" y="60147"/>
                </a:lnTo>
                <a:lnTo>
                  <a:pt x="3914851" y="60147"/>
                </a:lnTo>
                <a:lnTo>
                  <a:pt x="3845433" y="110032"/>
                </a:lnTo>
                <a:lnTo>
                  <a:pt x="3806545" y="149631"/>
                </a:lnTo>
                <a:lnTo>
                  <a:pt x="3801211" y="154711"/>
                </a:lnTo>
                <a:lnTo>
                  <a:pt x="3804437" y="164388"/>
                </a:lnTo>
                <a:lnTo>
                  <a:pt x="3804488" y="164515"/>
                </a:lnTo>
                <a:lnTo>
                  <a:pt x="3811828" y="165354"/>
                </a:lnTo>
                <a:lnTo>
                  <a:pt x="3816172" y="166052"/>
                </a:lnTo>
                <a:lnTo>
                  <a:pt x="3821239" y="167398"/>
                </a:lnTo>
                <a:lnTo>
                  <a:pt x="3824643" y="163677"/>
                </a:lnTo>
                <a:lnTo>
                  <a:pt x="3825583" y="162737"/>
                </a:lnTo>
                <a:lnTo>
                  <a:pt x="3880472" y="107873"/>
                </a:lnTo>
                <a:lnTo>
                  <a:pt x="3886606" y="101650"/>
                </a:lnTo>
                <a:lnTo>
                  <a:pt x="3893058" y="95415"/>
                </a:lnTo>
                <a:lnTo>
                  <a:pt x="4056532" y="75844"/>
                </a:lnTo>
                <a:lnTo>
                  <a:pt x="4184319" y="66916"/>
                </a:lnTo>
                <a:lnTo>
                  <a:pt x="4194073" y="66357"/>
                </a:lnTo>
                <a:lnTo>
                  <a:pt x="4183151" y="79692"/>
                </a:lnTo>
                <a:lnTo>
                  <a:pt x="4169295" y="98437"/>
                </a:lnTo>
                <a:lnTo>
                  <a:pt x="4143337" y="136791"/>
                </a:lnTo>
                <a:lnTo>
                  <a:pt x="4119080" y="176161"/>
                </a:lnTo>
                <a:lnTo>
                  <a:pt x="4096474" y="216522"/>
                </a:lnTo>
                <a:lnTo>
                  <a:pt x="4075468" y="257810"/>
                </a:lnTo>
                <a:lnTo>
                  <a:pt x="4073448" y="261416"/>
                </a:lnTo>
                <a:lnTo>
                  <a:pt x="4049445" y="222097"/>
                </a:lnTo>
                <a:lnTo>
                  <a:pt x="4019410" y="190474"/>
                </a:lnTo>
                <a:lnTo>
                  <a:pt x="3993654" y="181838"/>
                </a:lnTo>
                <a:lnTo>
                  <a:pt x="3985222" y="182791"/>
                </a:lnTo>
                <a:lnTo>
                  <a:pt x="3976903" y="185978"/>
                </a:lnTo>
                <a:lnTo>
                  <a:pt x="3965714" y="194741"/>
                </a:lnTo>
                <a:lnTo>
                  <a:pt x="3958552" y="206349"/>
                </a:lnTo>
                <a:lnTo>
                  <a:pt x="3955796" y="219735"/>
                </a:lnTo>
                <a:lnTo>
                  <a:pt x="3957802" y="233857"/>
                </a:lnTo>
                <a:lnTo>
                  <a:pt x="4039870" y="355358"/>
                </a:lnTo>
                <a:lnTo>
                  <a:pt x="4069918" y="377164"/>
                </a:lnTo>
                <a:lnTo>
                  <a:pt x="4080268" y="376961"/>
                </a:lnTo>
                <a:lnTo>
                  <a:pt x="4116222" y="348551"/>
                </a:lnTo>
                <a:lnTo>
                  <a:pt x="4140987" y="284645"/>
                </a:lnTo>
                <a:lnTo>
                  <a:pt x="4150093" y="260819"/>
                </a:lnTo>
                <a:lnTo>
                  <a:pt x="4179849" y="190398"/>
                </a:lnTo>
                <a:lnTo>
                  <a:pt x="4201376" y="144284"/>
                </a:lnTo>
                <a:lnTo>
                  <a:pt x="4224210" y="98793"/>
                </a:lnTo>
                <a:lnTo>
                  <a:pt x="4236720" y="75539"/>
                </a:lnTo>
                <a:lnTo>
                  <a:pt x="4262513" y="100660"/>
                </a:lnTo>
                <a:lnTo>
                  <a:pt x="4345571" y="183007"/>
                </a:lnTo>
                <a:lnTo>
                  <a:pt x="4352201" y="192036"/>
                </a:lnTo>
                <a:lnTo>
                  <a:pt x="4352709" y="200748"/>
                </a:lnTo>
                <a:lnTo>
                  <a:pt x="4348277" y="209080"/>
                </a:lnTo>
                <a:lnTo>
                  <a:pt x="4340098" y="216928"/>
                </a:lnTo>
                <a:lnTo>
                  <a:pt x="4307433" y="247319"/>
                </a:lnTo>
                <a:lnTo>
                  <a:pt x="4137685" y="407238"/>
                </a:lnTo>
                <a:lnTo>
                  <a:pt x="4111320" y="432549"/>
                </a:lnTo>
                <a:lnTo>
                  <a:pt x="4087571" y="456209"/>
                </a:lnTo>
                <a:lnTo>
                  <a:pt x="4082846" y="459790"/>
                </a:lnTo>
                <a:lnTo>
                  <a:pt x="4069397" y="458774"/>
                </a:lnTo>
                <a:lnTo>
                  <a:pt x="4064635" y="453948"/>
                </a:lnTo>
                <a:lnTo>
                  <a:pt x="3927932" y="339775"/>
                </a:lnTo>
                <a:lnTo>
                  <a:pt x="3918077" y="331584"/>
                </a:lnTo>
                <a:lnTo>
                  <a:pt x="3912349" y="331228"/>
                </a:lnTo>
                <a:lnTo>
                  <a:pt x="3908018" y="334276"/>
                </a:lnTo>
                <a:lnTo>
                  <a:pt x="3905605" y="335953"/>
                </a:lnTo>
                <a:lnTo>
                  <a:pt x="3902824" y="338150"/>
                </a:lnTo>
                <a:lnTo>
                  <a:pt x="3900513" y="339940"/>
                </a:lnTo>
                <a:lnTo>
                  <a:pt x="3894759" y="344512"/>
                </a:lnTo>
                <a:lnTo>
                  <a:pt x="3894683" y="353568"/>
                </a:lnTo>
                <a:lnTo>
                  <a:pt x="3900411" y="358190"/>
                </a:lnTo>
                <a:lnTo>
                  <a:pt x="4053903" y="484517"/>
                </a:lnTo>
                <a:lnTo>
                  <a:pt x="4062006" y="490677"/>
                </a:lnTo>
                <a:lnTo>
                  <a:pt x="4071810" y="494461"/>
                </a:lnTo>
                <a:lnTo>
                  <a:pt x="4082288" y="495604"/>
                </a:lnTo>
                <a:lnTo>
                  <a:pt x="4092435" y="493826"/>
                </a:lnTo>
                <a:lnTo>
                  <a:pt x="4098887" y="491756"/>
                </a:lnTo>
                <a:lnTo>
                  <a:pt x="4105503" y="488403"/>
                </a:lnTo>
                <a:lnTo>
                  <a:pt x="4109948" y="481825"/>
                </a:lnTo>
                <a:lnTo>
                  <a:pt x="4110634" y="481076"/>
                </a:lnTo>
                <a:lnTo>
                  <a:pt x="4110850" y="480847"/>
                </a:lnTo>
                <a:lnTo>
                  <a:pt x="4113860" y="477558"/>
                </a:lnTo>
                <a:lnTo>
                  <a:pt x="4121531" y="469506"/>
                </a:lnTo>
                <a:lnTo>
                  <a:pt x="4122331" y="468655"/>
                </a:lnTo>
                <a:lnTo>
                  <a:pt x="4126915" y="464070"/>
                </a:lnTo>
                <a:lnTo>
                  <a:pt x="4361307" y="224790"/>
                </a:lnTo>
                <a:lnTo>
                  <a:pt x="4371048" y="214426"/>
                </a:lnTo>
                <a:lnTo>
                  <a:pt x="4376534" y="202717"/>
                </a:lnTo>
                <a:close/>
              </a:path>
            </a:pathLst>
          </a:custGeom>
          <a:solidFill>
            <a:srgbClr val="EA59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3547208" y="6203149"/>
            <a:ext cx="1993900" cy="151892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1590" marR="229235">
              <a:lnSpc>
                <a:spcPts val="2380"/>
              </a:lnSpc>
              <a:spcBef>
                <a:spcPts val="570"/>
              </a:spcBef>
            </a:pPr>
            <a:r>
              <a:rPr sz="2350" spc="-80" dirty="0">
                <a:latin typeface="Trebuchet MS"/>
                <a:cs typeface="Trebuchet MS"/>
              </a:rPr>
              <a:t>Aromatiza</a:t>
            </a:r>
            <a:r>
              <a:rPr sz="2350" spc="-135" dirty="0">
                <a:latin typeface="Trebuchet MS"/>
                <a:cs typeface="Trebuchet MS"/>
              </a:rPr>
              <a:t> </a:t>
            </a:r>
            <a:r>
              <a:rPr sz="2350" spc="-50" dirty="0">
                <a:latin typeface="Trebuchet MS"/>
                <a:cs typeface="Trebuchet MS"/>
              </a:rPr>
              <a:t>tus </a:t>
            </a:r>
            <a:r>
              <a:rPr sz="2350" spc="-10" dirty="0">
                <a:latin typeface="Trebuchet MS"/>
                <a:cs typeface="Trebuchet MS"/>
              </a:rPr>
              <a:t>prendas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ts val="2600"/>
              </a:lnSpc>
              <a:spcBef>
                <a:spcPts val="1325"/>
              </a:spcBef>
            </a:pPr>
            <a:r>
              <a:rPr sz="2350" spc="-10" dirty="0">
                <a:latin typeface="Trebuchet MS"/>
                <a:cs typeface="Trebuchet MS"/>
              </a:rPr>
              <a:t>Ingredientes</a:t>
            </a:r>
            <a:endParaRPr sz="2350">
              <a:latin typeface="Trebuchet MS"/>
              <a:cs typeface="Trebuchet MS"/>
            </a:endParaRPr>
          </a:p>
          <a:p>
            <a:pPr marL="12700">
              <a:lnSpc>
                <a:spcPts val="2600"/>
              </a:lnSpc>
            </a:pPr>
            <a:r>
              <a:rPr sz="2350" spc="-35" dirty="0">
                <a:latin typeface="Trebuchet MS"/>
                <a:cs typeface="Trebuchet MS"/>
              </a:rPr>
              <a:t>biodegradables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7363758" y="6209208"/>
            <a:ext cx="1366520" cy="153352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4765" marR="241935">
              <a:lnSpc>
                <a:spcPts val="2380"/>
              </a:lnSpc>
              <a:spcBef>
                <a:spcPts val="570"/>
              </a:spcBef>
            </a:pPr>
            <a:r>
              <a:rPr sz="2350" spc="-10" dirty="0">
                <a:latin typeface="Trebuchet MS"/>
                <a:cs typeface="Trebuchet MS"/>
              </a:rPr>
              <a:t>Suaviza </a:t>
            </a:r>
            <a:r>
              <a:rPr sz="2350" spc="-95" dirty="0">
                <a:latin typeface="Trebuchet MS"/>
                <a:cs typeface="Trebuchet MS"/>
              </a:rPr>
              <a:t>las</a:t>
            </a:r>
            <a:r>
              <a:rPr sz="2350" spc="-180" dirty="0">
                <a:latin typeface="Trebuchet MS"/>
                <a:cs typeface="Trebuchet MS"/>
              </a:rPr>
              <a:t> </a:t>
            </a:r>
            <a:r>
              <a:rPr sz="2350" spc="-95" dirty="0">
                <a:latin typeface="Trebuchet MS"/>
                <a:cs typeface="Trebuchet MS"/>
              </a:rPr>
              <a:t>fibras</a:t>
            </a:r>
            <a:endParaRPr sz="2350">
              <a:latin typeface="Trebuchet MS"/>
              <a:cs typeface="Trebuchet MS"/>
            </a:endParaRPr>
          </a:p>
          <a:p>
            <a:pPr marL="12700" marR="5080">
              <a:lnSpc>
                <a:spcPts val="2380"/>
              </a:lnSpc>
              <a:spcBef>
                <a:spcPts val="1885"/>
              </a:spcBef>
            </a:pPr>
            <a:r>
              <a:rPr sz="2350" spc="-140" dirty="0">
                <a:latin typeface="Trebuchet MS"/>
                <a:cs typeface="Trebuchet MS"/>
              </a:rPr>
              <a:t>Facilita</a:t>
            </a:r>
            <a:r>
              <a:rPr sz="2350" spc="-130" dirty="0">
                <a:latin typeface="Trebuchet MS"/>
                <a:cs typeface="Trebuchet MS"/>
              </a:rPr>
              <a:t> </a:t>
            </a:r>
            <a:r>
              <a:rPr sz="2350" spc="-25" dirty="0">
                <a:latin typeface="Trebuchet MS"/>
                <a:cs typeface="Trebuchet MS"/>
              </a:rPr>
              <a:t>el </a:t>
            </a:r>
            <a:r>
              <a:rPr sz="2350" spc="-35" dirty="0">
                <a:latin typeface="Trebuchet MS"/>
                <a:cs typeface="Trebuchet MS"/>
              </a:rPr>
              <a:t>planchado</a:t>
            </a:r>
            <a:endParaRPr sz="2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9549745" cy="11308715"/>
            <a:chOff x="0" y="0"/>
            <a:chExt cx="19549745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088483" cy="1130854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437007" y="9750838"/>
              <a:ext cx="13970" cy="10795"/>
            </a:xfrm>
            <a:custGeom>
              <a:avLst/>
              <a:gdLst/>
              <a:ahLst/>
              <a:cxnLst/>
              <a:rect l="l" t="t" r="r" b="b"/>
              <a:pathLst>
                <a:path w="13969" h="10795">
                  <a:moveTo>
                    <a:pt x="0" y="0"/>
                  </a:moveTo>
                  <a:lnTo>
                    <a:pt x="3905" y="3476"/>
                  </a:lnTo>
                  <a:lnTo>
                    <a:pt x="8418" y="6889"/>
                  </a:lnTo>
                  <a:lnTo>
                    <a:pt x="13612" y="10219"/>
                  </a:lnTo>
                  <a:lnTo>
                    <a:pt x="6649" y="4795"/>
                  </a:lnTo>
                  <a:lnTo>
                    <a:pt x="2209" y="1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000208" y="9011750"/>
              <a:ext cx="2098675" cy="1929764"/>
            </a:xfrm>
            <a:custGeom>
              <a:avLst/>
              <a:gdLst/>
              <a:ahLst/>
              <a:cxnLst/>
              <a:rect l="l" t="t" r="r" b="b"/>
              <a:pathLst>
                <a:path w="2098675" h="1929765">
                  <a:moveTo>
                    <a:pt x="36323" y="1271062"/>
                  </a:moveTo>
                  <a:lnTo>
                    <a:pt x="32135" y="1271764"/>
                  </a:lnTo>
                  <a:lnTo>
                    <a:pt x="27904" y="1272225"/>
                  </a:lnTo>
                  <a:lnTo>
                    <a:pt x="0" y="1273031"/>
                  </a:lnTo>
                  <a:lnTo>
                    <a:pt x="139456" y="1393142"/>
                  </a:lnTo>
                  <a:lnTo>
                    <a:pt x="383258" y="1606930"/>
                  </a:lnTo>
                  <a:lnTo>
                    <a:pt x="704564" y="1893850"/>
                  </a:lnTo>
                  <a:lnTo>
                    <a:pt x="708732" y="1897818"/>
                  </a:lnTo>
                  <a:lnTo>
                    <a:pt x="711611" y="1900645"/>
                  </a:lnTo>
                  <a:lnTo>
                    <a:pt x="713632" y="1902425"/>
                  </a:lnTo>
                  <a:lnTo>
                    <a:pt x="715695" y="1904153"/>
                  </a:lnTo>
                  <a:lnTo>
                    <a:pt x="760663" y="1926991"/>
                  </a:lnTo>
                  <a:lnTo>
                    <a:pt x="809950" y="1929252"/>
                  </a:lnTo>
                  <a:lnTo>
                    <a:pt x="854456" y="1914864"/>
                  </a:lnTo>
                  <a:lnTo>
                    <a:pt x="885082" y="1887756"/>
                  </a:lnTo>
                  <a:lnTo>
                    <a:pt x="891397" y="1880779"/>
                  </a:lnTo>
                  <a:lnTo>
                    <a:pt x="902606" y="1869063"/>
                  </a:lnTo>
                  <a:lnTo>
                    <a:pt x="908747" y="1862782"/>
                  </a:lnTo>
                  <a:lnTo>
                    <a:pt x="794902" y="1862782"/>
                  </a:lnTo>
                  <a:lnTo>
                    <a:pt x="746227" y="1858974"/>
                  </a:lnTo>
                  <a:lnTo>
                    <a:pt x="701413" y="1835223"/>
                  </a:lnTo>
                  <a:lnTo>
                    <a:pt x="36323" y="1271062"/>
                  </a:lnTo>
                  <a:close/>
                </a:path>
                <a:path w="2098675" h="1929765">
                  <a:moveTo>
                    <a:pt x="1423431" y="0"/>
                  </a:moveTo>
                  <a:lnTo>
                    <a:pt x="1412857" y="839"/>
                  </a:lnTo>
                  <a:lnTo>
                    <a:pt x="1393724" y="2085"/>
                  </a:lnTo>
                  <a:lnTo>
                    <a:pt x="1403287" y="2085"/>
                  </a:lnTo>
                  <a:lnTo>
                    <a:pt x="1452745" y="12251"/>
                  </a:lnTo>
                  <a:lnTo>
                    <a:pt x="1496425" y="44503"/>
                  </a:lnTo>
                  <a:lnTo>
                    <a:pt x="1970038" y="518304"/>
                  </a:lnTo>
                  <a:lnTo>
                    <a:pt x="1988733" y="536462"/>
                  </a:lnTo>
                  <a:lnTo>
                    <a:pt x="1998619" y="545660"/>
                  </a:lnTo>
                  <a:lnTo>
                    <a:pt x="2020692" y="573014"/>
                  </a:lnTo>
                  <a:lnTo>
                    <a:pt x="2035267" y="614263"/>
                  </a:lnTo>
                  <a:lnTo>
                    <a:pt x="2030304" y="663549"/>
                  </a:lnTo>
                  <a:lnTo>
                    <a:pt x="1993761" y="715016"/>
                  </a:lnTo>
                  <a:lnTo>
                    <a:pt x="1972708" y="735256"/>
                  </a:lnTo>
                  <a:lnTo>
                    <a:pt x="1730030" y="971413"/>
                  </a:lnTo>
                  <a:lnTo>
                    <a:pt x="902645" y="1788179"/>
                  </a:lnTo>
                  <a:lnTo>
                    <a:pt x="886592" y="1804634"/>
                  </a:lnTo>
                  <a:lnTo>
                    <a:pt x="875235" y="1816529"/>
                  </a:lnTo>
                  <a:lnTo>
                    <a:pt x="868884" y="1823559"/>
                  </a:lnTo>
                  <a:lnTo>
                    <a:pt x="838700" y="1849895"/>
                  </a:lnTo>
                  <a:lnTo>
                    <a:pt x="794902" y="1862782"/>
                  </a:lnTo>
                  <a:lnTo>
                    <a:pt x="908747" y="1862782"/>
                  </a:lnTo>
                  <a:lnTo>
                    <a:pt x="918414" y="1852896"/>
                  </a:lnTo>
                  <a:lnTo>
                    <a:pt x="1791521" y="994075"/>
                  </a:lnTo>
                  <a:lnTo>
                    <a:pt x="2033241" y="759732"/>
                  </a:lnTo>
                  <a:lnTo>
                    <a:pt x="2054377" y="739487"/>
                  </a:lnTo>
                  <a:lnTo>
                    <a:pt x="2087796" y="696851"/>
                  </a:lnTo>
                  <a:lnTo>
                    <a:pt x="2098604" y="654886"/>
                  </a:lnTo>
                  <a:lnTo>
                    <a:pt x="2093209" y="616696"/>
                  </a:lnTo>
                  <a:lnTo>
                    <a:pt x="2078019" y="585389"/>
                  </a:lnTo>
                  <a:lnTo>
                    <a:pt x="2059445" y="564068"/>
                  </a:lnTo>
                  <a:lnTo>
                    <a:pt x="2049168" y="554543"/>
                  </a:lnTo>
                  <a:lnTo>
                    <a:pt x="2029734" y="535737"/>
                  </a:lnTo>
                  <a:lnTo>
                    <a:pt x="1537481" y="45016"/>
                  </a:lnTo>
                  <a:lnTo>
                    <a:pt x="1532194" y="38189"/>
                  </a:lnTo>
                  <a:lnTo>
                    <a:pt x="1526288" y="32398"/>
                  </a:lnTo>
                  <a:lnTo>
                    <a:pt x="1520027" y="27488"/>
                  </a:lnTo>
                  <a:lnTo>
                    <a:pt x="1484764" y="8313"/>
                  </a:lnTo>
                  <a:lnTo>
                    <a:pt x="1450069" y="839"/>
                  </a:lnTo>
                  <a:lnTo>
                    <a:pt x="1450577" y="839"/>
                  </a:lnTo>
                  <a:lnTo>
                    <a:pt x="1423431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325393" y="9020337"/>
              <a:ext cx="4710430" cy="1854200"/>
            </a:xfrm>
            <a:custGeom>
              <a:avLst/>
              <a:gdLst/>
              <a:ahLst/>
              <a:cxnLst/>
              <a:rect l="l" t="t" r="r" b="b"/>
              <a:pathLst>
                <a:path w="4710430" h="1854200">
                  <a:moveTo>
                    <a:pt x="4186157" y="1181100"/>
                  </a:moveTo>
                  <a:lnTo>
                    <a:pt x="2481421" y="1181100"/>
                  </a:lnTo>
                  <a:lnTo>
                    <a:pt x="2487341" y="1193800"/>
                  </a:lnTo>
                  <a:lnTo>
                    <a:pt x="2494276" y="1206500"/>
                  </a:lnTo>
                  <a:lnTo>
                    <a:pt x="2502217" y="1219200"/>
                  </a:lnTo>
                  <a:lnTo>
                    <a:pt x="2511159" y="1231900"/>
                  </a:lnTo>
                  <a:lnTo>
                    <a:pt x="2524686" y="1231900"/>
                  </a:lnTo>
                  <a:lnTo>
                    <a:pt x="2539923" y="1244600"/>
                  </a:lnTo>
                  <a:lnTo>
                    <a:pt x="2556813" y="1257300"/>
                  </a:lnTo>
                  <a:lnTo>
                    <a:pt x="2575293" y="1257300"/>
                  </a:lnTo>
                  <a:lnTo>
                    <a:pt x="2584502" y="1270000"/>
                  </a:lnTo>
                  <a:lnTo>
                    <a:pt x="2711142" y="1270000"/>
                  </a:lnTo>
                  <a:lnTo>
                    <a:pt x="3050263" y="1549400"/>
                  </a:lnTo>
                  <a:lnTo>
                    <a:pt x="3136398" y="1625600"/>
                  </a:lnTo>
                  <a:lnTo>
                    <a:pt x="3176427" y="1663700"/>
                  </a:lnTo>
                  <a:lnTo>
                    <a:pt x="3214092" y="1689100"/>
                  </a:lnTo>
                  <a:lnTo>
                    <a:pt x="3249139" y="1727200"/>
                  </a:lnTo>
                  <a:lnTo>
                    <a:pt x="3281315" y="1752600"/>
                  </a:lnTo>
                  <a:lnTo>
                    <a:pt x="3310366" y="1778000"/>
                  </a:lnTo>
                  <a:lnTo>
                    <a:pt x="3336039" y="1803400"/>
                  </a:lnTo>
                  <a:lnTo>
                    <a:pt x="3358078" y="1816100"/>
                  </a:lnTo>
                  <a:lnTo>
                    <a:pt x="3376232" y="1828800"/>
                  </a:lnTo>
                  <a:lnTo>
                    <a:pt x="3421047" y="1854200"/>
                  </a:lnTo>
                  <a:lnTo>
                    <a:pt x="3469721" y="1854200"/>
                  </a:lnTo>
                  <a:lnTo>
                    <a:pt x="3513519" y="1841500"/>
                  </a:lnTo>
                  <a:lnTo>
                    <a:pt x="3543703" y="1816100"/>
                  </a:lnTo>
                  <a:lnTo>
                    <a:pt x="3550054" y="1816100"/>
                  </a:lnTo>
                  <a:lnTo>
                    <a:pt x="3561411" y="1803400"/>
                  </a:lnTo>
                  <a:lnTo>
                    <a:pt x="3577464" y="1790700"/>
                  </a:lnTo>
                  <a:lnTo>
                    <a:pt x="3597901" y="1765300"/>
                  </a:lnTo>
                  <a:lnTo>
                    <a:pt x="3622410" y="1739900"/>
                  </a:lnTo>
                  <a:lnTo>
                    <a:pt x="3650680" y="1714500"/>
                  </a:lnTo>
                  <a:lnTo>
                    <a:pt x="3682400" y="1676400"/>
                  </a:lnTo>
                  <a:lnTo>
                    <a:pt x="3717257" y="1651000"/>
                  </a:lnTo>
                  <a:lnTo>
                    <a:pt x="3754941" y="1612900"/>
                  </a:lnTo>
                  <a:lnTo>
                    <a:pt x="3795140" y="1574800"/>
                  </a:lnTo>
                  <a:lnTo>
                    <a:pt x="3837542" y="1524000"/>
                  </a:lnTo>
                  <a:lnTo>
                    <a:pt x="3881836" y="1485900"/>
                  </a:lnTo>
                  <a:lnTo>
                    <a:pt x="3927710" y="1435100"/>
                  </a:lnTo>
                  <a:lnTo>
                    <a:pt x="3974854" y="1397000"/>
                  </a:lnTo>
                  <a:lnTo>
                    <a:pt x="4022954" y="1346200"/>
                  </a:lnTo>
                  <a:lnTo>
                    <a:pt x="4169886" y="1193800"/>
                  </a:lnTo>
                  <a:lnTo>
                    <a:pt x="4186157" y="1181100"/>
                  </a:lnTo>
                  <a:close/>
                </a:path>
                <a:path w="4710430" h="1854200">
                  <a:moveTo>
                    <a:pt x="1500917" y="1498600"/>
                  </a:moveTo>
                  <a:lnTo>
                    <a:pt x="1277538" y="1498600"/>
                  </a:lnTo>
                  <a:lnTo>
                    <a:pt x="1294462" y="1511300"/>
                  </a:lnTo>
                  <a:lnTo>
                    <a:pt x="1312975" y="1524000"/>
                  </a:lnTo>
                  <a:lnTo>
                    <a:pt x="1463794" y="1524000"/>
                  </a:lnTo>
                  <a:lnTo>
                    <a:pt x="1482585" y="1511300"/>
                  </a:lnTo>
                  <a:lnTo>
                    <a:pt x="1500917" y="1498600"/>
                  </a:lnTo>
                  <a:close/>
                </a:path>
                <a:path w="4710430" h="1854200">
                  <a:moveTo>
                    <a:pt x="1530002" y="1270000"/>
                  </a:moveTo>
                  <a:lnTo>
                    <a:pt x="1202329" y="1270000"/>
                  </a:lnTo>
                  <a:lnTo>
                    <a:pt x="1201868" y="1295400"/>
                  </a:lnTo>
                  <a:lnTo>
                    <a:pt x="1201579" y="1320800"/>
                  </a:lnTo>
                  <a:lnTo>
                    <a:pt x="1201607" y="1358900"/>
                  </a:lnTo>
                  <a:lnTo>
                    <a:pt x="1202693" y="1371600"/>
                  </a:lnTo>
                  <a:lnTo>
                    <a:pt x="1204675" y="1397000"/>
                  </a:lnTo>
                  <a:lnTo>
                    <a:pt x="1207544" y="1409700"/>
                  </a:lnTo>
                  <a:lnTo>
                    <a:pt x="1211292" y="1422400"/>
                  </a:lnTo>
                  <a:lnTo>
                    <a:pt x="1217746" y="1435100"/>
                  </a:lnTo>
                  <a:lnTo>
                    <a:pt x="1226155" y="1460500"/>
                  </a:lnTo>
                  <a:lnTo>
                    <a:pt x="1236485" y="1473200"/>
                  </a:lnTo>
                  <a:lnTo>
                    <a:pt x="1248705" y="1485900"/>
                  </a:lnTo>
                  <a:lnTo>
                    <a:pt x="1262265" y="1498600"/>
                  </a:lnTo>
                  <a:lnTo>
                    <a:pt x="1501116" y="1498600"/>
                  </a:lnTo>
                  <a:lnTo>
                    <a:pt x="1521748" y="1460500"/>
                  </a:lnTo>
                  <a:lnTo>
                    <a:pt x="1525119" y="1409700"/>
                  </a:lnTo>
                  <a:lnTo>
                    <a:pt x="1526229" y="1397000"/>
                  </a:lnTo>
                  <a:lnTo>
                    <a:pt x="1527164" y="1371600"/>
                  </a:lnTo>
                  <a:lnTo>
                    <a:pt x="1527922" y="1358900"/>
                  </a:lnTo>
                  <a:lnTo>
                    <a:pt x="1528545" y="1333500"/>
                  </a:lnTo>
                  <a:lnTo>
                    <a:pt x="1530002" y="1270000"/>
                  </a:lnTo>
                  <a:close/>
                </a:path>
                <a:path w="4710430" h="1854200">
                  <a:moveTo>
                    <a:pt x="134082" y="863600"/>
                  </a:moveTo>
                  <a:lnTo>
                    <a:pt x="86121" y="863600"/>
                  </a:lnTo>
                  <a:lnTo>
                    <a:pt x="58866" y="876300"/>
                  </a:lnTo>
                  <a:lnTo>
                    <a:pt x="10449" y="952500"/>
                  </a:lnTo>
                  <a:lnTo>
                    <a:pt x="2382" y="1003300"/>
                  </a:lnTo>
                  <a:lnTo>
                    <a:pt x="504" y="1041400"/>
                  </a:lnTo>
                  <a:lnTo>
                    <a:pt x="0" y="1079500"/>
                  </a:lnTo>
                  <a:lnTo>
                    <a:pt x="2511" y="1104900"/>
                  </a:lnTo>
                  <a:lnTo>
                    <a:pt x="9849" y="1117600"/>
                  </a:lnTo>
                  <a:lnTo>
                    <a:pt x="21979" y="1143000"/>
                  </a:lnTo>
                  <a:lnTo>
                    <a:pt x="54506" y="1181100"/>
                  </a:lnTo>
                  <a:lnTo>
                    <a:pt x="92760" y="1206500"/>
                  </a:lnTo>
                  <a:lnTo>
                    <a:pt x="138080" y="1231900"/>
                  </a:lnTo>
                  <a:lnTo>
                    <a:pt x="162683" y="1244600"/>
                  </a:lnTo>
                  <a:lnTo>
                    <a:pt x="188963" y="1244600"/>
                  </a:lnTo>
                  <a:lnTo>
                    <a:pt x="216831" y="1257300"/>
                  </a:lnTo>
                  <a:lnTo>
                    <a:pt x="246015" y="1257300"/>
                  </a:lnTo>
                  <a:lnTo>
                    <a:pt x="276402" y="1270000"/>
                  </a:lnTo>
                  <a:lnTo>
                    <a:pt x="418280" y="1270000"/>
                  </a:lnTo>
                  <a:lnTo>
                    <a:pt x="485042" y="1244600"/>
                  </a:lnTo>
                  <a:lnTo>
                    <a:pt x="544531" y="1219200"/>
                  </a:lnTo>
                  <a:lnTo>
                    <a:pt x="570385" y="1193800"/>
                  </a:lnTo>
                  <a:lnTo>
                    <a:pt x="593521" y="1181100"/>
                  </a:lnTo>
                  <a:lnTo>
                    <a:pt x="601791" y="1168400"/>
                  </a:lnTo>
                  <a:lnTo>
                    <a:pt x="609655" y="1155700"/>
                  </a:lnTo>
                  <a:lnTo>
                    <a:pt x="617117" y="1155700"/>
                  </a:lnTo>
                  <a:lnTo>
                    <a:pt x="624179" y="1143000"/>
                  </a:lnTo>
                  <a:lnTo>
                    <a:pt x="1871286" y="1143000"/>
                  </a:lnTo>
                  <a:lnTo>
                    <a:pt x="1879105" y="1130300"/>
                  </a:lnTo>
                  <a:lnTo>
                    <a:pt x="1886062" y="1130300"/>
                  </a:lnTo>
                  <a:lnTo>
                    <a:pt x="1892727" y="1117600"/>
                  </a:lnTo>
                  <a:lnTo>
                    <a:pt x="1899110" y="1104900"/>
                  </a:lnTo>
                  <a:lnTo>
                    <a:pt x="1905219" y="1092200"/>
                  </a:lnTo>
                  <a:lnTo>
                    <a:pt x="4278741" y="1092200"/>
                  </a:lnTo>
                  <a:lnTo>
                    <a:pt x="4314219" y="1054100"/>
                  </a:lnTo>
                  <a:lnTo>
                    <a:pt x="4360299" y="1016000"/>
                  </a:lnTo>
                  <a:lnTo>
                    <a:pt x="4382572" y="990600"/>
                  </a:lnTo>
                  <a:lnTo>
                    <a:pt x="926505" y="990600"/>
                  </a:lnTo>
                  <a:lnTo>
                    <a:pt x="923793" y="977900"/>
                  </a:lnTo>
                  <a:lnTo>
                    <a:pt x="923217" y="965200"/>
                  </a:lnTo>
                  <a:lnTo>
                    <a:pt x="923647" y="952500"/>
                  </a:lnTo>
                  <a:lnTo>
                    <a:pt x="925769" y="876300"/>
                  </a:lnTo>
                  <a:lnTo>
                    <a:pt x="147901" y="876300"/>
                  </a:lnTo>
                  <a:lnTo>
                    <a:pt x="134082" y="863600"/>
                  </a:lnTo>
                  <a:close/>
                </a:path>
                <a:path w="4710430" h="1854200">
                  <a:moveTo>
                    <a:pt x="932149" y="1257300"/>
                  </a:moveTo>
                  <a:lnTo>
                    <a:pt x="775576" y="1257300"/>
                  </a:lnTo>
                  <a:lnTo>
                    <a:pt x="801137" y="1270000"/>
                  </a:lnTo>
                  <a:lnTo>
                    <a:pt x="916564" y="1270000"/>
                  </a:lnTo>
                  <a:lnTo>
                    <a:pt x="932149" y="1257300"/>
                  </a:lnTo>
                  <a:close/>
                </a:path>
                <a:path w="4710430" h="1854200">
                  <a:moveTo>
                    <a:pt x="1530696" y="1257300"/>
                  </a:moveTo>
                  <a:lnTo>
                    <a:pt x="1084050" y="1257300"/>
                  </a:lnTo>
                  <a:lnTo>
                    <a:pt x="1099282" y="1270000"/>
                  </a:lnTo>
                  <a:lnTo>
                    <a:pt x="1530257" y="1270000"/>
                  </a:lnTo>
                  <a:lnTo>
                    <a:pt x="1530696" y="1257300"/>
                  </a:lnTo>
                  <a:close/>
                </a:path>
                <a:path w="4710430" h="1854200">
                  <a:moveTo>
                    <a:pt x="1801716" y="1219200"/>
                  </a:moveTo>
                  <a:lnTo>
                    <a:pt x="1018607" y="1219200"/>
                  </a:lnTo>
                  <a:lnTo>
                    <a:pt x="1021016" y="1231900"/>
                  </a:lnTo>
                  <a:lnTo>
                    <a:pt x="1023508" y="1231900"/>
                  </a:lnTo>
                  <a:lnTo>
                    <a:pt x="1036525" y="1244600"/>
                  </a:lnTo>
                  <a:lnTo>
                    <a:pt x="1050991" y="1244600"/>
                  </a:lnTo>
                  <a:lnTo>
                    <a:pt x="1066851" y="1257300"/>
                  </a:lnTo>
                  <a:lnTo>
                    <a:pt x="1551299" y="1257300"/>
                  </a:lnTo>
                  <a:lnTo>
                    <a:pt x="1573158" y="1270000"/>
                  </a:lnTo>
                  <a:lnTo>
                    <a:pt x="1669810" y="1270000"/>
                  </a:lnTo>
                  <a:lnTo>
                    <a:pt x="1705094" y="1257300"/>
                  </a:lnTo>
                  <a:lnTo>
                    <a:pt x="1739004" y="1244600"/>
                  </a:lnTo>
                  <a:lnTo>
                    <a:pt x="1771422" y="1231900"/>
                  </a:lnTo>
                  <a:lnTo>
                    <a:pt x="1801716" y="1219200"/>
                  </a:lnTo>
                  <a:close/>
                </a:path>
                <a:path w="4710430" h="1854200">
                  <a:moveTo>
                    <a:pt x="4278741" y="1092200"/>
                  </a:moveTo>
                  <a:lnTo>
                    <a:pt x="1908256" y="1092200"/>
                  </a:lnTo>
                  <a:lnTo>
                    <a:pt x="1909910" y="1104900"/>
                  </a:lnTo>
                  <a:lnTo>
                    <a:pt x="1949485" y="1155700"/>
                  </a:lnTo>
                  <a:lnTo>
                    <a:pt x="1998640" y="1206500"/>
                  </a:lnTo>
                  <a:lnTo>
                    <a:pt x="2025874" y="1219200"/>
                  </a:lnTo>
                  <a:lnTo>
                    <a:pt x="2054734" y="1244600"/>
                  </a:lnTo>
                  <a:lnTo>
                    <a:pt x="2085120" y="1244600"/>
                  </a:lnTo>
                  <a:lnTo>
                    <a:pt x="2116930" y="1257300"/>
                  </a:lnTo>
                  <a:lnTo>
                    <a:pt x="2142787" y="1270000"/>
                  </a:lnTo>
                  <a:lnTo>
                    <a:pt x="2281895" y="1270000"/>
                  </a:lnTo>
                  <a:lnTo>
                    <a:pt x="2304839" y="1257300"/>
                  </a:lnTo>
                  <a:lnTo>
                    <a:pt x="2352090" y="1257300"/>
                  </a:lnTo>
                  <a:lnTo>
                    <a:pt x="2375219" y="1244600"/>
                  </a:lnTo>
                  <a:lnTo>
                    <a:pt x="2397254" y="1231900"/>
                  </a:lnTo>
                  <a:lnTo>
                    <a:pt x="2418114" y="1231900"/>
                  </a:lnTo>
                  <a:lnTo>
                    <a:pt x="2435906" y="1219200"/>
                  </a:lnTo>
                  <a:lnTo>
                    <a:pt x="2452403" y="1206500"/>
                  </a:lnTo>
                  <a:lnTo>
                    <a:pt x="2467582" y="1193800"/>
                  </a:lnTo>
                  <a:lnTo>
                    <a:pt x="2481421" y="1181100"/>
                  </a:lnTo>
                  <a:lnTo>
                    <a:pt x="4186157" y="1181100"/>
                  </a:lnTo>
                  <a:lnTo>
                    <a:pt x="4218701" y="1155700"/>
                  </a:lnTo>
                  <a:lnTo>
                    <a:pt x="4266916" y="1104900"/>
                  </a:lnTo>
                  <a:lnTo>
                    <a:pt x="4278741" y="1092200"/>
                  </a:lnTo>
                  <a:close/>
                </a:path>
                <a:path w="4710430" h="1854200">
                  <a:moveTo>
                    <a:pt x="1871286" y="1143000"/>
                  </a:moveTo>
                  <a:lnTo>
                    <a:pt x="624179" y="1143000"/>
                  </a:lnTo>
                  <a:lnTo>
                    <a:pt x="633834" y="1155700"/>
                  </a:lnTo>
                  <a:lnTo>
                    <a:pt x="644710" y="1181100"/>
                  </a:lnTo>
                  <a:lnTo>
                    <a:pt x="688281" y="1219200"/>
                  </a:lnTo>
                  <a:lnTo>
                    <a:pt x="729991" y="1244600"/>
                  </a:lnTo>
                  <a:lnTo>
                    <a:pt x="753327" y="1257300"/>
                  </a:lnTo>
                  <a:lnTo>
                    <a:pt x="948578" y="1257300"/>
                  </a:lnTo>
                  <a:lnTo>
                    <a:pt x="964780" y="1244600"/>
                  </a:lnTo>
                  <a:lnTo>
                    <a:pt x="980698" y="1244600"/>
                  </a:lnTo>
                  <a:lnTo>
                    <a:pt x="996273" y="1231900"/>
                  </a:lnTo>
                  <a:lnTo>
                    <a:pt x="1009969" y="1231900"/>
                  </a:lnTo>
                  <a:lnTo>
                    <a:pt x="1016304" y="1219200"/>
                  </a:lnTo>
                  <a:lnTo>
                    <a:pt x="1801716" y="1219200"/>
                  </a:lnTo>
                  <a:lnTo>
                    <a:pt x="1829822" y="1193800"/>
                  </a:lnTo>
                  <a:lnTo>
                    <a:pt x="1855649" y="1168400"/>
                  </a:lnTo>
                  <a:lnTo>
                    <a:pt x="1871286" y="1143000"/>
                  </a:lnTo>
                  <a:close/>
                </a:path>
                <a:path w="4710430" h="1854200">
                  <a:moveTo>
                    <a:pt x="1216098" y="469900"/>
                  </a:moveTo>
                  <a:lnTo>
                    <a:pt x="1041659" y="469900"/>
                  </a:lnTo>
                  <a:lnTo>
                    <a:pt x="1025696" y="482600"/>
                  </a:lnTo>
                  <a:lnTo>
                    <a:pt x="998946" y="520700"/>
                  </a:lnTo>
                  <a:lnTo>
                    <a:pt x="991520" y="571500"/>
                  </a:lnTo>
                  <a:lnTo>
                    <a:pt x="989874" y="622300"/>
                  </a:lnTo>
                  <a:lnTo>
                    <a:pt x="989003" y="673100"/>
                  </a:lnTo>
                  <a:lnTo>
                    <a:pt x="988492" y="698500"/>
                  </a:lnTo>
                  <a:lnTo>
                    <a:pt x="987767" y="736600"/>
                  </a:lnTo>
                  <a:lnTo>
                    <a:pt x="985921" y="774700"/>
                  </a:lnTo>
                  <a:lnTo>
                    <a:pt x="981914" y="825500"/>
                  </a:lnTo>
                  <a:lnTo>
                    <a:pt x="976049" y="876300"/>
                  </a:lnTo>
                  <a:lnTo>
                    <a:pt x="967926" y="914400"/>
                  </a:lnTo>
                  <a:lnTo>
                    <a:pt x="962965" y="939800"/>
                  </a:lnTo>
                  <a:lnTo>
                    <a:pt x="958462" y="952500"/>
                  </a:lnTo>
                  <a:lnTo>
                    <a:pt x="953385" y="965200"/>
                  </a:lnTo>
                  <a:lnTo>
                    <a:pt x="947753" y="977900"/>
                  </a:lnTo>
                  <a:lnTo>
                    <a:pt x="941583" y="990600"/>
                  </a:lnTo>
                  <a:lnTo>
                    <a:pt x="4382572" y="990600"/>
                  </a:lnTo>
                  <a:lnTo>
                    <a:pt x="4404845" y="965200"/>
                  </a:lnTo>
                  <a:lnTo>
                    <a:pt x="4447544" y="927100"/>
                  </a:lnTo>
                  <a:lnTo>
                    <a:pt x="4488086" y="889000"/>
                  </a:lnTo>
                  <a:lnTo>
                    <a:pt x="4526158" y="850900"/>
                  </a:lnTo>
                  <a:lnTo>
                    <a:pt x="4561450" y="812800"/>
                  </a:lnTo>
                  <a:lnTo>
                    <a:pt x="4593649" y="787400"/>
                  </a:lnTo>
                  <a:lnTo>
                    <a:pt x="4622445" y="762000"/>
                  </a:lnTo>
                  <a:lnTo>
                    <a:pt x="4647526" y="736600"/>
                  </a:lnTo>
                  <a:lnTo>
                    <a:pt x="4668580" y="711200"/>
                  </a:lnTo>
                  <a:lnTo>
                    <a:pt x="4705123" y="660400"/>
                  </a:lnTo>
                  <a:lnTo>
                    <a:pt x="1936768" y="660400"/>
                  </a:lnTo>
                  <a:lnTo>
                    <a:pt x="1925777" y="622300"/>
                  </a:lnTo>
                  <a:lnTo>
                    <a:pt x="1912812" y="596900"/>
                  </a:lnTo>
                  <a:lnTo>
                    <a:pt x="1897870" y="571500"/>
                  </a:lnTo>
                  <a:lnTo>
                    <a:pt x="1880947" y="546100"/>
                  </a:lnTo>
                  <a:lnTo>
                    <a:pt x="1848859" y="520700"/>
                  </a:lnTo>
                  <a:lnTo>
                    <a:pt x="1506236" y="520700"/>
                  </a:lnTo>
                  <a:lnTo>
                    <a:pt x="1503273" y="508000"/>
                  </a:lnTo>
                  <a:lnTo>
                    <a:pt x="1496886" y="508000"/>
                  </a:lnTo>
                  <a:lnTo>
                    <a:pt x="1471942" y="495300"/>
                  </a:lnTo>
                  <a:lnTo>
                    <a:pt x="1249783" y="495300"/>
                  </a:lnTo>
                  <a:lnTo>
                    <a:pt x="1239289" y="482600"/>
                  </a:lnTo>
                  <a:lnTo>
                    <a:pt x="1228058" y="482600"/>
                  </a:lnTo>
                  <a:lnTo>
                    <a:pt x="1216098" y="469900"/>
                  </a:lnTo>
                  <a:close/>
                </a:path>
                <a:path w="4710430" h="1854200">
                  <a:moveTo>
                    <a:pt x="476387" y="279400"/>
                  </a:moveTo>
                  <a:lnTo>
                    <a:pt x="345862" y="279400"/>
                  </a:lnTo>
                  <a:lnTo>
                    <a:pt x="313209" y="292100"/>
                  </a:lnTo>
                  <a:lnTo>
                    <a:pt x="280630" y="292100"/>
                  </a:lnTo>
                  <a:lnTo>
                    <a:pt x="214505" y="317500"/>
                  </a:lnTo>
                  <a:lnTo>
                    <a:pt x="155440" y="355600"/>
                  </a:lnTo>
                  <a:lnTo>
                    <a:pt x="103871" y="406400"/>
                  </a:lnTo>
                  <a:lnTo>
                    <a:pt x="62919" y="457200"/>
                  </a:lnTo>
                  <a:lnTo>
                    <a:pt x="46959" y="495300"/>
                  </a:lnTo>
                  <a:lnTo>
                    <a:pt x="35570" y="533400"/>
                  </a:lnTo>
                  <a:lnTo>
                    <a:pt x="28786" y="584200"/>
                  </a:lnTo>
                  <a:lnTo>
                    <a:pt x="26637" y="622300"/>
                  </a:lnTo>
                  <a:lnTo>
                    <a:pt x="28662" y="660400"/>
                  </a:lnTo>
                  <a:lnTo>
                    <a:pt x="34389" y="698500"/>
                  </a:lnTo>
                  <a:lnTo>
                    <a:pt x="43795" y="736600"/>
                  </a:lnTo>
                  <a:lnTo>
                    <a:pt x="72326" y="787400"/>
                  </a:lnTo>
                  <a:lnTo>
                    <a:pt x="109431" y="838200"/>
                  </a:lnTo>
                  <a:lnTo>
                    <a:pt x="130938" y="863600"/>
                  </a:lnTo>
                  <a:lnTo>
                    <a:pt x="145992" y="863600"/>
                  </a:lnTo>
                  <a:lnTo>
                    <a:pt x="153705" y="876300"/>
                  </a:lnTo>
                  <a:lnTo>
                    <a:pt x="925769" y="876300"/>
                  </a:lnTo>
                  <a:lnTo>
                    <a:pt x="926127" y="863600"/>
                  </a:lnTo>
                  <a:lnTo>
                    <a:pt x="930488" y="723900"/>
                  </a:lnTo>
                  <a:lnTo>
                    <a:pt x="932236" y="673100"/>
                  </a:lnTo>
                  <a:lnTo>
                    <a:pt x="933076" y="635000"/>
                  </a:lnTo>
                  <a:lnTo>
                    <a:pt x="933144" y="622300"/>
                  </a:lnTo>
                  <a:lnTo>
                    <a:pt x="932038" y="609600"/>
                  </a:lnTo>
                  <a:lnTo>
                    <a:pt x="929967" y="596900"/>
                  </a:lnTo>
                  <a:lnTo>
                    <a:pt x="926940" y="571500"/>
                  </a:lnTo>
                  <a:lnTo>
                    <a:pt x="907540" y="533400"/>
                  </a:lnTo>
                  <a:lnTo>
                    <a:pt x="870577" y="495300"/>
                  </a:lnTo>
                  <a:lnTo>
                    <a:pt x="855142" y="482600"/>
                  </a:lnTo>
                  <a:lnTo>
                    <a:pt x="838084" y="482600"/>
                  </a:lnTo>
                  <a:lnTo>
                    <a:pt x="819451" y="469900"/>
                  </a:lnTo>
                  <a:lnTo>
                    <a:pt x="690931" y="469900"/>
                  </a:lnTo>
                  <a:lnTo>
                    <a:pt x="680986" y="431800"/>
                  </a:lnTo>
                  <a:lnTo>
                    <a:pt x="665737" y="393700"/>
                  </a:lnTo>
                  <a:lnTo>
                    <a:pt x="645295" y="368300"/>
                  </a:lnTo>
                  <a:lnTo>
                    <a:pt x="619771" y="342900"/>
                  </a:lnTo>
                  <a:lnTo>
                    <a:pt x="579860" y="317500"/>
                  </a:lnTo>
                  <a:lnTo>
                    <a:pt x="532006" y="292100"/>
                  </a:lnTo>
                  <a:lnTo>
                    <a:pt x="476387" y="279400"/>
                  </a:lnTo>
                  <a:close/>
                </a:path>
                <a:path w="4710430" h="1854200">
                  <a:moveTo>
                    <a:pt x="4104011" y="0"/>
                  </a:moveTo>
                  <a:lnTo>
                    <a:pt x="4052651" y="0"/>
                  </a:lnTo>
                  <a:lnTo>
                    <a:pt x="2721990" y="88900"/>
                  </a:lnTo>
                  <a:lnTo>
                    <a:pt x="2687639" y="88900"/>
                  </a:lnTo>
                  <a:lnTo>
                    <a:pt x="2661274" y="101600"/>
                  </a:lnTo>
                  <a:lnTo>
                    <a:pt x="2644373" y="114300"/>
                  </a:lnTo>
                  <a:lnTo>
                    <a:pt x="2638411" y="127000"/>
                  </a:lnTo>
                  <a:lnTo>
                    <a:pt x="2271847" y="469900"/>
                  </a:lnTo>
                  <a:lnTo>
                    <a:pt x="2189043" y="469900"/>
                  </a:lnTo>
                  <a:lnTo>
                    <a:pt x="2151837" y="482600"/>
                  </a:lnTo>
                  <a:lnTo>
                    <a:pt x="2086119" y="508000"/>
                  </a:lnTo>
                  <a:lnTo>
                    <a:pt x="2030038" y="546100"/>
                  </a:lnTo>
                  <a:lnTo>
                    <a:pt x="2005656" y="571500"/>
                  </a:lnTo>
                  <a:lnTo>
                    <a:pt x="1985630" y="584200"/>
                  </a:lnTo>
                  <a:lnTo>
                    <a:pt x="1967450" y="609600"/>
                  </a:lnTo>
                  <a:lnTo>
                    <a:pt x="1951151" y="635000"/>
                  </a:lnTo>
                  <a:lnTo>
                    <a:pt x="1936768" y="660400"/>
                  </a:lnTo>
                  <a:lnTo>
                    <a:pt x="4705123" y="660400"/>
                  </a:lnTo>
                  <a:lnTo>
                    <a:pt x="4710086" y="609600"/>
                  </a:lnTo>
                  <a:lnTo>
                    <a:pt x="4695511" y="571500"/>
                  </a:lnTo>
                  <a:lnTo>
                    <a:pt x="4673438" y="546100"/>
                  </a:lnTo>
                  <a:lnTo>
                    <a:pt x="4663552" y="533400"/>
                  </a:lnTo>
                  <a:lnTo>
                    <a:pt x="4644856" y="520700"/>
                  </a:lnTo>
                  <a:lnTo>
                    <a:pt x="4618553" y="495300"/>
                  </a:lnTo>
                  <a:lnTo>
                    <a:pt x="4585846" y="457200"/>
                  </a:lnTo>
                  <a:lnTo>
                    <a:pt x="4547938" y="419100"/>
                  </a:lnTo>
                  <a:lnTo>
                    <a:pt x="4506032" y="381000"/>
                  </a:lnTo>
                  <a:lnTo>
                    <a:pt x="4461332" y="330200"/>
                  </a:lnTo>
                  <a:lnTo>
                    <a:pt x="4415041" y="292100"/>
                  </a:lnTo>
                  <a:lnTo>
                    <a:pt x="4368361" y="241300"/>
                  </a:lnTo>
                  <a:lnTo>
                    <a:pt x="4278648" y="152400"/>
                  </a:lnTo>
                  <a:lnTo>
                    <a:pt x="4171244" y="38100"/>
                  </a:lnTo>
                  <a:lnTo>
                    <a:pt x="4150755" y="25400"/>
                  </a:lnTo>
                  <a:lnTo>
                    <a:pt x="4104011" y="0"/>
                  </a:lnTo>
                  <a:close/>
                </a:path>
                <a:path w="4710430" h="1854200">
                  <a:moveTo>
                    <a:pt x="1725167" y="469900"/>
                  </a:moveTo>
                  <a:lnTo>
                    <a:pt x="1621657" y="469900"/>
                  </a:lnTo>
                  <a:lnTo>
                    <a:pt x="1585894" y="482600"/>
                  </a:lnTo>
                  <a:lnTo>
                    <a:pt x="1553091" y="495300"/>
                  </a:lnTo>
                  <a:lnTo>
                    <a:pt x="1523367" y="508000"/>
                  </a:lnTo>
                  <a:lnTo>
                    <a:pt x="1511765" y="508000"/>
                  </a:lnTo>
                  <a:lnTo>
                    <a:pt x="1506236" y="520700"/>
                  </a:lnTo>
                  <a:lnTo>
                    <a:pt x="1848859" y="520700"/>
                  </a:lnTo>
                  <a:lnTo>
                    <a:pt x="1812138" y="495300"/>
                  </a:lnTo>
                  <a:lnTo>
                    <a:pt x="1770877" y="482600"/>
                  </a:lnTo>
                  <a:lnTo>
                    <a:pt x="1725167" y="469900"/>
                  </a:lnTo>
                  <a:close/>
                </a:path>
                <a:path w="4710430" h="1854200">
                  <a:moveTo>
                    <a:pt x="1409125" y="469900"/>
                  </a:moveTo>
                  <a:lnTo>
                    <a:pt x="1285100" y="469900"/>
                  </a:lnTo>
                  <a:lnTo>
                    <a:pt x="1267159" y="482600"/>
                  </a:lnTo>
                  <a:lnTo>
                    <a:pt x="1249783" y="495300"/>
                  </a:lnTo>
                  <a:lnTo>
                    <a:pt x="1471942" y="495300"/>
                  </a:lnTo>
                  <a:lnTo>
                    <a:pt x="1442653" y="482600"/>
                  </a:lnTo>
                  <a:lnTo>
                    <a:pt x="1409125" y="4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675847" y="9046691"/>
              <a:ext cx="2308225" cy="1785620"/>
            </a:xfrm>
            <a:custGeom>
              <a:avLst/>
              <a:gdLst/>
              <a:ahLst/>
              <a:cxnLst/>
              <a:rect l="l" t="t" r="r" b="b"/>
              <a:pathLst>
                <a:path w="2308225" h="1785620">
                  <a:moveTo>
                    <a:pt x="415704" y="1205827"/>
                  </a:moveTo>
                  <a:lnTo>
                    <a:pt x="389925" y="1226172"/>
                  </a:lnTo>
                  <a:lnTo>
                    <a:pt x="1019923" y="1752364"/>
                  </a:lnTo>
                  <a:lnTo>
                    <a:pt x="1025675" y="1757391"/>
                  </a:lnTo>
                  <a:lnTo>
                    <a:pt x="1067442" y="1781498"/>
                  </a:lnTo>
                  <a:lnTo>
                    <a:pt x="1114276" y="1785047"/>
                  </a:lnTo>
                  <a:lnTo>
                    <a:pt x="1156988" y="1772007"/>
                  </a:lnTo>
                  <a:lnTo>
                    <a:pt x="1186393" y="1746344"/>
                  </a:lnTo>
                  <a:lnTo>
                    <a:pt x="1192784" y="1739301"/>
                  </a:lnTo>
                  <a:lnTo>
                    <a:pt x="1204302" y="1727290"/>
                  </a:lnTo>
                  <a:lnTo>
                    <a:pt x="1210569" y="1720891"/>
                  </a:lnTo>
                  <a:lnTo>
                    <a:pt x="1089096" y="1720891"/>
                  </a:lnTo>
                  <a:lnTo>
                    <a:pt x="1040236" y="1713010"/>
                  </a:lnTo>
                  <a:lnTo>
                    <a:pt x="998189" y="1688440"/>
                  </a:lnTo>
                  <a:lnTo>
                    <a:pt x="989163" y="1680821"/>
                  </a:lnTo>
                  <a:lnTo>
                    <a:pt x="415704" y="1205827"/>
                  </a:lnTo>
                  <a:close/>
                </a:path>
                <a:path w="2308225" h="1785620">
                  <a:moveTo>
                    <a:pt x="1792416" y="41914"/>
                  </a:moveTo>
                  <a:lnTo>
                    <a:pt x="1673657" y="41914"/>
                  </a:lnTo>
                  <a:lnTo>
                    <a:pt x="1699363" y="44070"/>
                  </a:lnTo>
                  <a:lnTo>
                    <a:pt x="1718505" y="56968"/>
                  </a:lnTo>
                  <a:lnTo>
                    <a:pt x="1741433" y="84081"/>
                  </a:lnTo>
                  <a:lnTo>
                    <a:pt x="2177746" y="505175"/>
                  </a:lnTo>
                  <a:lnTo>
                    <a:pt x="2197369" y="523597"/>
                  </a:lnTo>
                  <a:lnTo>
                    <a:pt x="2207608" y="532811"/>
                  </a:lnTo>
                  <a:lnTo>
                    <a:pt x="2228075" y="557314"/>
                  </a:lnTo>
                  <a:lnTo>
                    <a:pt x="2241499" y="594307"/>
                  </a:lnTo>
                  <a:lnTo>
                    <a:pt x="2236722" y="638148"/>
                  </a:lnTo>
                  <a:lnTo>
                    <a:pt x="2236677" y="638559"/>
                  </a:lnTo>
                  <a:lnTo>
                    <a:pt x="2202404" y="684837"/>
                  </a:lnTo>
                  <a:lnTo>
                    <a:pt x="2183045" y="702795"/>
                  </a:lnTo>
                  <a:lnTo>
                    <a:pt x="2104560" y="776840"/>
                  </a:lnTo>
                  <a:lnTo>
                    <a:pt x="1837502" y="1033064"/>
                  </a:lnTo>
                  <a:lnTo>
                    <a:pt x="1212875" y="1641757"/>
                  </a:lnTo>
                  <a:lnTo>
                    <a:pt x="1179050" y="1675689"/>
                  </a:lnTo>
                  <a:lnTo>
                    <a:pt x="1164163" y="1691278"/>
                  </a:lnTo>
                  <a:lnTo>
                    <a:pt x="1133996" y="1713256"/>
                  </a:lnTo>
                  <a:lnTo>
                    <a:pt x="1089096" y="1720891"/>
                  </a:lnTo>
                  <a:lnTo>
                    <a:pt x="1210569" y="1720891"/>
                  </a:lnTo>
                  <a:lnTo>
                    <a:pt x="1220617" y="1710634"/>
                  </a:lnTo>
                  <a:lnTo>
                    <a:pt x="2045586" y="898964"/>
                  </a:lnTo>
                  <a:lnTo>
                    <a:pt x="2246422" y="704212"/>
                  </a:lnTo>
                  <a:lnTo>
                    <a:pt x="2267396" y="684104"/>
                  </a:lnTo>
                  <a:lnTo>
                    <a:pt x="2301235" y="638148"/>
                  </a:lnTo>
                  <a:lnTo>
                    <a:pt x="2307979" y="594307"/>
                  </a:lnTo>
                  <a:lnTo>
                    <a:pt x="2308080" y="593653"/>
                  </a:lnTo>
                  <a:lnTo>
                    <a:pt x="2297268" y="555168"/>
                  </a:lnTo>
                  <a:lnTo>
                    <a:pt x="2278140" y="527240"/>
                  </a:lnTo>
                  <a:lnTo>
                    <a:pt x="2276119" y="525125"/>
                  </a:lnTo>
                  <a:lnTo>
                    <a:pt x="2274182" y="523282"/>
                  </a:lnTo>
                  <a:lnTo>
                    <a:pt x="2272307" y="521690"/>
                  </a:lnTo>
                  <a:lnTo>
                    <a:pt x="2261741" y="511811"/>
                  </a:lnTo>
                  <a:lnTo>
                    <a:pt x="2241488" y="492061"/>
                  </a:lnTo>
                  <a:lnTo>
                    <a:pt x="1792416" y="41914"/>
                  </a:lnTo>
                  <a:close/>
                </a:path>
                <a:path w="2308225" h="1785620">
                  <a:moveTo>
                    <a:pt x="1702496" y="0"/>
                  </a:moveTo>
                  <a:lnTo>
                    <a:pt x="1684702" y="0"/>
                  </a:lnTo>
                  <a:lnTo>
                    <a:pt x="1679268" y="397"/>
                  </a:lnTo>
                  <a:lnTo>
                    <a:pt x="1677404" y="649"/>
                  </a:lnTo>
                  <a:lnTo>
                    <a:pt x="400427" y="83180"/>
                  </a:lnTo>
                  <a:lnTo>
                    <a:pt x="342133" y="100618"/>
                  </a:lnTo>
                  <a:lnTo>
                    <a:pt x="0" y="434761"/>
                  </a:lnTo>
                  <a:lnTo>
                    <a:pt x="7319" y="435756"/>
                  </a:lnTo>
                  <a:lnTo>
                    <a:pt x="14449" y="436939"/>
                  </a:lnTo>
                  <a:lnTo>
                    <a:pt x="21371" y="438321"/>
                  </a:lnTo>
                  <a:lnTo>
                    <a:pt x="312199" y="158937"/>
                  </a:lnTo>
                  <a:lnTo>
                    <a:pt x="330847" y="142944"/>
                  </a:lnTo>
                  <a:lnTo>
                    <a:pt x="345193" y="134417"/>
                  </a:lnTo>
                  <a:lnTo>
                    <a:pt x="362555" y="130480"/>
                  </a:lnTo>
                  <a:lnTo>
                    <a:pt x="390249" y="128257"/>
                  </a:lnTo>
                  <a:lnTo>
                    <a:pt x="1631039" y="47024"/>
                  </a:lnTo>
                  <a:lnTo>
                    <a:pt x="1673657" y="41914"/>
                  </a:lnTo>
                  <a:lnTo>
                    <a:pt x="1792416" y="41914"/>
                  </a:lnTo>
                  <a:lnTo>
                    <a:pt x="1791139" y="40627"/>
                  </a:lnTo>
                  <a:lnTo>
                    <a:pt x="1770320" y="20888"/>
                  </a:lnTo>
                  <a:lnTo>
                    <a:pt x="1746745" y="8679"/>
                  </a:lnTo>
                  <a:lnTo>
                    <a:pt x="1723064" y="2270"/>
                  </a:lnTo>
                  <a:lnTo>
                    <a:pt x="1702496" y="0"/>
                  </a:lnTo>
                  <a:close/>
                </a:path>
              </a:pathLst>
            </a:custGeom>
            <a:solidFill>
              <a:srgbClr val="EE0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554121" y="9539509"/>
              <a:ext cx="1543685" cy="648335"/>
            </a:xfrm>
            <a:custGeom>
              <a:avLst/>
              <a:gdLst/>
              <a:ahLst/>
              <a:cxnLst/>
              <a:rect l="l" t="t" r="r" b="b"/>
              <a:pathLst>
                <a:path w="1543684" h="648334">
                  <a:moveTo>
                    <a:pt x="25" y="0"/>
                  </a:moveTo>
                  <a:close/>
                </a:path>
                <a:path w="1543684" h="648334">
                  <a:moveTo>
                    <a:pt x="1305636" y="5588"/>
                  </a:moveTo>
                  <a:close/>
                </a:path>
                <a:path w="1543684" h="648334">
                  <a:moveTo>
                    <a:pt x="1543608" y="647827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678469" y="9424896"/>
              <a:ext cx="276860" cy="68580"/>
            </a:xfrm>
            <a:custGeom>
              <a:avLst/>
              <a:gdLst/>
              <a:ahLst/>
              <a:cxnLst/>
              <a:rect l="l" t="t" r="r" b="b"/>
              <a:pathLst>
                <a:path w="276859" h="68579">
                  <a:moveTo>
                    <a:pt x="181419" y="0"/>
                  </a:moveTo>
                  <a:lnTo>
                    <a:pt x="169218" y="77"/>
                  </a:lnTo>
                  <a:lnTo>
                    <a:pt x="156913" y="753"/>
                  </a:lnTo>
                  <a:lnTo>
                    <a:pt x="144623" y="1945"/>
                  </a:lnTo>
                  <a:lnTo>
                    <a:pt x="0" y="19044"/>
                  </a:lnTo>
                  <a:lnTo>
                    <a:pt x="14418" y="55650"/>
                  </a:lnTo>
                  <a:lnTo>
                    <a:pt x="159021" y="38593"/>
                  </a:lnTo>
                  <a:lnTo>
                    <a:pt x="171316" y="37377"/>
                  </a:lnTo>
                  <a:lnTo>
                    <a:pt x="183623" y="36687"/>
                  </a:lnTo>
                  <a:lnTo>
                    <a:pt x="195831" y="36602"/>
                  </a:lnTo>
                  <a:lnTo>
                    <a:pt x="207826" y="37200"/>
                  </a:lnTo>
                  <a:lnTo>
                    <a:pt x="228232" y="40236"/>
                  </a:lnTo>
                  <a:lnTo>
                    <a:pt x="246870" y="46193"/>
                  </a:lnTo>
                  <a:lnTo>
                    <a:pt x="263104" y="55478"/>
                  </a:lnTo>
                  <a:lnTo>
                    <a:pt x="276295" y="68498"/>
                  </a:lnTo>
                  <a:lnTo>
                    <a:pt x="275237" y="60351"/>
                  </a:lnTo>
                  <a:lnTo>
                    <a:pt x="255719" y="24593"/>
                  </a:lnTo>
                  <a:lnTo>
                    <a:pt x="214558" y="3746"/>
                  </a:lnTo>
                  <a:lnTo>
                    <a:pt x="193397" y="604"/>
                  </a:lnTo>
                  <a:lnTo>
                    <a:pt x="181419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666431" y="9443936"/>
              <a:ext cx="26670" cy="224154"/>
            </a:xfrm>
            <a:custGeom>
              <a:avLst/>
              <a:gdLst/>
              <a:ahLst/>
              <a:cxnLst/>
              <a:rect l="l" t="t" r="r" b="b"/>
              <a:pathLst>
                <a:path w="26669" h="224154">
                  <a:moveTo>
                    <a:pt x="12041" y="0"/>
                  </a:moveTo>
                  <a:lnTo>
                    <a:pt x="0" y="224118"/>
                  </a:lnTo>
                  <a:lnTo>
                    <a:pt x="16460" y="222223"/>
                  </a:lnTo>
                  <a:lnTo>
                    <a:pt x="26459" y="36606"/>
                  </a:lnTo>
                  <a:lnTo>
                    <a:pt x="12041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56468" y="9365913"/>
              <a:ext cx="570865" cy="541020"/>
            </a:xfrm>
            <a:custGeom>
              <a:avLst/>
              <a:gdLst/>
              <a:ahLst/>
              <a:cxnLst/>
              <a:rect l="l" t="t" r="r" b="b"/>
              <a:pathLst>
                <a:path w="570865" h="541020">
                  <a:moveTo>
                    <a:pt x="312191" y="540499"/>
                  </a:moveTo>
                  <a:lnTo>
                    <a:pt x="297840" y="503440"/>
                  </a:lnTo>
                  <a:lnTo>
                    <a:pt x="268122" y="478726"/>
                  </a:lnTo>
                  <a:lnTo>
                    <a:pt x="227825" y="467194"/>
                  </a:lnTo>
                  <a:lnTo>
                    <a:pt x="207073" y="465683"/>
                  </a:lnTo>
                  <a:lnTo>
                    <a:pt x="194589" y="465721"/>
                  </a:lnTo>
                  <a:lnTo>
                    <a:pt x="182003" y="466369"/>
                  </a:lnTo>
                  <a:lnTo>
                    <a:pt x="169430" y="467563"/>
                  </a:lnTo>
                  <a:lnTo>
                    <a:pt x="0" y="486968"/>
                  </a:lnTo>
                  <a:lnTo>
                    <a:pt x="14389" y="523570"/>
                  </a:lnTo>
                  <a:lnTo>
                    <a:pt x="183845" y="504177"/>
                  </a:lnTo>
                  <a:lnTo>
                    <a:pt x="196405" y="502970"/>
                  </a:lnTo>
                  <a:lnTo>
                    <a:pt x="208978" y="502323"/>
                  </a:lnTo>
                  <a:lnTo>
                    <a:pt x="221462" y="502285"/>
                  </a:lnTo>
                  <a:lnTo>
                    <a:pt x="233756" y="502920"/>
                  </a:lnTo>
                  <a:lnTo>
                    <a:pt x="257263" y="506514"/>
                  </a:lnTo>
                  <a:lnTo>
                    <a:pt x="278714" y="513638"/>
                  </a:lnTo>
                  <a:lnTo>
                    <a:pt x="297281" y="524802"/>
                  </a:lnTo>
                  <a:lnTo>
                    <a:pt x="312191" y="540499"/>
                  </a:lnTo>
                  <a:close/>
                </a:path>
                <a:path w="570865" h="541020">
                  <a:moveTo>
                    <a:pt x="570407" y="139954"/>
                  </a:moveTo>
                  <a:lnTo>
                    <a:pt x="565797" y="84632"/>
                  </a:lnTo>
                  <a:lnTo>
                    <a:pt x="554355" y="41122"/>
                  </a:lnTo>
                  <a:lnTo>
                    <a:pt x="538670" y="0"/>
                  </a:lnTo>
                  <a:lnTo>
                    <a:pt x="538873" y="952"/>
                  </a:lnTo>
                  <a:lnTo>
                    <a:pt x="539216" y="1905"/>
                  </a:lnTo>
                  <a:lnTo>
                    <a:pt x="540829" y="6134"/>
                  </a:lnTo>
                  <a:lnTo>
                    <a:pt x="542175" y="10642"/>
                  </a:lnTo>
                  <a:lnTo>
                    <a:pt x="544626" y="18656"/>
                  </a:lnTo>
                  <a:lnTo>
                    <a:pt x="545795" y="22123"/>
                  </a:lnTo>
                  <a:lnTo>
                    <a:pt x="547814" y="30035"/>
                  </a:lnTo>
                  <a:lnTo>
                    <a:pt x="548665" y="34645"/>
                  </a:lnTo>
                  <a:lnTo>
                    <a:pt x="550329" y="43091"/>
                  </a:lnTo>
                  <a:lnTo>
                    <a:pt x="551180" y="46901"/>
                  </a:lnTo>
                  <a:lnTo>
                    <a:pt x="551751" y="50800"/>
                  </a:lnTo>
                  <a:lnTo>
                    <a:pt x="552462" y="55270"/>
                  </a:lnTo>
                  <a:lnTo>
                    <a:pt x="553872" y="69075"/>
                  </a:lnTo>
                  <a:lnTo>
                    <a:pt x="554342" y="73406"/>
                  </a:lnTo>
                  <a:lnTo>
                    <a:pt x="554901" y="81876"/>
                  </a:lnTo>
                  <a:lnTo>
                    <a:pt x="555218" y="90360"/>
                  </a:lnTo>
                  <a:lnTo>
                    <a:pt x="555294" y="93052"/>
                  </a:lnTo>
                  <a:lnTo>
                    <a:pt x="555536" y="95732"/>
                  </a:lnTo>
                  <a:lnTo>
                    <a:pt x="554863" y="139954"/>
                  </a:lnTo>
                  <a:lnTo>
                    <a:pt x="552881" y="163220"/>
                  </a:lnTo>
                  <a:lnTo>
                    <a:pt x="552818" y="163766"/>
                  </a:lnTo>
                  <a:lnTo>
                    <a:pt x="540118" y="216230"/>
                  </a:lnTo>
                  <a:lnTo>
                    <a:pt x="516636" y="261251"/>
                  </a:lnTo>
                  <a:lnTo>
                    <a:pt x="483831" y="299415"/>
                  </a:lnTo>
                  <a:lnTo>
                    <a:pt x="443230" y="331190"/>
                  </a:lnTo>
                  <a:lnTo>
                    <a:pt x="429348" y="339801"/>
                  </a:lnTo>
                  <a:lnTo>
                    <a:pt x="440601" y="343255"/>
                  </a:lnTo>
                  <a:lnTo>
                    <a:pt x="451789" y="347091"/>
                  </a:lnTo>
                  <a:lnTo>
                    <a:pt x="462889" y="351345"/>
                  </a:lnTo>
                  <a:lnTo>
                    <a:pt x="473849" y="356057"/>
                  </a:lnTo>
                  <a:lnTo>
                    <a:pt x="489369" y="343585"/>
                  </a:lnTo>
                  <a:lnTo>
                    <a:pt x="517461" y="315493"/>
                  </a:lnTo>
                  <a:lnTo>
                    <a:pt x="544271" y="275767"/>
                  </a:lnTo>
                  <a:lnTo>
                    <a:pt x="563346" y="223240"/>
                  </a:lnTo>
                  <a:lnTo>
                    <a:pt x="569887" y="167932"/>
                  </a:lnTo>
                  <a:lnTo>
                    <a:pt x="570407" y="140169"/>
                  </a:lnTo>
                  <a:lnTo>
                    <a:pt x="570407" y="13995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641349" y="9852879"/>
              <a:ext cx="29845" cy="260350"/>
            </a:xfrm>
            <a:custGeom>
              <a:avLst/>
              <a:gdLst/>
              <a:ahLst/>
              <a:cxnLst/>
              <a:rect l="l" t="t" r="r" b="b"/>
              <a:pathLst>
                <a:path w="29844" h="260350">
                  <a:moveTo>
                    <a:pt x="15119" y="0"/>
                  </a:moveTo>
                  <a:lnTo>
                    <a:pt x="0" y="260159"/>
                  </a:lnTo>
                  <a:lnTo>
                    <a:pt x="16575" y="258986"/>
                  </a:lnTo>
                  <a:lnTo>
                    <a:pt x="29506" y="36595"/>
                  </a:lnTo>
                  <a:lnTo>
                    <a:pt x="15119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896340" y="9429476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69" h="634">
                  <a:moveTo>
                    <a:pt x="0" y="0"/>
                  </a:moveTo>
                  <a:lnTo>
                    <a:pt x="513" y="125"/>
                  </a:lnTo>
                  <a:lnTo>
                    <a:pt x="764" y="178"/>
                  </a:lnTo>
                  <a:lnTo>
                    <a:pt x="251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3247" y="9426864"/>
              <a:ext cx="13850" cy="278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7907299" y="9432980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1664" y="628"/>
                  </a:lnTo>
                  <a:lnTo>
                    <a:pt x="2492" y="963"/>
                  </a:lnTo>
                  <a:lnTo>
                    <a:pt x="827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7297" y="9432980"/>
              <a:ext cx="2492" cy="96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7951704" y="9367805"/>
              <a:ext cx="258445" cy="135890"/>
            </a:xfrm>
            <a:custGeom>
              <a:avLst/>
              <a:gdLst/>
              <a:ahLst/>
              <a:cxnLst/>
              <a:rect l="l" t="t" r="r" b="b"/>
              <a:pathLst>
                <a:path w="258444" h="135890">
                  <a:moveTo>
                    <a:pt x="9956" y="135610"/>
                  </a:moveTo>
                  <a:lnTo>
                    <a:pt x="0" y="110337"/>
                  </a:lnTo>
                  <a:lnTo>
                    <a:pt x="2006" y="117462"/>
                  </a:lnTo>
                  <a:lnTo>
                    <a:pt x="3060" y="125590"/>
                  </a:lnTo>
                  <a:lnTo>
                    <a:pt x="6705" y="130390"/>
                  </a:lnTo>
                  <a:lnTo>
                    <a:pt x="9956" y="135610"/>
                  </a:lnTo>
                  <a:close/>
                </a:path>
                <a:path w="258444" h="135890">
                  <a:moveTo>
                    <a:pt x="246837" y="8458"/>
                  </a:moveTo>
                  <a:lnTo>
                    <a:pt x="245643" y="4356"/>
                  </a:lnTo>
                  <a:lnTo>
                    <a:pt x="243979" y="0"/>
                  </a:lnTo>
                  <a:lnTo>
                    <a:pt x="245579" y="4241"/>
                  </a:lnTo>
                  <a:lnTo>
                    <a:pt x="246837" y="8458"/>
                  </a:lnTo>
                  <a:close/>
                </a:path>
                <a:path w="258444" h="135890">
                  <a:moveTo>
                    <a:pt x="257225" y="53517"/>
                  </a:moveTo>
                  <a:lnTo>
                    <a:pt x="257213" y="53390"/>
                  </a:lnTo>
                  <a:lnTo>
                    <a:pt x="256514" y="48907"/>
                  </a:lnTo>
                  <a:lnTo>
                    <a:pt x="257225" y="53517"/>
                  </a:lnTo>
                  <a:close/>
                </a:path>
                <a:path w="258444" h="135890">
                  <a:moveTo>
                    <a:pt x="258178" y="62839"/>
                  </a:moveTo>
                  <a:lnTo>
                    <a:pt x="257225" y="53517"/>
                  </a:lnTo>
                  <a:lnTo>
                    <a:pt x="257683" y="58178"/>
                  </a:lnTo>
                  <a:lnTo>
                    <a:pt x="258178" y="62839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85744" y="9529775"/>
              <a:ext cx="123523" cy="21253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085826" y="9698542"/>
              <a:ext cx="11664" cy="71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962767" y="9885114"/>
              <a:ext cx="12700" cy="31750"/>
            </a:xfrm>
            <a:custGeom>
              <a:avLst/>
              <a:gdLst/>
              <a:ahLst/>
              <a:cxnLst/>
              <a:rect l="l" t="t" r="r" b="b"/>
              <a:pathLst>
                <a:path w="12700" h="31750">
                  <a:moveTo>
                    <a:pt x="2425" y="5702"/>
                  </a:moveTo>
                  <a:lnTo>
                    <a:pt x="355" y="469"/>
                  </a:lnTo>
                  <a:lnTo>
                    <a:pt x="0" y="0"/>
                  </a:lnTo>
                  <a:lnTo>
                    <a:pt x="2425" y="5702"/>
                  </a:lnTo>
                  <a:close/>
                </a:path>
                <a:path w="12700" h="31750">
                  <a:moveTo>
                    <a:pt x="12573" y="31534"/>
                  </a:moveTo>
                  <a:lnTo>
                    <a:pt x="2552" y="6019"/>
                  </a:lnTo>
                  <a:lnTo>
                    <a:pt x="4610" y="13220"/>
                  </a:lnTo>
                  <a:lnTo>
                    <a:pt x="5892" y="21297"/>
                  </a:lnTo>
                  <a:lnTo>
                    <a:pt x="9398" y="26238"/>
                  </a:lnTo>
                  <a:lnTo>
                    <a:pt x="12573" y="3153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55369" y="9237079"/>
              <a:ext cx="1403148" cy="113382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390396" y="9355842"/>
              <a:ext cx="2438400" cy="1121410"/>
            </a:xfrm>
            <a:custGeom>
              <a:avLst/>
              <a:gdLst/>
              <a:ahLst/>
              <a:cxnLst/>
              <a:rect l="l" t="t" r="r" b="b"/>
              <a:pathLst>
                <a:path w="2438400" h="1121409">
                  <a:moveTo>
                    <a:pt x="565759" y="174256"/>
                  </a:moveTo>
                  <a:lnTo>
                    <a:pt x="552018" y="103619"/>
                  </a:lnTo>
                  <a:lnTo>
                    <a:pt x="511429" y="47866"/>
                  </a:lnTo>
                  <a:lnTo>
                    <a:pt x="443090" y="11747"/>
                  </a:lnTo>
                  <a:lnTo>
                    <a:pt x="398208" y="2819"/>
                  </a:lnTo>
                  <a:lnTo>
                    <a:pt x="346189" y="0"/>
                  </a:lnTo>
                  <a:lnTo>
                    <a:pt x="317754" y="1028"/>
                  </a:lnTo>
                  <a:lnTo>
                    <a:pt x="260692" y="8636"/>
                  </a:lnTo>
                  <a:lnTo>
                    <a:pt x="204139" y="23901"/>
                  </a:lnTo>
                  <a:lnTo>
                    <a:pt x="152768" y="48361"/>
                  </a:lnTo>
                  <a:lnTo>
                    <a:pt x="107645" y="82296"/>
                  </a:lnTo>
                  <a:lnTo>
                    <a:pt x="70535" y="125920"/>
                  </a:lnTo>
                  <a:lnTo>
                    <a:pt x="42532" y="179539"/>
                  </a:lnTo>
                  <a:lnTo>
                    <a:pt x="28295" y="244665"/>
                  </a:lnTo>
                  <a:lnTo>
                    <a:pt x="26631" y="281647"/>
                  </a:lnTo>
                  <a:lnTo>
                    <a:pt x="28155" y="314401"/>
                  </a:lnTo>
                  <a:lnTo>
                    <a:pt x="39611" y="370560"/>
                  </a:lnTo>
                  <a:lnTo>
                    <a:pt x="61595" y="414807"/>
                  </a:lnTo>
                  <a:lnTo>
                    <a:pt x="90131" y="450494"/>
                  </a:lnTo>
                  <a:lnTo>
                    <a:pt x="124155" y="478421"/>
                  </a:lnTo>
                  <a:lnTo>
                    <a:pt x="161213" y="500176"/>
                  </a:lnTo>
                  <a:lnTo>
                    <a:pt x="219087" y="524344"/>
                  </a:lnTo>
                  <a:lnTo>
                    <a:pt x="254800" y="539292"/>
                  </a:lnTo>
                  <a:lnTo>
                    <a:pt x="299707" y="562965"/>
                  </a:lnTo>
                  <a:lnTo>
                    <a:pt x="328650" y="592251"/>
                  </a:lnTo>
                  <a:lnTo>
                    <a:pt x="334378" y="618845"/>
                  </a:lnTo>
                  <a:lnTo>
                    <a:pt x="333933" y="626846"/>
                  </a:lnTo>
                  <a:lnTo>
                    <a:pt x="312661" y="662419"/>
                  </a:lnTo>
                  <a:lnTo>
                    <a:pt x="270383" y="677786"/>
                  </a:lnTo>
                  <a:lnTo>
                    <a:pt x="245884" y="679538"/>
                  </a:lnTo>
                  <a:lnTo>
                    <a:pt x="225793" y="678738"/>
                  </a:lnTo>
                  <a:lnTo>
                    <a:pt x="173062" y="665619"/>
                  </a:lnTo>
                  <a:lnTo>
                    <a:pt x="130263" y="642493"/>
                  </a:lnTo>
                  <a:lnTo>
                    <a:pt x="75793" y="602119"/>
                  </a:lnTo>
                  <a:lnTo>
                    <a:pt x="66700" y="595934"/>
                  </a:lnTo>
                  <a:lnTo>
                    <a:pt x="20891" y="596696"/>
                  </a:lnTo>
                  <a:lnTo>
                    <a:pt x="4622" y="642391"/>
                  </a:lnTo>
                  <a:lnTo>
                    <a:pt x="406" y="698601"/>
                  </a:lnTo>
                  <a:lnTo>
                    <a:pt x="0" y="734923"/>
                  </a:lnTo>
                  <a:lnTo>
                    <a:pt x="1358" y="744639"/>
                  </a:lnTo>
                  <a:lnTo>
                    <a:pt x="33134" y="788111"/>
                  </a:lnTo>
                  <a:lnTo>
                    <a:pt x="80175" y="819213"/>
                  </a:lnTo>
                  <a:lnTo>
                    <a:pt x="120764" y="836942"/>
                  </a:lnTo>
                  <a:lnTo>
                    <a:pt x="167855" y="851395"/>
                  </a:lnTo>
                  <a:lnTo>
                    <a:pt x="220395" y="860958"/>
                  </a:lnTo>
                  <a:lnTo>
                    <a:pt x="277355" y="864006"/>
                  </a:lnTo>
                  <a:lnTo>
                    <a:pt x="310591" y="862685"/>
                  </a:lnTo>
                  <a:lnTo>
                    <a:pt x="370598" y="852982"/>
                  </a:lnTo>
                  <a:lnTo>
                    <a:pt x="421957" y="834123"/>
                  </a:lnTo>
                  <a:lnTo>
                    <a:pt x="464451" y="807618"/>
                  </a:lnTo>
                  <a:lnTo>
                    <a:pt x="498119" y="773950"/>
                  </a:lnTo>
                  <a:lnTo>
                    <a:pt x="523392" y="734225"/>
                  </a:lnTo>
                  <a:lnTo>
                    <a:pt x="540334" y="688936"/>
                  </a:lnTo>
                  <a:lnTo>
                    <a:pt x="548728" y="640105"/>
                  </a:lnTo>
                  <a:lnTo>
                    <a:pt x="549706" y="614476"/>
                  </a:lnTo>
                  <a:lnTo>
                    <a:pt x="548068" y="582790"/>
                  </a:lnTo>
                  <a:lnTo>
                    <a:pt x="535724" y="528116"/>
                  </a:lnTo>
                  <a:lnTo>
                    <a:pt x="512038" y="484466"/>
                  </a:lnTo>
                  <a:lnTo>
                    <a:pt x="481431" y="448500"/>
                  </a:lnTo>
                  <a:lnTo>
                    <a:pt x="445020" y="419468"/>
                  </a:lnTo>
                  <a:lnTo>
                    <a:pt x="405003" y="396240"/>
                  </a:lnTo>
                  <a:lnTo>
                    <a:pt x="362546" y="378002"/>
                  </a:lnTo>
                  <a:lnTo>
                    <a:pt x="342138" y="369316"/>
                  </a:lnTo>
                  <a:lnTo>
                    <a:pt x="303771" y="352158"/>
                  </a:lnTo>
                  <a:lnTo>
                    <a:pt x="255625" y="324954"/>
                  </a:lnTo>
                  <a:lnTo>
                    <a:pt x="224409" y="292125"/>
                  </a:lnTo>
                  <a:lnTo>
                    <a:pt x="218236" y="263156"/>
                  </a:lnTo>
                  <a:lnTo>
                    <a:pt x="220014" y="245668"/>
                  </a:lnTo>
                  <a:lnTo>
                    <a:pt x="247573" y="203288"/>
                  </a:lnTo>
                  <a:lnTo>
                    <a:pt x="296519" y="181470"/>
                  </a:lnTo>
                  <a:lnTo>
                    <a:pt x="314934" y="179959"/>
                  </a:lnTo>
                  <a:lnTo>
                    <a:pt x="327799" y="180682"/>
                  </a:lnTo>
                  <a:lnTo>
                    <a:pt x="364769" y="198729"/>
                  </a:lnTo>
                  <a:lnTo>
                    <a:pt x="386016" y="240334"/>
                  </a:lnTo>
                  <a:lnTo>
                    <a:pt x="390956" y="283349"/>
                  </a:lnTo>
                  <a:lnTo>
                    <a:pt x="391121" y="298386"/>
                  </a:lnTo>
                  <a:lnTo>
                    <a:pt x="393103" y="304088"/>
                  </a:lnTo>
                  <a:lnTo>
                    <a:pt x="424307" y="310883"/>
                  </a:lnTo>
                  <a:lnTo>
                    <a:pt x="456603" y="308571"/>
                  </a:lnTo>
                  <a:lnTo>
                    <a:pt x="509181" y="290918"/>
                  </a:lnTo>
                  <a:lnTo>
                    <a:pt x="545426" y="256095"/>
                  </a:lnTo>
                  <a:lnTo>
                    <a:pt x="563575" y="205447"/>
                  </a:lnTo>
                  <a:lnTo>
                    <a:pt x="565759" y="174256"/>
                  </a:lnTo>
                  <a:close/>
                </a:path>
                <a:path w="2438400" h="1121409">
                  <a:moveTo>
                    <a:pt x="1185037" y="305968"/>
                  </a:moveTo>
                  <a:lnTo>
                    <a:pt x="1180630" y="259537"/>
                  </a:lnTo>
                  <a:lnTo>
                    <a:pt x="1164209" y="220230"/>
                  </a:lnTo>
                  <a:lnTo>
                    <a:pt x="1131265" y="196329"/>
                  </a:lnTo>
                  <a:lnTo>
                    <a:pt x="1093495" y="187731"/>
                  </a:lnTo>
                  <a:lnTo>
                    <a:pt x="1077658" y="186880"/>
                  </a:lnTo>
                  <a:lnTo>
                    <a:pt x="1060170" y="187071"/>
                  </a:lnTo>
                  <a:lnTo>
                    <a:pt x="1008926" y="189014"/>
                  </a:lnTo>
                  <a:lnTo>
                    <a:pt x="991476" y="234315"/>
                  </a:lnTo>
                  <a:lnTo>
                    <a:pt x="989291" y="311632"/>
                  </a:lnTo>
                  <a:lnTo>
                    <a:pt x="987958" y="389610"/>
                  </a:lnTo>
                  <a:lnTo>
                    <a:pt x="987120" y="416242"/>
                  </a:lnTo>
                  <a:lnTo>
                    <a:pt x="983957" y="469341"/>
                  </a:lnTo>
                  <a:lnTo>
                    <a:pt x="978712" y="521944"/>
                  </a:lnTo>
                  <a:lnTo>
                    <a:pt x="970965" y="571525"/>
                  </a:lnTo>
                  <a:lnTo>
                    <a:pt x="960361" y="615581"/>
                  </a:lnTo>
                  <a:lnTo>
                    <a:pt x="946099" y="653135"/>
                  </a:lnTo>
                  <a:lnTo>
                    <a:pt x="916266" y="694702"/>
                  </a:lnTo>
                  <a:lnTo>
                    <a:pt x="874585" y="710603"/>
                  </a:lnTo>
                  <a:lnTo>
                    <a:pt x="857199" y="709828"/>
                  </a:lnTo>
                  <a:lnTo>
                    <a:pt x="816356" y="689724"/>
                  </a:lnTo>
                  <a:lnTo>
                    <a:pt x="795261" y="645591"/>
                  </a:lnTo>
                  <a:lnTo>
                    <a:pt x="793229" y="626084"/>
                  </a:lnTo>
                  <a:lnTo>
                    <a:pt x="793661" y="603973"/>
                  </a:lnTo>
                  <a:lnTo>
                    <a:pt x="802805" y="306527"/>
                  </a:lnTo>
                  <a:lnTo>
                    <a:pt x="803186" y="282968"/>
                  </a:lnTo>
                  <a:lnTo>
                    <a:pt x="796277" y="241198"/>
                  </a:lnTo>
                  <a:lnTo>
                    <a:pt x="768502" y="204724"/>
                  </a:lnTo>
                  <a:lnTo>
                    <a:pt x="725398" y="189268"/>
                  </a:lnTo>
                  <a:lnTo>
                    <a:pt x="695109" y="186867"/>
                  </a:lnTo>
                  <a:lnTo>
                    <a:pt x="677595" y="187096"/>
                  </a:lnTo>
                  <a:lnTo>
                    <a:pt x="628700" y="188950"/>
                  </a:lnTo>
                  <a:lnTo>
                    <a:pt x="608037" y="226441"/>
                  </a:lnTo>
                  <a:lnTo>
                    <a:pt x="604875" y="291172"/>
                  </a:lnTo>
                  <a:lnTo>
                    <a:pt x="602716" y="350964"/>
                  </a:lnTo>
                  <a:lnTo>
                    <a:pt x="600760" y="439585"/>
                  </a:lnTo>
                  <a:lnTo>
                    <a:pt x="598398" y="515378"/>
                  </a:lnTo>
                  <a:lnTo>
                    <a:pt x="595541" y="621347"/>
                  </a:lnTo>
                  <a:lnTo>
                    <a:pt x="595083" y="669442"/>
                  </a:lnTo>
                  <a:lnTo>
                    <a:pt x="595414" y="689698"/>
                  </a:lnTo>
                  <a:lnTo>
                    <a:pt x="604088" y="740676"/>
                  </a:lnTo>
                  <a:lnTo>
                    <a:pt x="627329" y="788377"/>
                  </a:lnTo>
                  <a:lnTo>
                    <a:pt x="663054" y="826046"/>
                  </a:lnTo>
                  <a:lnTo>
                    <a:pt x="711009" y="852093"/>
                  </a:lnTo>
                  <a:lnTo>
                    <a:pt x="754697" y="861733"/>
                  </a:lnTo>
                  <a:lnTo>
                    <a:pt x="802830" y="863815"/>
                  </a:lnTo>
                  <a:lnTo>
                    <a:pt x="814717" y="863028"/>
                  </a:lnTo>
                  <a:lnTo>
                    <a:pt x="863320" y="853071"/>
                  </a:lnTo>
                  <a:lnTo>
                    <a:pt x="898906" y="837057"/>
                  </a:lnTo>
                  <a:lnTo>
                    <a:pt x="941222" y="806297"/>
                  </a:lnTo>
                  <a:lnTo>
                    <a:pt x="970800" y="771588"/>
                  </a:lnTo>
                  <a:lnTo>
                    <a:pt x="972045" y="780935"/>
                  </a:lnTo>
                  <a:lnTo>
                    <a:pt x="987907" y="824217"/>
                  </a:lnTo>
                  <a:lnTo>
                    <a:pt x="1017422" y="849160"/>
                  </a:lnTo>
                  <a:lnTo>
                    <a:pt x="1065022" y="863028"/>
                  </a:lnTo>
                  <a:lnTo>
                    <a:pt x="1080490" y="863993"/>
                  </a:lnTo>
                  <a:lnTo>
                    <a:pt x="1097457" y="863854"/>
                  </a:lnTo>
                  <a:lnTo>
                    <a:pt x="1154607" y="861695"/>
                  </a:lnTo>
                  <a:lnTo>
                    <a:pt x="1176299" y="565899"/>
                  </a:lnTo>
                  <a:lnTo>
                    <a:pt x="1182509" y="410997"/>
                  </a:lnTo>
                  <a:lnTo>
                    <a:pt x="1185037" y="318249"/>
                  </a:lnTo>
                  <a:lnTo>
                    <a:pt x="1185037" y="305968"/>
                  </a:lnTo>
                  <a:close/>
                </a:path>
                <a:path w="2438400" h="1121409">
                  <a:moveTo>
                    <a:pt x="1831441" y="513041"/>
                  </a:moveTo>
                  <a:lnTo>
                    <a:pt x="1831378" y="501954"/>
                  </a:lnTo>
                  <a:lnTo>
                    <a:pt x="1831289" y="487426"/>
                  </a:lnTo>
                  <a:lnTo>
                    <a:pt x="1831174" y="468515"/>
                  </a:lnTo>
                  <a:lnTo>
                    <a:pt x="1826945" y="412813"/>
                  </a:lnTo>
                  <a:lnTo>
                    <a:pt x="1818436" y="363105"/>
                  </a:lnTo>
                  <a:lnTo>
                    <a:pt x="1815566" y="353364"/>
                  </a:lnTo>
                  <a:lnTo>
                    <a:pt x="1815477" y="353060"/>
                  </a:lnTo>
                  <a:lnTo>
                    <a:pt x="1795703" y="298145"/>
                  </a:lnTo>
                  <a:lnTo>
                    <a:pt x="1767332" y="252933"/>
                  </a:lnTo>
                  <a:lnTo>
                    <a:pt x="1734743" y="224332"/>
                  </a:lnTo>
                  <a:lnTo>
                    <a:pt x="1695589" y="204470"/>
                  </a:lnTo>
                  <a:lnTo>
                    <a:pt x="1649869" y="193344"/>
                  </a:lnTo>
                  <a:lnTo>
                    <a:pt x="1619262" y="191960"/>
                  </a:lnTo>
                  <a:lnTo>
                    <a:pt x="1619262" y="501954"/>
                  </a:lnTo>
                  <a:lnTo>
                    <a:pt x="1618894" y="549490"/>
                  </a:lnTo>
                  <a:lnTo>
                    <a:pt x="1613966" y="593686"/>
                  </a:lnTo>
                  <a:lnTo>
                    <a:pt x="1590509" y="657898"/>
                  </a:lnTo>
                  <a:lnTo>
                    <a:pt x="1553400" y="696201"/>
                  </a:lnTo>
                  <a:lnTo>
                    <a:pt x="1507147" y="710184"/>
                  </a:lnTo>
                  <a:lnTo>
                    <a:pt x="1493558" y="709790"/>
                  </a:lnTo>
                  <a:lnTo>
                    <a:pt x="1450975" y="690486"/>
                  </a:lnTo>
                  <a:lnTo>
                    <a:pt x="1424279" y="649427"/>
                  </a:lnTo>
                  <a:lnTo>
                    <a:pt x="1412951" y="609117"/>
                  </a:lnTo>
                  <a:lnTo>
                    <a:pt x="1407477" y="564654"/>
                  </a:lnTo>
                  <a:lnTo>
                    <a:pt x="1406677" y="549490"/>
                  </a:lnTo>
                  <a:lnTo>
                    <a:pt x="1406906" y="513041"/>
                  </a:lnTo>
                  <a:lnTo>
                    <a:pt x="1406931" y="507238"/>
                  </a:lnTo>
                  <a:lnTo>
                    <a:pt x="1418602" y="436397"/>
                  </a:lnTo>
                  <a:lnTo>
                    <a:pt x="1445387" y="384670"/>
                  </a:lnTo>
                  <a:lnTo>
                    <a:pt x="1488808" y="357289"/>
                  </a:lnTo>
                  <a:lnTo>
                    <a:pt x="1516849" y="353060"/>
                  </a:lnTo>
                  <a:lnTo>
                    <a:pt x="1530985" y="353364"/>
                  </a:lnTo>
                  <a:lnTo>
                    <a:pt x="1574977" y="370852"/>
                  </a:lnTo>
                  <a:lnTo>
                    <a:pt x="1601876" y="407924"/>
                  </a:lnTo>
                  <a:lnTo>
                    <a:pt x="1613103" y="445249"/>
                  </a:lnTo>
                  <a:lnTo>
                    <a:pt x="1618488" y="487426"/>
                  </a:lnTo>
                  <a:lnTo>
                    <a:pt x="1619262" y="501954"/>
                  </a:lnTo>
                  <a:lnTo>
                    <a:pt x="1619262" y="191960"/>
                  </a:lnTo>
                  <a:lnTo>
                    <a:pt x="1567002" y="193535"/>
                  </a:lnTo>
                  <a:lnTo>
                    <a:pt x="1513840" y="207213"/>
                  </a:lnTo>
                  <a:lnTo>
                    <a:pt x="1471320" y="232625"/>
                  </a:lnTo>
                  <a:lnTo>
                    <a:pt x="1437525" y="272567"/>
                  </a:lnTo>
                  <a:lnTo>
                    <a:pt x="1423835" y="298145"/>
                  </a:lnTo>
                  <a:lnTo>
                    <a:pt x="1420964" y="277202"/>
                  </a:lnTo>
                  <a:lnTo>
                    <a:pt x="1403451" y="231101"/>
                  </a:lnTo>
                  <a:lnTo>
                    <a:pt x="1372768" y="203339"/>
                  </a:lnTo>
                  <a:lnTo>
                    <a:pt x="1325892" y="191833"/>
                  </a:lnTo>
                  <a:lnTo>
                    <a:pt x="1296085" y="191249"/>
                  </a:lnTo>
                  <a:lnTo>
                    <a:pt x="1237627" y="193344"/>
                  </a:lnTo>
                  <a:lnTo>
                    <a:pt x="1239393" y="193344"/>
                  </a:lnTo>
                  <a:lnTo>
                    <a:pt x="1233462" y="194678"/>
                  </a:lnTo>
                  <a:lnTo>
                    <a:pt x="1225981" y="244703"/>
                  </a:lnTo>
                  <a:lnTo>
                    <a:pt x="1226070" y="300520"/>
                  </a:lnTo>
                  <a:lnTo>
                    <a:pt x="1225511" y="331089"/>
                  </a:lnTo>
                  <a:lnTo>
                    <a:pt x="1223175" y="395655"/>
                  </a:lnTo>
                  <a:lnTo>
                    <a:pt x="1220279" y="468515"/>
                  </a:lnTo>
                  <a:lnTo>
                    <a:pt x="1211910" y="667016"/>
                  </a:lnTo>
                  <a:lnTo>
                    <a:pt x="1210411" y="703605"/>
                  </a:lnTo>
                  <a:lnTo>
                    <a:pt x="1208697" y="746912"/>
                  </a:lnTo>
                  <a:lnTo>
                    <a:pt x="1205979" y="818591"/>
                  </a:lnTo>
                  <a:lnTo>
                    <a:pt x="1203756" y="880579"/>
                  </a:lnTo>
                  <a:lnTo>
                    <a:pt x="1202169" y="935685"/>
                  </a:lnTo>
                  <a:lnTo>
                    <a:pt x="1202118" y="937717"/>
                  </a:lnTo>
                  <a:lnTo>
                    <a:pt x="1201674" y="970699"/>
                  </a:lnTo>
                  <a:lnTo>
                    <a:pt x="1201559" y="1013688"/>
                  </a:lnTo>
                  <a:lnTo>
                    <a:pt x="1202359" y="1026756"/>
                  </a:lnTo>
                  <a:lnTo>
                    <a:pt x="1212113" y="1070711"/>
                  </a:lnTo>
                  <a:lnTo>
                    <a:pt x="1236357" y="1101229"/>
                  </a:lnTo>
                  <a:lnTo>
                    <a:pt x="1278661" y="1118108"/>
                  </a:lnTo>
                  <a:lnTo>
                    <a:pt x="1308658" y="1120851"/>
                  </a:lnTo>
                  <a:lnTo>
                    <a:pt x="1326159" y="1120698"/>
                  </a:lnTo>
                  <a:lnTo>
                    <a:pt x="1378966" y="1118806"/>
                  </a:lnTo>
                  <a:lnTo>
                    <a:pt x="1394269" y="1087653"/>
                  </a:lnTo>
                  <a:lnTo>
                    <a:pt x="1395120" y="1070711"/>
                  </a:lnTo>
                  <a:lnTo>
                    <a:pt x="1397241" y="1026896"/>
                  </a:lnTo>
                  <a:lnTo>
                    <a:pt x="1399768" y="937717"/>
                  </a:lnTo>
                  <a:lnTo>
                    <a:pt x="1399819" y="935685"/>
                  </a:lnTo>
                  <a:lnTo>
                    <a:pt x="1400390" y="919403"/>
                  </a:lnTo>
                  <a:lnTo>
                    <a:pt x="1400898" y="911021"/>
                  </a:lnTo>
                  <a:lnTo>
                    <a:pt x="1401292" y="903528"/>
                  </a:lnTo>
                  <a:lnTo>
                    <a:pt x="1401572" y="896912"/>
                  </a:lnTo>
                  <a:lnTo>
                    <a:pt x="1401737" y="891184"/>
                  </a:lnTo>
                  <a:lnTo>
                    <a:pt x="1401889" y="884135"/>
                  </a:lnTo>
                  <a:lnTo>
                    <a:pt x="1402194" y="876096"/>
                  </a:lnTo>
                  <a:lnTo>
                    <a:pt x="1402816" y="864158"/>
                  </a:lnTo>
                  <a:lnTo>
                    <a:pt x="1403540" y="851814"/>
                  </a:lnTo>
                  <a:lnTo>
                    <a:pt x="1404188" y="841844"/>
                  </a:lnTo>
                  <a:lnTo>
                    <a:pt x="1404924" y="831215"/>
                  </a:lnTo>
                  <a:lnTo>
                    <a:pt x="1405712" y="819150"/>
                  </a:lnTo>
                  <a:lnTo>
                    <a:pt x="1406613" y="803871"/>
                  </a:lnTo>
                  <a:lnTo>
                    <a:pt x="1407541" y="786447"/>
                  </a:lnTo>
                  <a:lnTo>
                    <a:pt x="1408531" y="766533"/>
                  </a:lnTo>
                  <a:lnTo>
                    <a:pt x="1420368" y="789368"/>
                  </a:lnTo>
                  <a:lnTo>
                    <a:pt x="1449527" y="826465"/>
                  </a:lnTo>
                  <a:lnTo>
                    <a:pt x="1486687" y="851814"/>
                  </a:lnTo>
                  <a:lnTo>
                    <a:pt x="1536242" y="863536"/>
                  </a:lnTo>
                  <a:lnTo>
                    <a:pt x="1565935" y="864158"/>
                  </a:lnTo>
                  <a:lnTo>
                    <a:pt x="1594916" y="861504"/>
                  </a:lnTo>
                  <a:lnTo>
                    <a:pt x="1649437" y="846632"/>
                  </a:lnTo>
                  <a:lnTo>
                    <a:pt x="1699069" y="819150"/>
                  </a:lnTo>
                  <a:lnTo>
                    <a:pt x="1742059" y="779754"/>
                  </a:lnTo>
                  <a:lnTo>
                    <a:pt x="1777898" y="728726"/>
                  </a:lnTo>
                  <a:lnTo>
                    <a:pt x="1805292" y="667016"/>
                  </a:lnTo>
                  <a:lnTo>
                    <a:pt x="1823720" y="594880"/>
                  </a:lnTo>
                  <a:lnTo>
                    <a:pt x="1828952" y="555155"/>
                  </a:lnTo>
                  <a:lnTo>
                    <a:pt x="1831441" y="513041"/>
                  </a:lnTo>
                  <a:close/>
                </a:path>
                <a:path w="2438400" h="1121409">
                  <a:moveTo>
                    <a:pt x="2437904" y="357022"/>
                  </a:moveTo>
                  <a:lnTo>
                    <a:pt x="2437155" y="347091"/>
                  </a:lnTo>
                  <a:lnTo>
                    <a:pt x="2437053" y="345744"/>
                  </a:lnTo>
                  <a:lnTo>
                    <a:pt x="2436558" y="339013"/>
                  </a:lnTo>
                  <a:lnTo>
                    <a:pt x="2423769" y="288836"/>
                  </a:lnTo>
                  <a:lnTo>
                    <a:pt x="2396579" y="246126"/>
                  </a:lnTo>
                  <a:lnTo>
                    <a:pt x="2353145" y="213220"/>
                  </a:lnTo>
                  <a:lnTo>
                    <a:pt x="2314156" y="197815"/>
                  </a:lnTo>
                  <a:lnTo>
                    <a:pt x="2266492" y="188760"/>
                  </a:lnTo>
                  <a:lnTo>
                    <a:pt x="2240826" y="187121"/>
                  </a:lnTo>
                  <a:lnTo>
                    <a:pt x="2237079" y="187121"/>
                  </a:lnTo>
                  <a:lnTo>
                    <a:pt x="2237079" y="405206"/>
                  </a:lnTo>
                  <a:lnTo>
                    <a:pt x="2234933" y="425932"/>
                  </a:lnTo>
                  <a:lnTo>
                    <a:pt x="2213292" y="460400"/>
                  </a:lnTo>
                  <a:lnTo>
                    <a:pt x="2169668" y="485394"/>
                  </a:lnTo>
                  <a:lnTo>
                    <a:pt x="2110663" y="499821"/>
                  </a:lnTo>
                  <a:lnTo>
                    <a:pt x="2075827" y="502983"/>
                  </a:lnTo>
                  <a:lnTo>
                    <a:pt x="2077351" y="490359"/>
                  </a:lnTo>
                  <a:lnTo>
                    <a:pt x="2084120" y="450608"/>
                  </a:lnTo>
                  <a:lnTo>
                    <a:pt x="2095919" y="412038"/>
                  </a:lnTo>
                  <a:lnTo>
                    <a:pt x="2122322" y="370192"/>
                  </a:lnTo>
                  <a:lnTo>
                    <a:pt x="2162213" y="347091"/>
                  </a:lnTo>
                  <a:lnTo>
                    <a:pt x="2174710" y="345744"/>
                  </a:lnTo>
                  <a:lnTo>
                    <a:pt x="2189111" y="346443"/>
                  </a:lnTo>
                  <a:lnTo>
                    <a:pt x="2227656" y="372681"/>
                  </a:lnTo>
                  <a:lnTo>
                    <a:pt x="2237079" y="405206"/>
                  </a:lnTo>
                  <a:lnTo>
                    <a:pt x="2237079" y="187121"/>
                  </a:lnTo>
                  <a:lnTo>
                    <a:pt x="2209622" y="187121"/>
                  </a:lnTo>
                  <a:lnTo>
                    <a:pt x="2172551" y="189699"/>
                  </a:lnTo>
                  <a:lnTo>
                    <a:pt x="2106688" y="202577"/>
                  </a:lnTo>
                  <a:lnTo>
                    <a:pt x="2051519" y="225221"/>
                  </a:lnTo>
                  <a:lnTo>
                    <a:pt x="2005152" y="254609"/>
                  </a:lnTo>
                  <a:lnTo>
                    <a:pt x="1967166" y="289953"/>
                  </a:lnTo>
                  <a:lnTo>
                    <a:pt x="1936838" y="329742"/>
                  </a:lnTo>
                  <a:lnTo>
                    <a:pt x="1913775" y="373214"/>
                  </a:lnTo>
                  <a:lnTo>
                    <a:pt x="1896300" y="417322"/>
                  </a:lnTo>
                  <a:lnTo>
                    <a:pt x="1884057" y="461340"/>
                  </a:lnTo>
                  <a:lnTo>
                    <a:pt x="1876336" y="504228"/>
                  </a:lnTo>
                  <a:lnTo>
                    <a:pt x="1872716" y="545198"/>
                  </a:lnTo>
                  <a:lnTo>
                    <a:pt x="1871865" y="563714"/>
                  </a:lnTo>
                  <a:lnTo>
                    <a:pt x="1871878" y="597700"/>
                  </a:lnTo>
                  <a:lnTo>
                    <a:pt x="1874583" y="633196"/>
                  </a:lnTo>
                  <a:lnTo>
                    <a:pt x="1874697" y="634733"/>
                  </a:lnTo>
                  <a:lnTo>
                    <a:pt x="1889950" y="701103"/>
                  </a:lnTo>
                  <a:lnTo>
                    <a:pt x="1917065" y="753821"/>
                  </a:lnTo>
                  <a:lnTo>
                    <a:pt x="1951901" y="795274"/>
                  </a:lnTo>
                  <a:lnTo>
                    <a:pt x="1993531" y="825995"/>
                  </a:lnTo>
                  <a:lnTo>
                    <a:pt x="2040407" y="846899"/>
                  </a:lnTo>
                  <a:lnTo>
                    <a:pt x="2091664" y="858570"/>
                  </a:lnTo>
                  <a:lnTo>
                    <a:pt x="2143620" y="863333"/>
                  </a:lnTo>
                  <a:lnTo>
                    <a:pt x="2168614" y="863333"/>
                  </a:lnTo>
                  <a:lnTo>
                    <a:pt x="2209177" y="860171"/>
                  </a:lnTo>
                  <a:lnTo>
                    <a:pt x="2249792" y="853465"/>
                  </a:lnTo>
                  <a:lnTo>
                    <a:pt x="2288959" y="842975"/>
                  </a:lnTo>
                  <a:lnTo>
                    <a:pt x="2339937" y="819658"/>
                  </a:lnTo>
                  <a:lnTo>
                    <a:pt x="2377783" y="786409"/>
                  </a:lnTo>
                  <a:lnTo>
                    <a:pt x="2396299" y="743178"/>
                  </a:lnTo>
                  <a:lnTo>
                    <a:pt x="2397074" y="726567"/>
                  </a:lnTo>
                  <a:lnTo>
                    <a:pt x="2395893" y="712838"/>
                  </a:lnTo>
                  <a:lnTo>
                    <a:pt x="2394597" y="705904"/>
                  </a:lnTo>
                  <a:lnTo>
                    <a:pt x="2393315" y="698957"/>
                  </a:lnTo>
                  <a:lnTo>
                    <a:pt x="2370505" y="661416"/>
                  </a:lnTo>
                  <a:lnTo>
                    <a:pt x="2332558" y="640905"/>
                  </a:lnTo>
                  <a:lnTo>
                    <a:pt x="2308212" y="636879"/>
                  </a:lnTo>
                  <a:lnTo>
                    <a:pt x="2295601" y="637311"/>
                  </a:lnTo>
                  <a:lnTo>
                    <a:pt x="2288794" y="640905"/>
                  </a:lnTo>
                  <a:lnTo>
                    <a:pt x="2283917" y="647750"/>
                  </a:lnTo>
                  <a:lnTo>
                    <a:pt x="2280056" y="653072"/>
                  </a:lnTo>
                  <a:lnTo>
                    <a:pt x="2254466" y="683069"/>
                  </a:lnTo>
                  <a:lnTo>
                    <a:pt x="2219020" y="702475"/>
                  </a:lnTo>
                  <a:lnTo>
                    <a:pt x="2191766" y="705904"/>
                  </a:lnTo>
                  <a:lnTo>
                    <a:pt x="2176957" y="705739"/>
                  </a:lnTo>
                  <a:lnTo>
                    <a:pt x="2139365" y="697014"/>
                  </a:lnTo>
                  <a:lnTo>
                    <a:pt x="2104161" y="670966"/>
                  </a:lnTo>
                  <a:lnTo>
                    <a:pt x="2083358" y="633196"/>
                  </a:lnTo>
                  <a:lnTo>
                    <a:pt x="2075459" y="597700"/>
                  </a:lnTo>
                  <a:lnTo>
                    <a:pt x="2085898" y="597242"/>
                  </a:lnTo>
                  <a:lnTo>
                    <a:pt x="2098344" y="596493"/>
                  </a:lnTo>
                  <a:lnTo>
                    <a:pt x="2146998" y="592264"/>
                  </a:lnTo>
                  <a:lnTo>
                    <a:pt x="2184971" y="586257"/>
                  </a:lnTo>
                  <a:lnTo>
                    <a:pt x="2225776" y="577138"/>
                  </a:lnTo>
                  <a:lnTo>
                    <a:pt x="2267394" y="564794"/>
                  </a:lnTo>
                  <a:lnTo>
                    <a:pt x="2308923" y="548894"/>
                  </a:lnTo>
                  <a:lnTo>
                    <a:pt x="2346985" y="527786"/>
                  </a:lnTo>
                  <a:lnTo>
                    <a:pt x="2378532" y="502983"/>
                  </a:lnTo>
                  <a:lnTo>
                    <a:pt x="2407983" y="468541"/>
                  </a:lnTo>
                  <a:lnTo>
                    <a:pt x="2428024" y="429717"/>
                  </a:lnTo>
                  <a:lnTo>
                    <a:pt x="2437409" y="383235"/>
                  </a:lnTo>
                  <a:lnTo>
                    <a:pt x="2437790" y="363131"/>
                  </a:lnTo>
                  <a:lnTo>
                    <a:pt x="2437904" y="357022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19841" y="521138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1"/>
                  </a:lnTo>
                  <a:lnTo>
                    <a:pt x="331712" y="7162"/>
                  </a:lnTo>
                  <a:lnTo>
                    <a:pt x="315518" y="1940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03493" y="5214607"/>
              <a:ext cx="3651957" cy="43467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42889" y="590246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26545" y="5905684"/>
              <a:ext cx="1698601" cy="36024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61735" y="5905684"/>
              <a:ext cx="1027017" cy="36025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12471" y="6383282"/>
              <a:ext cx="1056153" cy="36025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228874" y="0"/>
              <a:ext cx="5518785" cy="2331085"/>
            </a:xfrm>
            <a:custGeom>
              <a:avLst/>
              <a:gdLst/>
              <a:ahLst/>
              <a:cxnLst/>
              <a:rect l="l" t="t" r="r" b="b"/>
              <a:pathLst>
                <a:path w="5518784" h="2331085">
                  <a:moveTo>
                    <a:pt x="5518240" y="0"/>
                  </a:moveTo>
                  <a:lnTo>
                    <a:pt x="1408710" y="0"/>
                  </a:lnTo>
                  <a:lnTo>
                    <a:pt x="0" y="2331064"/>
                  </a:lnTo>
                  <a:lnTo>
                    <a:pt x="4109529" y="2331064"/>
                  </a:lnTo>
                  <a:lnTo>
                    <a:pt x="5518240" y="0"/>
                  </a:lnTo>
                  <a:close/>
                </a:path>
              </a:pathLst>
            </a:custGeom>
            <a:solidFill>
              <a:srgbClr val="007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83470" y="515384"/>
              <a:ext cx="2624455" cy="1016000"/>
            </a:xfrm>
            <a:custGeom>
              <a:avLst/>
              <a:gdLst/>
              <a:ahLst/>
              <a:cxnLst/>
              <a:rect l="l" t="t" r="r" b="b"/>
              <a:pathLst>
                <a:path w="2624454" h="1016000">
                  <a:moveTo>
                    <a:pt x="241630" y="828890"/>
                  </a:moveTo>
                  <a:lnTo>
                    <a:pt x="87541" y="828890"/>
                  </a:lnTo>
                  <a:lnTo>
                    <a:pt x="87541" y="517740"/>
                  </a:lnTo>
                  <a:lnTo>
                    <a:pt x="0" y="517740"/>
                  </a:lnTo>
                  <a:lnTo>
                    <a:pt x="0" y="828890"/>
                  </a:lnTo>
                  <a:lnTo>
                    <a:pt x="0" y="902550"/>
                  </a:lnTo>
                  <a:lnTo>
                    <a:pt x="241630" y="902550"/>
                  </a:lnTo>
                  <a:lnTo>
                    <a:pt x="241630" y="828890"/>
                  </a:lnTo>
                  <a:close/>
                </a:path>
                <a:path w="2624454" h="1016000">
                  <a:moveTo>
                    <a:pt x="342099" y="186016"/>
                  </a:moveTo>
                  <a:lnTo>
                    <a:pt x="337527" y="138912"/>
                  </a:lnTo>
                  <a:lnTo>
                    <a:pt x="324446" y="99326"/>
                  </a:lnTo>
                  <a:lnTo>
                    <a:pt x="303834" y="66941"/>
                  </a:lnTo>
                  <a:lnTo>
                    <a:pt x="249415" y="24841"/>
                  </a:lnTo>
                  <a:lnTo>
                    <a:pt x="249415" y="188874"/>
                  </a:lnTo>
                  <a:lnTo>
                    <a:pt x="243357" y="238277"/>
                  </a:lnTo>
                  <a:lnTo>
                    <a:pt x="225983" y="276250"/>
                  </a:lnTo>
                  <a:lnTo>
                    <a:pt x="198501" y="303009"/>
                  </a:lnTo>
                  <a:lnTo>
                    <a:pt x="162102" y="318744"/>
                  </a:lnTo>
                  <a:lnTo>
                    <a:pt x="117983" y="323684"/>
                  </a:lnTo>
                  <a:lnTo>
                    <a:pt x="111391" y="323684"/>
                  </a:lnTo>
                  <a:lnTo>
                    <a:pt x="101561" y="323456"/>
                  </a:lnTo>
                  <a:lnTo>
                    <a:pt x="93929" y="323011"/>
                  </a:lnTo>
                  <a:lnTo>
                    <a:pt x="87439" y="322173"/>
                  </a:lnTo>
                  <a:lnTo>
                    <a:pt x="87439" y="70243"/>
                  </a:lnTo>
                  <a:lnTo>
                    <a:pt x="94221" y="69011"/>
                  </a:lnTo>
                  <a:lnTo>
                    <a:pt x="103047" y="67957"/>
                  </a:lnTo>
                  <a:lnTo>
                    <a:pt x="114007" y="67221"/>
                  </a:lnTo>
                  <a:lnTo>
                    <a:pt x="127203" y="66941"/>
                  </a:lnTo>
                  <a:lnTo>
                    <a:pt x="178079" y="74752"/>
                  </a:lnTo>
                  <a:lnTo>
                    <a:pt x="216598" y="97929"/>
                  </a:lnTo>
                  <a:lnTo>
                    <a:pt x="240982" y="136105"/>
                  </a:lnTo>
                  <a:lnTo>
                    <a:pt x="249415" y="188874"/>
                  </a:lnTo>
                  <a:lnTo>
                    <a:pt x="249415" y="24841"/>
                  </a:lnTo>
                  <a:lnTo>
                    <a:pt x="246519" y="23088"/>
                  </a:lnTo>
                  <a:lnTo>
                    <a:pt x="210972" y="10210"/>
                  </a:lnTo>
                  <a:lnTo>
                    <a:pt x="168605" y="2540"/>
                  </a:lnTo>
                  <a:lnTo>
                    <a:pt x="118059" y="0"/>
                  </a:lnTo>
                  <a:lnTo>
                    <a:pt x="85623" y="558"/>
                  </a:lnTo>
                  <a:lnTo>
                    <a:pt x="54660" y="2184"/>
                  </a:lnTo>
                  <a:lnTo>
                    <a:pt x="25869" y="4787"/>
                  </a:lnTo>
                  <a:lnTo>
                    <a:pt x="0" y="8267"/>
                  </a:lnTo>
                  <a:lnTo>
                    <a:pt x="0" y="385978"/>
                  </a:lnTo>
                  <a:lnTo>
                    <a:pt x="18224" y="388124"/>
                  </a:lnTo>
                  <a:lnTo>
                    <a:pt x="40728" y="389928"/>
                  </a:lnTo>
                  <a:lnTo>
                    <a:pt x="67741" y="391185"/>
                  </a:lnTo>
                  <a:lnTo>
                    <a:pt x="99453" y="391655"/>
                  </a:lnTo>
                  <a:lnTo>
                    <a:pt x="153479" y="388620"/>
                  </a:lnTo>
                  <a:lnTo>
                    <a:pt x="201790" y="379399"/>
                  </a:lnTo>
                  <a:lnTo>
                    <a:pt x="243586" y="363855"/>
                  </a:lnTo>
                  <a:lnTo>
                    <a:pt x="278066" y="341833"/>
                  </a:lnTo>
                  <a:lnTo>
                    <a:pt x="295262" y="323684"/>
                  </a:lnTo>
                  <a:lnTo>
                    <a:pt x="303758" y="314718"/>
                  </a:lnTo>
                  <a:lnTo>
                    <a:pt x="324027" y="279895"/>
                  </a:lnTo>
                  <a:lnTo>
                    <a:pt x="337324" y="237083"/>
                  </a:lnTo>
                  <a:lnTo>
                    <a:pt x="342099" y="186016"/>
                  </a:lnTo>
                  <a:close/>
                </a:path>
                <a:path w="2624454" h="1016000">
                  <a:moveTo>
                    <a:pt x="352145" y="623049"/>
                  </a:moveTo>
                  <a:lnTo>
                    <a:pt x="264604" y="623049"/>
                  </a:lnTo>
                  <a:lnTo>
                    <a:pt x="264604" y="902398"/>
                  </a:lnTo>
                  <a:lnTo>
                    <a:pt x="352145" y="902398"/>
                  </a:lnTo>
                  <a:lnTo>
                    <a:pt x="352145" y="623049"/>
                  </a:lnTo>
                  <a:close/>
                </a:path>
                <a:path w="2624454" h="1016000">
                  <a:moveTo>
                    <a:pt x="401167" y="501840"/>
                  </a:moveTo>
                  <a:lnTo>
                    <a:pt x="320548" y="501840"/>
                  </a:lnTo>
                  <a:lnTo>
                    <a:pt x="271145" y="588467"/>
                  </a:lnTo>
                  <a:lnTo>
                    <a:pt x="330962" y="588467"/>
                  </a:lnTo>
                  <a:lnTo>
                    <a:pt x="401167" y="501840"/>
                  </a:lnTo>
                  <a:close/>
                </a:path>
                <a:path w="2624454" h="1016000">
                  <a:moveTo>
                    <a:pt x="621588" y="241503"/>
                  </a:moveTo>
                  <a:lnTo>
                    <a:pt x="617283" y="200469"/>
                  </a:lnTo>
                  <a:lnTo>
                    <a:pt x="603643" y="162560"/>
                  </a:lnTo>
                  <a:lnTo>
                    <a:pt x="579602" y="131229"/>
                  </a:lnTo>
                  <a:lnTo>
                    <a:pt x="544093" y="109905"/>
                  </a:lnTo>
                  <a:lnTo>
                    <a:pt x="540334" y="109296"/>
                  </a:lnTo>
                  <a:lnTo>
                    <a:pt x="540334" y="216408"/>
                  </a:lnTo>
                  <a:lnTo>
                    <a:pt x="436994" y="216408"/>
                  </a:lnTo>
                  <a:lnTo>
                    <a:pt x="441299" y="197815"/>
                  </a:lnTo>
                  <a:lnTo>
                    <a:pt x="451205" y="179438"/>
                  </a:lnTo>
                  <a:lnTo>
                    <a:pt x="467575" y="165392"/>
                  </a:lnTo>
                  <a:lnTo>
                    <a:pt x="491299" y="159791"/>
                  </a:lnTo>
                  <a:lnTo>
                    <a:pt x="515772" y="165696"/>
                  </a:lnTo>
                  <a:lnTo>
                    <a:pt x="530796" y="180263"/>
                  </a:lnTo>
                  <a:lnTo>
                    <a:pt x="538340" y="198742"/>
                  </a:lnTo>
                  <a:lnTo>
                    <a:pt x="540334" y="216408"/>
                  </a:lnTo>
                  <a:lnTo>
                    <a:pt x="540334" y="109296"/>
                  </a:lnTo>
                  <a:lnTo>
                    <a:pt x="496036" y="102031"/>
                  </a:lnTo>
                  <a:lnTo>
                    <a:pt x="443979" y="110769"/>
                  </a:lnTo>
                  <a:lnTo>
                    <a:pt x="404152" y="134200"/>
                  </a:lnTo>
                  <a:lnTo>
                    <a:pt x="376199" y="168224"/>
                  </a:lnTo>
                  <a:lnTo>
                    <a:pt x="359702" y="208686"/>
                  </a:lnTo>
                  <a:lnTo>
                    <a:pt x="354291" y="251485"/>
                  </a:lnTo>
                  <a:lnTo>
                    <a:pt x="360705" y="299415"/>
                  </a:lnTo>
                  <a:lnTo>
                    <a:pt x="379641" y="339128"/>
                  </a:lnTo>
                  <a:lnTo>
                    <a:pt x="410324" y="368668"/>
                  </a:lnTo>
                  <a:lnTo>
                    <a:pt x="452081" y="387210"/>
                  </a:lnTo>
                  <a:lnTo>
                    <a:pt x="504253" y="393636"/>
                  </a:lnTo>
                  <a:lnTo>
                    <a:pt x="531990" y="392531"/>
                  </a:lnTo>
                  <a:lnTo>
                    <a:pt x="558419" y="389229"/>
                  </a:lnTo>
                  <a:lnTo>
                    <a:pt x="583247" y="383717"/>
                  </a:lnTo>
                  <a:lnTo>
                    <a:pt x="606132" y="375983"/>
                  </a:lnTo>
                  <a:lnTo>
                    <a:pt x="596722" y="329069"/>
                  </a:lnTo>
                  <a:lnTo>
                    <a:pt x="594334" y="317220"/>
                  </a:lnTo>
                  <a:lnTo>
                    <a:pt x="576453" y="322402"/>
                  </a:lnTo>
                  <a:lnTo>
                    <a:pt x="557898" y="326097"/>
                  </a:lnTo>
                  <a:lnTo>
                    <a:pt x="538213" y="328320"/>
                  </a:lnTo>
                  <a:lnTo>
                    <a:pt x="516953" y="329069"/>
                  </a:lnTo>
                  <a:lnTo>
                    <a:pt x="487730" y="325831"/>
                  </a:lnTo>
                  <a:lnTo>
                    <a:pt x="463016" y="316001"/>
                  </a:lnTo>
                  <a:lnTo>
                    <a:pt x="445452" y="299415"/>
                  </a:lnTo>
                  <a:lnTo>
                    <a:pt x="437705" y="275907"/>
                  </a:lnTo>
                  <a:lnTo>
                    <a:pt x="618477" y="275907"/>
                  </a:lnTo>
                  <a:lnTo>
                    <a:pt x="619607" y="269951"/>
                  </a:lnTo>
                  <a:lnTo>
                    <a:pt x="620610" y="261975"/>
                  </a:lnTo>
                  <a:lnTo>
                    <a:pt x="621322" y="252361"/>
                  </a:lnTo>
                  <a:lnTo>
                    <a:pt x="621588" y="241503"/>
                  </a:lnTo>
                  <a:close/>
                </a:path>
                <a:path w="2624454" h="1016000">
                  <a:moveTo>
                    <a:pt x="670572" y="623049"/>
                  </a:moveTo>
                  <a:lnTo>
                    <a:pt x="586054" y="623049"/>
                  </a:lnTo>
                  <a:lnTo>
                    <a:pt x="583806" y="655701"/>
                  </a:lnTo>
                  <a:lnTo>
                    <a:pt x="583793" y="655929"/>
                  </a:lnTo>
                  <a:lnTo>
                    <a:pt x="582637" y="655701"/>
                  </a:lnTo>
                  <a:lnTo>
                    <a:pt x="581164" y="653897"/>
                  </a:lnTo>
                  <a:lnTo>
                    <a:pt x="581164" y="735584"/>
                  </a:lnTo>
                  <a:lnTo>
                    <a:pt x="581164" y="787768"/>
                  </a:lnTo>
                  <a:lnTo>
                    <a:pt x="560692" y="829233"/>
                  </a:lnTo>
                  <a:lnTo>
                    <a:pt x="528243" y="840447"/>
                  </a:lnTo>
                  <a:lnTo>
                    <a:pt x="503593" y="834923"/>
                  </a:lnTo>
                  <a:lnTo>
                    <a:pt x="484936" y="819277"/>
                  </a:lnTo>
                  <a:lnTo>
                    <a:pt x="473113" y="794918"/>
                  </a:lnTo>
                  <a:lnTo>
                    <a:pt x="468998" y="763257"/>
                  </a:lnTo>
                  <a:lnTo>
                    <a:pt x="472833" y="731850"/>
                  </a:lnTo>
                  <a:lnTo>
                    <a:pt x="484212" y="706983"/>
                  </a:lnTo>
                  <a:lnTo>
                    <a:pt x="503148" y="690397"/>
                  </a:lnTo>
                  <a:lnTo>
                    <a:pt x="529348" y="684441"/>
                  </a:lnTo>
                  <a:lnTo>
                    <a:pt x="547662" y="687793"/>
                  </a:lnTo>
                  <a:lnTo>
                    <a:pt x="579678" y="726122"/>
                  </a:lnTo>
                  <a:lnTo>
                    <a:pt x="581164" y="735584"/>
                  </a:lnTo>
                  <a:lnTo>
                    <a:pt x="581164" y="653897"/>
                  </a:lnTo>
                  <a:lnTo>
                    <a:pt x="568820" y="638771"/>
                  </a:lnTo>
                  <a:lnTo>
                    <a:pt x="551192" y="626605"/>
                  </a:lnTo>
                  <a:lnTo>
                    <a:pt x="529742" y="619252"/>
                  </a:lnTo>
                  <a:lnTo>
                    <a:pt x="504469" y="616775"/>
                  </a:lnTo>
                  <a:lnTo>
                    <a:pt x="468452" y="622744"/>
                  </a:lnTo>
                  <a:lnTo>
                    <a:pt x="434759" y="640689"/>
                  </a:lnTo>
                  <a:lnTo>
                    <a:pt x="406654" y="670610"/>
                  </a:lnTo>
                  <a:lnTo>
                    <a:pt x="387388" y="712571"/>
                  </a:lnTo>
                  <a:lnTo>
                    <a:pt x="380238" y="766584"/>
                  </a:lnTo>
                  <a:lnTo>
                    <a:pt x="389851" y="826223"/>
                  </a:lnTo>
                  <a:lnTo>
                    <a:pt x="415582" y="870902"/>
                  </a:lnTo>
                  <a:lnTo>
                    <a:pt x="452729" y="898956"/>
                  </a:lnTo>
                  <a:lnTo>
                    <a:pt x="496633" y="908672"/>
                  </a:lnTo>
                  <a:lnTo>
                    <a:pt x="523125" y="905967"/>
                  </a:lnTo>
                  <a:lnTo>
                    <a:pt x="545896" y="898017"/>
                  </a:lnTo>
                  <a:lnTo>
                    <a:pt x="564870" y="885075"/>
                  </a:lnTo>
                  <a:lnTo>
                    <a:pt x="579958" y="867435"/>
                  </a:lnTo>
                  <a:lnTo>
                    <a:pt x="581164" y="867435"/>
                  </a:lnTo>
                  <a:lnTo>
                    <a:pt x="581164" y="1015390"/>
                  </a:lnTo>
                  <a:lnTo>
                    <a:pt x="668616" y="1015390"/>
                  </a:lnTo>
                  <a:lnTo>
                    <a:pt x="668616" y="867435"/>
                  </a:lnTo>
                  <a:lnTo>
                    <a:pt x="668616" y="840447"/>
                  </a:lnTo>
                  <a:lnTo>
                    <a:pt x="668693" y="696861"/>
                  </a:lnTo>
                  <a:lnTo>
                    <a:pt x="669518" y="655929"/>
                  </a:lnTo>
                  <a:lnTo>
                    <a:pt x="670458" y="626605"/>
                  </a:lnTo>
                  <a:lnTo>
                    <a:pt x="670572" y="623049"/>
                  </a:lnTo>
                  <a:close/>
                </a:path>
                <a:path w="2624454" h="1016000">
                  <a:moveTo>
                    <a:pt x="808304" y="108305"/>
                  </a:moveTo>
                  <a:lnTo>
                    <a:pt x="745363" y="108305"/>
                  </a:lnTo>
                  <a:lnTo>
                    <a:pt x="745363" y="28638"/>
                  </a:lnTo>
                  <a:lnTo>
                    <a:pt x="659853" y="48285"/>
                  </a:lnTo>
                  <a:lnTo>
                    <a:pt x="659853" y="108305"/>
                  </a:lnTo>
                  <a:lnTo>
                    <a:pt x="622490" y="108305"/>
                  </a:lnTo>
                  <a:lnTo>
                    <a:pt x="622490" y="172364"/>
                  </a:lnTo>
                  <a:lnTo>
                    <a:pt x="659853" y="172364"/>
                  </a:lnTo>
                  <a:lnTo>
                    <a:pt x="659853" y="286613"/>
                  </a:lnTo>
                  <a:lnTo>
                    <a:pt x="661339" y="313956"/>
                  </a:lnTo>
                  <a:lnTo>
                    <a:pt x="673392" y="355053"/>
                  </a:lnTo>
                  <a:lnTo>
                    <a:pt x="711644" y="386943"/>
                  </a:lnTo>
                  <a:lnTo>
                    <a:pt x="749922" y="393636"/>
                  </a:lnTo>
                  <a:lnTo>
                    <a:pt x="767511" y="393039"/>
                  </a:lnTo>
                  <a:lnTo>
                    <a:pt x="783183" y="391426"/>
                  </a:lnTo>
                  <a:lnTo>
                    <a:pt x="796391" y="389051"/>
                  </a:lnTo>
                  <a:lnTo>
                    <a:pt x="806551" y="386181"/>
                  </a:lnTo>
                  <a:lnTo>
                    <a:pt x="805853" y="320192"/>
                  </a:lnTo>
                  <a:lnTo>
                    <a:pt x="800836" y="321195"/>
                  </a:lnTo>
                  <a:lnTo>
                    <a:pt x="794829" y="322021"/>
                  </a:lnTo>
                  <a:lnTo>
                    <a:pt x="787844" y="322580"/>
                  </a:lnTo>
                  <a:lnTo>
                    <a:pt x="779868" y="322795"/>
                  </a:lnTo>
                  <a:lnTo>
                    <a:pt x="763473" y="319836"/>
                  </a:lnTo>
                  <a:lnTo>
                    <a:pt x="752843" y="310819"/>
                  </a:lnTo>
                  <a:lnTo>
                    <a:pt x="747090" y="295478"/>
                  </a:lnTo>
                  <a:lnTo>
                    <a:pt x="745363" y="273583"/>
                  </a:lnTo>
                  <a:lnTo>
                    <a:pt x="745363" y="172364"/>
                  </a:lnTo>
                  <a:lnTo>
                    <a:pt x="808304" y="172364"/>
                  </a:lnTo>
                  <a:lnTo>
                    <a:pt x="808304" y="108305"/>
                  </a:lnTo>
                  <a:close/>
                </a:path>
                <a:path w="2624454" h="1016000">
                  <a:moveTo>
                    <a:pt x="979347" y="902398"/>
                  </a:moveTo>
                  <a:lnTo>
                    <a:pt x="978471" y="883716"/>
                  </a:lnTo>
                  <a:lnTo>
                    <a:pt x="977734" y="862545"/>
                  </a:lnTo>
                  <a:lnTo>
                    <a:pt x="977239" y="838911"/>
                  </a:lnTo>
                  <a:lnTo>
                    <a:pt x="977049" y="812863"/>
                  </a:lnTo>
                  <a:lnTo>
                    <a:pt x="977049" y="623049"/>
                  </a:lnTo>
                  <a:lnTo>
                    <a:pt x="889495" y="623049"/>
                  </a:lnTo>
                  <a:lnTo>
                    <a:pt x="889495" y="796505"/>
                  </a:lnTo>
                  <a:lnTo>
                    <a:pt x="888492" y="802894"/>
                  </a:lnTo>
                  <a:lnTo>
                    <a:pt x="858862" y="835736"/>
                  </a:lnTo>
                  <a:lnTo>
                    <a:pt x="842835" y="838517"/>
                  </a:lnTo>
                  <a:lnTo>
                    <a:pt x="822960" y="834047"/>
                  </a:lnTo>
                  <a:lnTo>
                    <a:pt x="809269" y="821169"/>
                  </a:lnTo>
                  <a:lnTo>
                    <a:pt x="801357" y="800633"/>
                  </a:lnTo>
                  <a:lnTo>
                    <a:pt x="798804" y="773176"/>
                  </a:lnTo>
                  <a:lnTo>
                    <a:pt x="798804" y="623049"/>
                  </a:lnTo>
                  <a:lnTo>
                    <a:pt x="711250" y="623049"/>
                  </a:lnTo>
                  <a:lnTo>
                    <a:pt x="711250" y="787285"/>
                  </a:lnTo>
                  <a:lnTo>
                    <a:pt x="718654" y="842492"/>
                  </a:lnTo>
                  <a:lnTo>
                    <a:pt x="739216" y="880186"/>
                  </a:lnTo>
                  <a:lnTo>
                    <a:pt x="770496" y="901776"/>
                  </a:lnTo>
                  <a:lnTo>
                    <a:pt x="810031" y="908672"/>
                  </a:lnTo>
                  <a:lnTo>
                    <a:pt x="843457" y="903960"/>
                  </a:lnTo>
                  <a:lnTo>
                    <a:pt x="868641" y="892289"/>
                  </a:lnTo>
                  <a:lnTo>
                    <a:pt x="886434" y="877392"/>
                  </a:lnTo>
                  <a:lnTo>
                    <a:pt x="897661" y="862977"/>
                  </a:lnTo>
                  <a:lnTo>
                    <a:pt x="899502" y="862977"/>
                  </a:lnTo>
                  <a:lnTo>
                    <a:pt x="903516" y="902398"/>
                  </a:lnTo>
                  <a:lnTo>
                    <a:pt x="979347" y="902398"/>
                  </a:lnTo>
                  <a:close/>
                </a:path>
                <a:path w="2624454" h="1016000">
                  <a:moveTo>
                    <a:pt x="1081265" y="241503"/>
                  </a:moveTo>
                  <a:lnTo>
                    <a:pt x="1076960" y="200469"/>
                  </a:lnTo>
                  <a:lnTo>
                    <a:pt x="1063320" y="162560"/>
                  </a:lnTo>
                  <a:lnTo>
                    <a:pt x="1039279" y="131229"/>
                  </a:lnTo>
                  <a:lnTo>
                    <a:pt x="1003769" y="109905"/>
                  </a:lnTo>
                  <a:lnTo>
                    <a:pt x="1000010" y="109296"/>
                  </a:lnTo>
                  <a:lnTo>
                    <a:pt x="1000010" y="216408"/>
                  </a:lnTo>
                  <a:lnTo>
                    <a:pt x="896670" y="216408"/>
                  </a:lnTo>
                  <a:lnTo>
                    <a:pt x="900976" y="197815"/>
                  </a:lnTo>
                  <a:lnTo>
                    <a:pt x="910882" y="179438"/>
                  </a:lnTo>
                  <a:lnTo>
                    <a:pt x="927252" y="165392"/>
                  </a:lnTo>
                  <a:lnTo>
                    <a:pt x="950976" y="159791"/>
                  </a:lnTo>
                  <a:lnTo>
                    <a:pt x="975448" y="165696"/>
                  </a:lnTo>
                  <a:lnTo>
                    <a:pt x="990473" y="180263"/>
                  </a:lnTo>
                  <a:lnTo>
                    <a:pt x="998016" y="198742"/>
                  </a:lnTo>
                  <a:lnTo>
                    <a:pt x="1000010" y="216408"/>
                  </a:lnTo>
                  <a:lnTo>
                    <a:pt x="1000010" y="109296"/>
                  </a:lnTo>
                  <a:lnTo>
                    <a:pt x="955713" y="102031"/>
                  </a:lnTo>
                  <a:lnTo>
                    <a:pt x="903655" y="110769"/>
                  </a:lnTo>
                  <a:lnTo>
                    <a:pt x="863828" y="134200"/>
                  </a:lnTo>
                  <a:lnTo>
                    <a:pt x="835875" y="168224"/>
                  </a:lnTo>
                  <a:lnTo>
                    <a:pt x="819378" y="208686"/>
                  </a:lnTo>
                  <a:lnTo>
                    <a:pt x="813968" y="251485"/>
                  </a:lnTo>
                  <a:lnTo>
                    <a:pt x="820381" y="299415"/>
                  </a:lnTo>
                  <a:lnTo>
                    <a:pt x="839317" y="339128"/>
                  </a:lnTo>
                  <a:lnTo>
                    <a:pt x="870000" y="368668"/>
                  </a:lnTo>
                  <a:lnTo>
                    <a:pt x="911758" y="387210"/>
                  </a:lnTo>
                  <a:lnTo>
                    <a:pt x="963930" y="393636"/>
                  </a:lnTo>
                  <a:lnTo>
                    <a:pt x="991666" y="392531"/>
                  </a:lnTo>
                  <a:lnTo>
                    <a:pt x="1018095" y="389229"/>
                  </a:lnTo>
                  <a:lnTo>
                    <a:pt x="1042924" y="383717"/>
                  </a:lnTo>
                  <a:lnTo>
                    <a:pt x="1065809" y="375983"/>
                  </a:lnTo>
                  <a:lnTo>
                    <a:pt x="1056386" y="329069"/>
                  </a:lnTo>
                  <a:lnTo>
                    <a:pt x="1054011" y="317220"/>
                  </a:lnTo>
                  <a:lnTo>
                    <a:pt x="1036129" y="322402"/>
                  </a:lnTo>
                  <a:lnTo>
                    <a:pt x="1017574" y="326097"/>
                  </a:lnTo>
                  <a:lnTo>
                    <a:pt x="997889" y="328320"/>
                  </a:lnTo>
                  <a:lnTo>
                    <a:pt x="976630" y="329069"/>
                  </a:lnTo>
                  <a:lnTo>
                    <a:pt x="947407" y="325831"/>
                  </a:lnTo>
                  <a:lnTo>
                    <a:pt x="922693" y="316001"/>
                  </a:lnTo>
                  <a:lnTo>
                    <a:pt x="905129" y="299415"/>
                  </a:lnTo>
                  <a:lnTo>
                    <a:pt x="897382" y="275907"/>
                  </a:lnTo>
                  <a:lnTo>
                    <a:pt x="1078153" y="275907"/>
                  </a:lnTo>
                  <a:lnTo>
                    <a:pt x="1079284" y="269951"/>
                  </a:lnTo>
                  <a:lnTo>
                    <a:pt x="1080287" y="261975"/>
                  </a:lnTo>
                  <a:lnTo>
                    <a:pt x="1080998" y="252361"/>
                  </a:lnTo>
                  <a:lnTo>
                    <a:pt x="1081265" y="241503"/>
                  </a:lnTo>
                  <a:close/>
                </a:path>
                <a:path w="2624454" h="1016000">
                  <a:moveTo>
                    <a:pt x="1108862" y="623062"/>
                  </a:moveTo>
                  <a:lnTo>
                    <a:pt x="1021308" y="623062"/>
                  </a:lnTo>
                  <a:lnTo>
                    <a:pt x="1021308" y="902398"/>
                  </a:lnTo>
                  <a:lnTo>
                    <a:pt x="1108862" y="902398"/>
                  </a:lnTo>
                  <a:lnTo>
                    <a:pt x="1108862" y="623062"/>
                  </a:lnTo>
                  <a:close/>
                </a:path>
                <a:path w="2624454" h="1016000">
                  <a:moveTo>
                    <a:pt x="1111326" y="545515"/>
                  </a:moveTo>
                  <a:lnTo>
                    <a:pt x="1107948" y="528243"/>
                  </a:lnTo>
                  <a:lnTo>
                    <a:pt x="1098715" y="514464"/>
                  </a:lnTo>
                  <a:lnTo>
                    <a:pt x="1084237" y="505333"/>
                  </a:lnTo>
                  <a:lnTo>
                    <a:pt x="1065123" y="502018"/>
                  </a:lnTo>
                  <a:lnTo>
                    <a:pt x="1046035" y="505333"/>
                  </a:lnTo>
                  <a:lnTo>
                    <a:pt x="1031417" y="514464"/>
                  </a:lnTo>
                  <a:lnTo>
                    <a:pt x="1022083" y="528243"/>
                  </a:lnTo>
                  <a:lnTo>
                    <a:pt x="1018844" y="545515"/>
                  </a:lnTo>
                  <a:lnTo>
                    <a:pt x="1022007" y="562483"/>
                  </a:lnTo>
                  <a:lnTo>
                    <a:pt x="1031163" y="576262"/>
                  </a:lnTo>
                  <a:lnTo>
                    <a:pt x="1045540" y="585508"/>
                  </a:lnTo>
                  <a:lnTo>
                    <a:pt x="1064336" y="588886"/>
                  </a:lnTo>
                  <a:lnTo>
                    <a:pt x="1083983" y="585508"/>
                  </a:lnTo>
                  <a:lnTo>
                    <a:pt x="1098791" y="576262"/>
                  </a:lnTo>
                  <a:lnTo>
                    <a:pt x="1108125" y="562483"/>
                  </a:lnTo>
                  <a:lnTo>
                    <a:pt x="1111326" y="545515"/>
                  </a:lnTo>
                  <a:close/>
                </a:path>
                <a:path w="2624454" h="1016000">
                  <a:moveTo>
                    <a:pt x="1280248" y="103644"/>
                  </a:moveTo>
                  <a:lnTo>
                    <a:pt x="1273733" y="102222"/>
                  </a:lnTo>
                  <a:lnTo>
                    <a:pt x="1269631" y="102031"/>
                  </a:lnTo>
                  <a:lnTo>
                    <a:pt x="1261567" y="102031"/>
                  </a:lnTo>
                  <a:lnTo>
                    <a:pt x="1240243" y="105346"/>
                  </a:lnTo>
                  <a:lnTo>
                    <a:pt x="1218806" y="115697"/>
                  </a:lnTo>
                  <a:lnTo>
                    <a:pt x="1199781" y="133718"/>
                  </a:lnTo>
                  <a:lnTo>
                    <a:pt x="1185659" y="160007"/>
                  </a:lnTo>
                  <a:lnTo>
                    <a:pt x="1183513" y="160007"/>
                  </a:lnTo>
                  <a:lnTo>
                    <a:pt x="1180325" y="108305"/>
                  </a:lnTo>
                  <a:lnTo>
                    <a:pt x="1105204" y="108305"/>
                  </a:lnTo>
                  <a:lnTo>
                    <a:pt x="1106220" y="127076"/>
                  </a:lnTo>
                  <a:lnTo>
                    <a:pt x="1106932" y="147993"/>
                  </a:lnTo>
                  <a:lnTo>
                    <a:pt x="1107363" y="172085"/>
                  </a:lnTo>
                  <a:lnTo>
                    <a:pt x="1107503" y="200393"/>
                  </a:lnTo>
                  <a:lnTo>
                    <a:pt x="1107503" y="387654"/>
                  </a:lnTo>
                  <a:lnTo>
                    <a:pt x="1195057" y="387654"/>
                  </a:lnTo>
                  <a:lnTo>
                    <a:pt x="1195057" y="239268"/>
                  </a:lnTo>
                  <a:lnTo>
                    <a:pt x="1195578" y="232498"/>
                  </a:lnTo>
                  <a:lnTo>
                    <a:pt x="1216812" y="194741"/>
                  </a:lnTo>
                  <a:lnTo>
                    <a:pt x="1256614" y="182880"/>
                  </a:lnTo>
                  <a:lnTo>
                    <a:pt x="1266418" y="182880"/>
                  </a:lnTo>
                  <a:lnTo>
                    <a:pt x="1273467" y="183896"/>
                  </a:lnTo>
                  <a:lnTo>
                    <a:pt x="1280248" y="185318"/>
                  </a:lnTo>
                  <a:lnTo>
                    <a:pt x="1280248" y="103644"/>
                  </a:lnTo>
                  <a:close/>
                </a:path>
                <a:path w="2624454" h="1016000">
                  <a:moveTo>
                    <a:pt x="1563928" y="108305"/>
                  </a:moveTo>
                  <a:lnTo>
                    <a:pt x="1488008" y="108305"/>
                  </a:lnTo>
                  <a:lnTo>
                    <a:pt x="1485125" y="141097"/>
                  </a:lnTo>
                  <a:lnTo>
                    <a:pt x="1485061" y="141706"/>
                  </a:lnTo>
                  <a:lnTo>
                    <a:pt x="1483931" y="141706"/>
                  </a:lnTo>
                  <a:lnTo>
                    <a:pt x="1474076" y="129311"/>
                  </a:lnTo>
                  <a:lnTo>
                    <a:pt x="1474076" y="216585"/>
                  </a:lnTo>
                  <a:lnTo>
                    <a:pt x="1474076" y="270497"/>
                  </a:lnTo>
                  <a:lnTo>
                    <a:pt x="1473492" y="279654"/>
                  </a:lnTo>
                  <a:lnTo>
                    <a:pt x="1441145" y="318706"/>
                  </a:lnTo>
                  <a:lnTo>
                    <a:pt x="1425168" y="321335"/>
                  </a:lnTo>
                  <a:lnTo>
                    <a:pt x="1400924" y="315595"/>
                  </a:lnTo>
                  <a:lnTo>
                    <a:pt x="1383030" y="299859"/>
                  </a:lnTo>
                  <a:lnTo>
                    <a:pt x="1371930" y="276326"/>
                  </a:lnTo>
                  <a:lnTo>
                    <a:pt x="1368132" y="247180"/>
                  </a:lnTo>
                  <a:lnTo>
                    <a:pt x="1372590" y="213385"/>
                  </a:lnTo>
                  <a:lnTo>
                    <a:pt x="1384795" y="188429"/>
                  </a:lnTo>
                  <a:lnTo>
                    <a:pt x="1402956" y="172961"/>
                  </a:lnTo>
                  <a:lnTo>
                    <a:pt x="1425308" y="167665"/>
                  </a:lnTo>
                  <a:lnTo>
                    <a:pt x="1442059" y="170434"/>
                  </a:lnTo>
                  <a:lnTo>
                    <a:pt x="1472323" y="206108"/>
                  </a:lnTo>
                  <a:lnTo>
                    <a:pt x="1474076" y="216585"/>
                  </a:lnTo>
                  <a:lnTo>
                    <a:pt x="1474076" y="129311"/>
                  </a:lnTo>
                  <a:lnTo>
                    <a:pt x="1471307" y="125818"/>
                  </a:lnTo>
                  <a:lnTo>
                    <a:pt x="1454556" y="113258"/>
                  </a:lnTo>
                  <a:lnTo>
                    <a:pt x="1433233" y="105003"/>
                  </a:lnTo>
                  <a:lnTo>
                    <a:pt x="1406918" y="102031"/>
                  </a:lnTo>
                  <a:lnTo>
                    <a:pt x="1367167" y="108686"/>
                  </a:lnTo>
                  <a:lnTo>
                    <a:pt x="1332255" y="127889"/>
                  </a:lnTo>
                  <a:lnTo>
                    <a:pt x="1304467" y="158470"/>
                  </a:lnTo>
                  <a:lnTo>
                    <a:pt x="1286116" y="199288"/>
                  </a:lnTo>
                  <a:lnTo>
                    <a:pt x="1279486" y="249199"/>
                  </a:lnTo>
                  <a:lnTo>
                    <a:pt x="1288313" y="304177"/>
                  </a:lnTo>
                  <a:lnTo>
                    <a:pt x="1312849" y="347014"/>
                  </a:lnTo>
                  <a:lnTo>
                    <a:pt x="1312938" y="347167"/>
                  </a:lnTo>
                  <a:lnTo>
                    <a:pt x="1350556" y="375170"/>
                  </a:lnTo>
                  <a:lnTo>
                    <a:pt x="1398384" y="385178"/>
                  </a:lnTo>
                  <a:lnTo>
                    <a:pt x="1421587" y="382752"/>
                  </a:lnTo>
                  <a:lnTo>
                    <a:pt x="1442288" y="375729"/>
                  </a:lnTo>
                  <a:lnTo>
                    <a:pt x="1460017" y="364401"/>
                  </a:lnTo>
                  <a:lnTo>
                    <a:pt x="1474279" y="349110"/>
                  </a:lnTo>
                  <a:lnTo>
                    <a:pt x="1475435" y="349110"/>
                  </a:lnTo>
                  <a:lnTo>
                    <a:pt x="1475435" y="367080"/>
                  </a:lnTo>
                  <a:lnTo>
                    <a:pt x="1469847" y="400342"/>
                  </a:lnTo>
                  <a:lnTo>
                    <a:pt x="1454467" y="423202"/>
                  </a:lnTo>
                  <a:lnTo>
                    <a:pt x="1431328" y="436384"/>
                  </a:lnTo>
                  <a:lnTo>
                    <a:pt x="1402486" y="440613"/>
                  </a:lnTo>
                  <a:lnTo>
                    <a:pt x="1378343" y="438759"/>
                  </a:lnTo>
                  <a:lnTo>
                    <a:pt x="1356017" y="433933"/>
                  </a:lnTo>
                  <a:lnTo>
                    <a:pt x="1336560" y="427202"/>
                  </a:lnTo>
                  <a:lnTo>
                    <a:pt x="1321028" y="419696"/>
                  </a:lnTo>
                  <a:lnTo>
                    <a:pt x="1303680" y="485521"/>
                  </a:lnTo>
                  <a:lnTo>
                    <a:pt x="1324876" y="494715"/>
                  </a:lnTo>
                  <a:lnTo>
                    <a:pt x="1337767" y="498195"/>
                  </a:lnTo>
                  <a:lnTo>
                    <a:pt x="1337767" y="648347"/>
                  </a:lnTo>
                  <a:lnTo>
                    <a:pt x="1337767" y="736752"/>
                  </a:lnTo>
                  <a:lnTo>
                    <a:pt x="1337767" y="785126"/>
                  </a:lnTo>
                  <a:lnTo>
                    <a:pt x="1337360" y="791845"/>
                  </a:lnTo>
                  <a:lnTo>
                    <a:pt x="1317955" y="827811"/>
                  </a:lnTo>
                  <a:lnTo>
                    <a:pt x="1285328" y="839431"/>
                  </a:lnTo>
                  <a:lnTo>
                    <a:pt x="1260640" y="834059"/>
                  </a:lnTo>
                  <a:lnTo>
                    <a:pt x="1241806" y="818705"/>
                  </a:lnTo>
                  <a:lnTo>
                    <a:pt x="1229817" y="794537"/>
                  </a:lnTo>
                  <a:lnTo>
                    <a:pt x="1225600" y="762723"/>
                  </a:lnTo>
                  <a:lnTo>
                    <a:pt x="1229398" y="731761"/>
                  </a:lnTo>
                  <a:lnTo>
                    <a:pt x="1240739" y="706564"/>
                  </a:lnTo>
                  <a:lnTo>
                    <a:pt x="1259611" y="689622"/>
                  </a:lnTo>
                  <a:lnTo>
                    <a:pt x="1285938" y="683425"/>
                  </a:lnTo>
                  <a:lnTo>
                    <a:pt x="1304404" y="686777"/>
                  </a:lnTo>
                  <a:lnTo>
                    <a:pt x="1336636" y="725881"/>
                  </a:lnTo>
                  <a:lnTo>
                    <a:pt x="1337767" y="736752"/>
                  </a:lnTo>
                  <a:lnTo>
                    <a:pt x="1337767" y="648347"/>
                  </a:lnTo>
                  <a:lnTo>
                    <a:pt x="1336624" y="648347"/>
                  </a:lnTo>
                  <a:lnTo>
                    <a:pt x="1324648" y="635279"/>
                  </a:lnTo>
                  <a:lnTo>
                    <a:pt x="1307960" y="625322"/>
                  </a:lnTo>
                  <a:lnTo>
                    <a:pt x="1287119" y="618998"/>
                  </a:lnTo>
                  <a:lnTo>
                    <a:pt x="1262672" y="616775"/>
                  </a:lnTo>
                  <a:lnTo>
                    <a:pt x="1223835" y="623214"/>
                  </a:lnTo>
                  <a:lnTo>
                    <a:pt x="1189342" y="642023"/>
                  </a:lnTo>
                  <a:lnTo>
                    <a:pt x="1161669" y="672465"/>
                  </a:lnTo>
                  <a:lnTo>
                    <a:pt x="1143342" y="713778"/>
                  </a:lnTo>
                  <a:lnTo>
                    <a:pt x="1136853" y="765238"/>
                  </a:lnTo>
                  <a:lnTo>
                    <a:pt x="1142961" y="813498"/>
                  </a:lnTo>
                  <a:lnTo>
                    <a:pt x="1159992" y="853236"/>
                  </a:lnTo>
                  <a:lnTo>
                    <a:pt x="1185964" y="883196"/>
                  </a:lnTo>
                  <a:lnTo>
                    <a:pt x="1218907" y="902093"/>
                  </a:lnTo>
                  <a:lnTo>
                    <a:pt x="1256880" y="908672"/>
                  </a:lnTo>
                  <a:lnTo>
                    <a:pt x="1283436" y="905700"/>
                  </a:lnTo>
                  <a:lnTo>
                    <a:pt x="1307846" y="896823"/>
                  </a:lnTo>
                  <a:lnTo>
                    <a:pt x="1328775" y="882065"/>
                  </a:lnTo>
                  <a:lnTo>
                    <a:pt x="1344904" y="861479"/>
                  </a:lnTo>
                  <a:lnTo>
                    <a:pt x="1346111" y="861479"/>
                  </a:lnTo>
                  <a:lnTo>
                    <a:pt x="1349768" y="902093"/>
                  </a:lnTo>
                  <a:lnTo>
                    <a:pt x="1349794" y="902398"/>
                  </a:lnTo>
                  <a:lnTo>
                    <a:pt x="1427505" y="902398"/>
                  </a:lnTo>
                  <a:lnTo>
                    <a:pt x="1425816" y="861479"/>
                  </a:lnTo>
                  <a:lnTo>
                    <a:pt x="1425219" y="683425"/>
                  </a:lnTo>
                  <a:lnTo>
                    <a:pt x="1425219" y="648347"/>
                  </a:lnTo>
                  <a:lnTo>
                    <a:pt x="1425219" y="505853"/>
                  </a:lnTo>
                  <a:lnTo>
                    <a:pt x="1465732" y="499719"/>
                  </a:lnTo>
                  <a:lnTo>
                    <a:pt x="1518754" y="472630"/>
                  </a:lnTo>
                  <a:lnTo>
                    <a:pt x="1542542" y="440613"/>
                  </a:lnTo>
                  <a:lnTo>
                    <a:pt x="1551978" y="419696"/>
                  </a:lnTo>
                  <a:lnTo>
                    <a:pt x="1561401" y="349110"/>
                  </a:lnTo>
                  <a:lnTo>
                    <a:pt x="1561642" y="172961"/>
                  </a:lnTo>
                  <a:lnTo>
                    <a:pt x="1561680" y="167665"/>
                  </a:lnTo>
                  <a:lnTo>
                    <a:pt x="1561706" y="163537"/>
                  </a:lnTo>
                  <a:lnTo>
                    <a:pt x="1562214" y="141706"/>
                  </a:lnTo>
                  <a:lnTo>
                    <a:pt x="1562785" y="127889"/>
                  </a:lnTo>
                  <a:lnTo>
                    <a:pt x="1562874" y="125818"/>
                  </a:lnTo>
                  <a:lnTo>
                    <a:pt x="1562989" y="123075"/>
                  </a:lnTo>
                  <a:lnTo>
                    <a:pt x="1563903" y="108686"/>
                  </a:lnTo>
                  <a:lnTo>
                    <a:pt x="1563928" y="108305"/>
                  </a:lnTo>
                  <a:close/>
                </a:path>
                <a:path w="2624454" h="1016000">
                  <a:moveTo>
                    <a:pt x="1746859" y="759929"/>
                  </a:moveTo>
                  <a:lnTo>
                    <a:pt x="1740217" y="712660"/>
                  </a:lnTo>
                  <a:lnTo>
                    <a:pt x="1723961" y="678815"/>
                  </a:lnTo>
                  <a:lnTo>
                    <a:pt x="1721218" y="673100"/>
                  </a:lnTo>
                  <a:lnTo>
                    <a:pt x="1691259" y="642899"/>
                  </a:lnTo>
                  <a:lnTo>
                    <a:pt x="1656740" y="626084"/>
                  </a:lnTo>
                  <a:lnTo>
                    <a:pt x="1656740" y="762342"/>
                  </a:lnTo>
                  <a:lnTo>
                    <a:pt x="1652930" y="795997"/>
                  </a:lnTo>
                  <a:lnTo>
                    <a:pt x="1652841" y="796772"/>
                  </a:lnTo>
                  <a:lnTo>
                    <a:pt x="1641690" y="823379"/>
                  </a:lnTo>
                  <a:lnTo>
                    <a:pt x="1624152" y="840549"/>
                  </a:lnTo>
                  <a:lnTo>
                    <a:pt x="1601076" y="846632"/>
                  </a:lnTo>
                  <a:lnTo>
                    <a:pt x="1576374" y="840232"/>
                  </a:lnTo>
                  <a:lnTo>
                    <a:pt x="1558353" y="822591"/>
                  </a:lnTo>
                  <a:lnTo>
                    <a:pt x="1547304" y="795997"/>
                  </a:lnTo>
                  <a:lnTo>
                    <a:pt x="1543545" y="762787"/>
                  </a:lnTo>
                  <a:lnTo>
                    <a:pt x="1546694" y="732205"/>
                  </a:lnTo>
                  <a:lnTo>
                    <a:pt x="1556715" y="705281"/>
                  </a:lnTo>
                  <a:lnTo>
                    <a:pt x="1574571" y="686117"/>
                  </a:lnTo>
                  <a:lnTo>
                    <a:pt x="1601152" y="678815"/>
                  </a:lnTo>
                  <a:lnTo>
                    <a:pt x="1626590" y="686117"/>
                  </a:lnTo>
                  <a:lnTo>
                    <a:pt x="1643799" y="705129"/>
                  </a:lnTo>
                  <a:lnTo>
                    <a:pt x="1653628" y="731913"/>
                  </a:lnTo>
                  <a:lnTo>
                    <a:pt x="1656740" y="762342"/>
                  </a:lnTo>
                  <a:lnTo>
                    <a:pt x="1656740" y="626084"/>
                  </a:lnTo>
                  <a:lnTo>
                    <a:pt x="1651596" y="623570"/>
                  </a:lnTo>
                  <a:lnTo>
                    <a:pt x="1603679" y="616775"/>
                  </a:lnTo>
                  <a:lnTo>
                    <a:pt x="1552943" y="623570"/>
                  </a:lnTo>
                  <a:lnTo>
                    <a:pt x="1553235" y="623570"/>
                  </a:lnTo>
                  <a:lnTo>
                    <a:pt x="1511757" y="642899"/>
                  </a:lnTo>
                  <a:lnTo>
                    <a:pt x="1480299" y="673722"/>
                  </a:lnTo>
                  <a:lnTo>
                    <a:pt x="1460398" y="714743"/>
                  </a:lnTo>
                  <a:lnTo>
                    <a:pt x="1453451" y="764743"/>
                  </a:lnTo>
                  <a:lnTo>
                    <a:pt x="1460690" y="814349"/>
                  </a:lnTo>
                  <a:lnTo>
                    <a:pt x="1480997" y="854367"/>
                  </a:lnTo>
                  <a:lnTo>
                    <a:pt x="1512201" y="883983"/>
                  </a:lnTo>
                  <a:lnTo>
                    <a:pt x="1552130" y="902360"/>
                  </a:lnTo>
                  <a:lnTo>
                    <a:pt x="1598650" y="908672"/>
                  </a:lnTo>
                  <a:lnTo>
                    <a:pt x="1643024" y="902995"/>
                  </a:lnTo>
                  <a:lnTo>
                    <a:pt x="1683397" y="885710"/>
                  </a:lnTo>
                  <a:lnTo>
                    <a:pt x="1716405" y="856386"/>
                  </a:lnTo>
                  <a:lnTo>
                    <a:pt x="1721599" y="846632"/>
                  </a:lnTo>
                  <a:lnTo>
                    <a:pt x="1738680" y="814590"/>
                  </a:lnTo>
                  <a:lnTo>
                    <a:pt x="1746859" y="759929"/>
                  </a:lnTo>
                  <a:close/>
                </a:path>
                <a:path w="2624454" h="1016000">
                  <a:moveTo>
                    <a:pt x="1856955" y="241503"/>
                  </a:moveTo>
                  <a:lnTo>
                    <a:pt x="1852650" y="200469"/>
                  </a:lnTo>
                  <a:lnTo>
                    <a:pt x="1839010" y="162560"/>
                  </a:lnTo>
                  <a:lnTo>
                    <a:pt x="1814969" y="131229"/>
                  </a:lnTo>
                  <a:lnTo>
                    <a:pt x="1779460" y="109905"/>
                  </a:lnTo>
                  <a:lnTo>
                    <a:pt x="1775701" y="109296"/>
                  </a:lnTo>
                  <a:lnTo>
                    <a:pt x="1775701" y="216408"/>
                  </a:lnTo>
                  <a:lnTo>
                    <a:pt x="1672361" y="216408"/>
                  </a:lnTo>
                  <a:lnTo>
                    <a:pt x="1676666" y="197815"/>
                  </a:lnTo>
                  <a:lnTo>
                    <a:pt x="1686572" y="179438"/>
                  </a:lnTo>
                  <a:lnTo>
                    <a:pt x="1702943" y="165392"/>
                  </a:lnTo>
                  <a:lnTo>
                    <a:pt x="1726666" y="159791"/>
                  </a:lnTo>
                  <a:lnTo>
                    <a:pt x="1751139" y="165696"/>
                  </a:lnTo>
                  <a:lnTo>
                    <a:pt x="1766163" y="180263"/>
                  </a:lnTo>
                  <a:lnTo>
                    <a:pt x="1773707" y="198742"/>
                  </a:lnTo>
                  <a:lnTo>
                    <a:pt x="1775701" y="216408"/>
                  </a:lnTo>
                  <a:lnTo>
                    <a:pt x="1775701" y="109296"/>
                  </a:lnTo>
                  <a:lnTo>
                    <a:pt x="1731403" y="102031"/>
                  </a:lnTo>
                  <a:lnTo>
                    <a:pt x="1679346" y="110769"/>
                  </a:lnTo>
                  <a:lnTo>
                    <a:pt x="1639519" y="134200"/>
                  </a:lnTo>
                  <a:lnTo>
                    <a:pt x="1611566" y="168224"/>
                  </a:lnTo>
                  <a:lnTo>
                    <a:pt x="1595069" y="208686"/>
                  </a:lnTo>
                  <a:lnTo>
                    <a:pt x="1589659" y="251485"/>
                  </a:lnTo>
                  <a:lnTo>
                    <a:pt x="1596072" y="299415"/>
                  </a:lnTo>
                  <a:lnTo>
                    <a:pt x="1615008" y="339128"/>
                  </a:lnTo>
                  <a:lnTo>
                    <a:pt x="1645691" y="368668"/>
                  </a:lnTo>
                  <a:lnTo>
                    <a:pt x="1687449" y="387210"/>
                  </a:lnTo>
                  <a:lnTo>
                    <a:pt x="1739620" y="393636"/>
                  </a:lnTo>
                  <a:lnTo>
                    <a:pt x="1767357" y="392531"/>
                  </a:lnTo>
                  <a:lnTo>
                    <a:pt x="1793786" y="389229"/>
                  </a:lnTo>
                  <a:lnTo>
                    <a:pt x="1818614" y="383717"/>
                  </a:lnTo>
                  <a:lnTo>
                    <a:pt x="1841500" y="375983"/>
                  </a:lnTo>
                  <a:lnTo>
                    <a:pt x="1832076" y="329069"/>
                  </a:lnTo>
                  <a:lnTo>
                    <a:pt x="1829701" y="317220"/>
                  </a:lnTo>
                  <a:lnTo>
                    <a:pt x="1811820" y="322402"/>
                  </a:lnTo>
                  <a:lnTo>
                    <a:pt x="1793265" y="326097"/>
                  </a:lnTo>
                  <a:lnTo>
                    <a:pt x="1773567" y="328320"/>
                  </a:lnTo>
                  <a:lnTo>
                    <a:pt x="1752320" y="329069"/>
                  </a:lnTo>
                  <a:lnTo>
                    <a:pt x="1723097" y="325831"/>
                  </a:lnTo>
                  <a:lnTo>
                    <a:pt x="1698371" y="316001"/>
                  </a:lnTo>
                  <a:lnTo>
                    <a:pt x="1680819" y="299415"/>
                  </a:lnTo>
                  <a:lnTo>
                    <a:pt x="1673072" y="275907"/>
                  </a:lnTo>
                  <a:lnTo>
                    <a:pt x="1853844" y="275907"/>
                  </a:lnTo>
                  <a:lnTo>
                    <a:pt x="1854974" y="269951"/>
                  </a:lnTo>
                  <a:lnTo>
                    <a:pt x="1855978" y="261975"/>
                  </a:lnTo>
                  <a:lnTo>
                    <a:pt x="1856689" y="252361"/>
                  </a:lnTo>
                  <a:lnTo>
                    <a:pt x="1856955" y="241503"/>
                  </a:lnTo>
                  <a:close/>
                </a:path>
                <a:path w="2624454" h="1016000">
                  <a:moveTo>
                    <a:pt x="2150186" y="222300"/>
                  </a:moveTo>
                  <a:lnTo>
                    <a:pt x="2142540" y="168821"/>
                  </a:lnTo>
                  <a:lnTo>
                    <a:pt x="2121395" y="131330"/>
                  </a:lnTo>
                  <a:lnTo>
                    <a:pt x="2089492" y="109258"/>
                  </a:lnTo>
                  <a:lnTo>
                    <a:pt x="2049538" y="102031"/>
                  </a:lnTo>
                  <a:lnTo>
                    <a:pt x="2017750" y="106527"/>
                  </a:lnTo>
                  <a:lnTo>
                    <a:pt x="1992731" y="117779"/>
                  </a:lnTo>
                  <a:lnTo>
                    <a:pt x="1974392" y="132397"/>
                  </a:lnTo>
                  <a:lnTo>
                    <a:pt x="1962632" y="147015"/>
                  </a:lnTo>
                  <a:lnTo>
                    <a:pt x="1960803" y="147015"/>
                  </a:lnTo>
                  <a:lnTo>
                    <a:pt x="1956752" y="108318"/>
                  </a:lnTo>
                  <a:lnTo>
                    <a:pt x="1880920" y="108318"/>
                  </a:lnTo>
                  <a:lnTo>
                    <a:pt x="1882533" y="149263"/>
                  </a:lnTo>
                  <a:lnTo>
                    <a:pt x="1883041" y="172440"/>
                  </a:lnTo>
                  <a:lnTo>
                    <a:pt x="1883219" y="197535"/>
                  </a:lnTo>
                  <a:lnTo>
                    <a:pt x="1883219" y="387642"/>
                  </a:lnTo>
                  <a:lnTo>
                    <a:pt x="1970773" y="387642"/>
                  </a:lnTo>
                  <a:lnTo>
                    <a:pt x="1970773" y="218694"/>
                  </a:lnTo>
                  <a:lnTo>
                    <a:pt x="1971586" y="210439"/>
                  </a:lnTo>
                  <a:lnTo>
                    <a:pt x="2001939" y="175069"/>
                  </a:lnTo>
                  <a:lnTo>
                    <a:pt x="2018169" y="172212"/>
                  </a:lnTo>
                  <a:lnTo>
                    <a:pt x="2038413" y="176618"/>
                  </a:lnTo>
                  <a:lnTo>
                    <a:pt x="2052231" y="189026"/>
                  </a:lnTo>
                  <a:lnTo>
                    <a:pt x="2060117" y="208178"/>
                  </a:lnTo>
                  <a:lnTo>
                    <a:pt x="2062632" y="232829"/>
                  </a:lnTo>
                  <a:lnTo>
                    <a:pt x="2062632" y="387642"/>
                  </a:lnTo>
                  <a:lnTo>
                    <a:pt x="2150186" y="387642"/>
                  </a:lnTo>
                  <a:lnTo>
                    <a:pt x="2150186" y="222300"/>
                  </a:lnTo>
                  <a:close/>
                </a:path>
                <a:path w="2624454" h="1016000">
                  <a:moveTo>
                    <a:pt x="2351074" y="108305"/>
                  </a:moveTo>
                  <a:lnTo>
                    <a:pt x="2288133" y="108305"/>
                  </a:lnTo>
                  <a:lnTo>
                    <a:pt x="2288133" y="28638"/>
                  </a:lnTo>
                  <a:lnTo>
                    <a:pt x="2202624" y="48285"/>
                  </a:lnTo>
                  <a:lnTo>
                    <a:pt x="2202624" y="108305"/>
                  </a:lnTo>
                  <a:lnTo>
                    <a:pt x="2165261" y="108305"/>
                  </a:lnTo>
                  <a:lnTo>
                    <a:pt x="2165261" y="172364"/>
                  </a:lnTo>
                  <a:lnTo>
                    <a:pt x="2202624" y="172364"/>
                  </a:lnTo>
                  <a:lnTo>
                    <a:pt x="2202624" y="286613"/>
                  </a:lnTo>
                  <a:lnTo>
                    <a:pt x="2204110" y="313956"/>
                  </a:lnTo>
                  <a:lnTo>
                    <a:pt x="2216162" y="355053"/>
                  </a:lnTo>
                  <a:lnTo>
                    <a:pt x="2254415" y="386943"/>
                  </a:lnTo>
                  <a:lnTo>
                    <a:pt x="2292693" y="393636"/>
                  </a:lnTo>
                  <a:lnTo>
                    <a:pt x="2310269" y="393039"/>
                  </a:lnTo>
                  <a:lnTo>
                    <a:pt x="2325954" y="391426"/>
                  </a:lnTo>
                  <a:lnTo>
                    <a:pt x="2339162" y="389051"/>
                  </a:lnTo>
                  <a:lnTo>
                    <a:pt x="2349322" y="386181"/>
                  </a:lnTo>
                  <a:lnTo>
                    <a:pt x="2348623" y="320192"/>
                  </a:lnTo>
                  <a:lnTo>
                    <a:pt x="2343607" y="321195"/>
                  </a:lnTo>
                  <a:lnTo>
                    <a:pt x="2337600" y="322021"/>
                  </a:lnTo>
                  <a:lnTo>
                    <a:pt x="2330602" y="322580"/>
                  </a:lnTo>
                  <a:lnTo>
                    <a:pt x="2322639" y="322795"/>
                  </a:lnTo>
                  <a:lnTo>
                    <a:pt x="2306243" y="319836"/>
                  </a:lnTo>
                  <a:lnTo>
                    <a:pt x="2295614" y="310819"/>
                  </a:lnTo>
                  <a:lnTo>
                    <a:pt x="2289860" y="295478"/>
                  </a:lnTo>
                  <a:lnTo>
                    <a:pt x="2288133" y="273583"/>
                  </a:lnTo>
                  <a:lnTo>
                    <a:pt x="2288133" y="172364"/>
                  </a:lnTo>
                  <a:lnTo>
                    <a:pt x="2351074" y="172364"/>
                  </a:lnTo>
                  <a:lnTo>
                    <a:pt x="2351074" y="108305"/>
                  </a:lnTo>
                  <a:close/>
                </a:path>
                <a:path w="2624454" h="1016000">
                  <a:moveTo>
                    <a:pt x="2624036" y="241503"/>
                  </a:moveTo>
                  <a:lnTo>
                    <a:pt x="2621394" y="216408"/>
                  </a:lnTo>
                  <a:lnTo>
                    <a:pt x="2619730" y="200469"/>
                  </a:lnTo>
                  <a:lnTo>
                    <a:pt x="2606090" y="162560"/>
                  </a:lnTo>
                  <a:lnTo>
                    <a:pt x="2603957" y="159791"/>
                  </a:lnTo>
                  <a:lnTo>
                    <a:pt x="2582049" y="131229"/>
                  </a:lnTo>
                  <a:lnTo>
                    <a:pt x="2546527" y="109905"/>
                  </a:lnTo>
                  <a:lnTo>
                    <a:pt x="2542781" y="109296"/>
                  </a:lnTo>
                  <a:lnTo>
                    <a:pt x="2542781" y="216408"/>
                  </a:lnTo>
                  <a:lnTo>
                    <a:pt x="2439428" y="216408"/>
                  </a:lnTo>
                  <a:lnTo>
                    <a:pt x="2443746" y="197815"/>
                  </a:lnTo>
                  <a:lnTo>
                    <a:pt x="2453640" y="179438"/>
                  </a:lnTo>
                  <a:lnTo>
                    <a:pt x="2470023" y="165392"/>
                  </a:lnTo>
                  <a:lnTo>
                    <a:pt x="2493746" y="159791"/>
                  </a:lnTo>
                  <a:lnTo>
                    <a:pt x="2518219" y="165696"/>
                  </a:lnTo>
                  <a:lnTo>
                    <a:pt x="2533243" y="180263"/>
                  </a:lnTo>
                  <a:lnTo>
                    <a:pt x="2540774" y="198742"/>
                  </a:lnTo>
                  <a:lnTo>
                    <a:pt x="2542781" y="216408"/>
                  </a:lnTo>
                  <a:lnTo>
                    <a:pt x="2542781" y="109296"/>
                  </a:lnTo>
                  <a:lnTo>
                    <a:pt x="2498471" y="102031"/>
                  </a:lnTo>
                  <a:lnTo>
                    <a:pt x="2446413" y="110769"/>
                  </a:lnTo>
                  <a:lnTo>
                    <a:pt x="2406599" y="134200"/>
                  </a:lnTo>
                  <a:lnTo>
                    <a:pt x="2378633" y="168224"/>
                  </a:lnTo>
                  <a:lnTo>
                    <a:pt x="2362149" y="208686"/>
                  </a:lnTo>
                  <a:lnTo>
                    <a:pt x="2356726" y="251485"/>
                  </a:lnTo>
                  <a:lnTo>
                    <a:pt x="2363152" y="299415"/>
                  </a:lnTo>
                  <a:lnTo>
                    <a:pt x="2382088" y="339128"/>
                  </a:lnTo>
                  <a:lnTo>
                    <a:pt x="2412758" y="368668"/>
                  </a:lnTo>
                  <a:lnTo>
                    <a:pt x="2454529" y="387210"/>
                  </a:lnTo>
                  <a:lnTo>
                    <a:pt x="2506700" y="393636"/>
                  </a:lnTo>
                  <a:lnTo>
                    <a:pt x="2534424" y="392531"/>
                  </a:lnTo>
                  <a:lnTo>
                    <a:pt x="2560866" y="389229"/>
                  </a:lnTo>
                  <a:lnTo>
                    <a:pt x="2585682" y="383717"/>
                  </a:lnTo>
                  <a:lnTo>
                    <a:pt x="2608580" y="375983"/>
                  </a:lnTo>
                  <a:lnTo>
                    <a:pt x="2599156" y="329069"/>
                  </a:lnTo>
                  <a:lnTo>
                    <a:pt x="2596781" y="317220"/>
                  </a:lnTo>
                  <a:lnTo>
                    <a:pt x="2578900" y="322402"/>
                  </a:lnTo>
                  <a:lnTo>
                    <a:pt x="2560332" y="326097"/>
                  </a:lnTo>
                  <a:lnTo>
                    <a:pt x="2540647" y="328320"/>
                  </a:lnTo>
                  <a:lnTo>
                    <a:pt x="2519400" y="329069"/>
                  </a:lnTo>
                  <a:lnTo>
                    <a:pt x="2490165" y="325831"/>
                  </a:lnTo>
                  <a:lnTo>
                    <a:pt x="2465451" y="316001"/>
                  </a:lnTo>
                  <a:lnTo>
                    <a:pt x="2447887" y="299415"/>
                  </a:lnTo>
                  <a:lnTo>
                    <a:pt x="2440140" y="275907"/>
                  </a:lnTo>
                  <a:lnTo>
                    <a:pt x="2620911" y="275907"/>
                  </a:lnTo>
                  <a:lnTo>
                    <a:pt x="2622054" y="269951"/>
                  </a:lnTo>
                  <a:lnTo>
                    <a:pt x="2623045" y="261975"/>
                  </a:lnTo>
                  <a:lnTo>
                    <a:pt x="2623756" y="252361"/>
                  </a:lnTo>
                  <a:lnTo>
                    <a:pt x="2624036" y="2415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68526" y="2230298"/>
              <a:ext cx="4575810" cy="2031364"/>
            </a:xfrm>
            <a:custGeom>
              <a:avLst/>
              <a:gdLst/>
              <a:ahLst/>
              <a:cxnLst/>
              <a:rect l="l" t="t" r="r" b="b"/>
              <a:pathLst>
                <a:path w="4575809" h="2031364">
                  <a:moveTo>
                    <a:pt x="3455392" y="0"/>
                  </a:moveTo>
                  <a:lnTo>
                    <a:pt x="2462228" y="806"/>
                  </a:lnTo>
                  <a:lnTo>
                    <a:pt x="219888" y="178005"/>
                  </a:lnTo>
                  <a:lnTo>
                    <a:pt x="534015" y="1204151"/>
                  </a:lnTo>
                  <a:lnTo>
                    <a:pt x="0" y="1926642"/>
                  </a:lnTo>
                  <a:lnTo>
                    <a:pt x="481660" y="2031351"/>
                  </a:lnTo>
                  <a:lnTo>
                    <a:pt x="2303594" y="1863817"/>
                  </a:lnTo>
                  <a:lnTo>
                    <a:pt x="4575776" y="1120384"/>
                  </a:lnTo>
                  <a:lnTo>
                    <a:pt x="3455392" y="0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9176" y="1620792"/>
              <a:ext cx="7439025" cy="2320925"/>
            </a:xfrm>
            <a:custGeom>
              <a:avLst/>
              <a:gdLst/>
              <a:ahLst/>
              <a:cxnLst/>
              <a:rect l="l" t="t" r="r" b="b"/>
              <a:pathLst>
                <a:path w="7439025" h="2320925">
                  <a:moveTo>
                    <a:pt x="813028" y="2103335"/>
                  </a:moveTo>
                  <a:lnTo>
                    <a:pt x="776859" y="2080221"/>
                  </a:lnTo>
                  <a:lnTo>
                    <a:pt x="726249" y="2080069"/>
                  </a:lnTo>
                  <a:lnTo>
                    <a:pt x="675716" y="2080831"/>
                  </a:lnTo>
                  <a:lnTo>
                    <a:pt x="625246" y="2082507"/>
                  </a:lnTo>
                  <a:lnTo>
                    <a:pt x="574852" y="2085111"/>
                  </a:lnTo>
                  <a:lnTo>
                    <a:pt x="524522" y="2088616"/>
                  </a:lnTo>
                  <a:lnTo>
                    <a:pt x="474268" y="2093048"/>
                  </a:lnTo>
                  <a:lnTo>
                    <a:pt x="424078" y="2098395"/>
                  </a:lnTo>
                  <a:lnTo>
                    <a:pt x="373964" y="2104656"/>
                  </a:lnTo>
                  <a:lnTo>
                    <a:pt x="323926" y="2111832"/>
                  </a:lnTo>
                  <a:lnTo>
                    <a:pt x="273951" y="2119934"/>
                  </a:lnTo>
                  <a:lnTo>
                    <a:pt x="224066" y="2128939"/>
                  </a:lnTo>
                  <a:lnTo>
                    <a:pt x="174244" y="2138870"/>
                  </a:lnTo>
                  <a:lnTo>
                    <a:pt x="136867" y="2147722"/>
                  </a:lnTo>
                  <a:lnTo>
                    <a:pt x="100342" y="2159419"/>
                  </a:lnTo>
                  <a:lnTo>
                    <a:pt x="65328" y="2175116"/>
                  </a:lnTo>
                  <a:lnTo>
                    <a:pt x="32448" y="2196033"/>
                  </a:lnTo>
                  <a:lnTo>
                    <a:pt x="6299" y="2225294"/>
                  </a:lnTo>
                  <a:lnTo>
                    <a:pt x="0" y="2255736"/>
                  </a:lnTo>
                  <a:lnTo>
                    <a:pt x="13055" y="2283612"/>
                  </a:lnTo>
                  <a:lnTo>
                    <a:pt x="44958" y="2305151"/>
                  </a:lnTo>
                  <a:lnTo>
                    <a:pt x="107010" y="2319236"/>
                  </a:lnTo>
                  <a:lnTo>
                    <a:pt x="154241" y="2320531"/>
                  </a:lnTo>
                  <a:lnTo>
                    <a:pt x="201523" y="2316327"/>
                  </a:lnTo>
                  <a:lnTo>
                    <a:pt x="248805" y="2308999"/>
                  </a:lnTo>
                  <a:lnTo>
                    <a:pt x="300126" y="2299385"/>
                  </a:lnTo>
                  <a:lnTo>
                    <a:pt x="351040" y="2288298"/>
                  </a:lnTo>
                  <a:lnTo>
                    <a:pt x="401586" y="2275865"/>
                  </a:lnTo>
                  <a:lnTo>
                    <a:pt x="451777" y="2262174"/>
                  </a:lnTo>
                  <a:lnTo>
                    <a:pt x="501662" y="2247366"/>
                  </a:lnTo>
                  <a:lnTo>
                    <a:pt x="551268" y="2231517"/>
                  </a:lnTo>
                  <a:lnTo>
                    <a:pt x="600633" y="2214778"/>
                  </a:lnTo>
                  <a:lnTo>
                    <a:pt x="649782" y="2197227"/>
                  </a:lnTo>
                  <a:lnTo>
                    <a:pt x="698741" y="2178989"/>
                  </a:lnTo>
                  <a:lnTo>
                    <a:pt x="747547" y="2160168"/>
                  </a:lnTo>
                  <a:lnTo>
                    <a:pt x="789228" y="2140699"/>
                  </a:lnTo>
                  <a:lnTo>
                    <a:pt x="813028" y="2103335"/>
                  </a:lnTo>
                  <a:close/>
                </a:path>
                <a:path w="7439025" h="2320925">
                  <a:moveTo>
                    <a:pt x="851395" y="1903082"/>
                  </a:moveTo>
                  <a:lnTo>
                    <a:pt x="623747" y="1750377"/>
                  </a:lnTo>
                  <a:lnTo>
                    <a:pt x="493039" y="1670151"/>
                  </a:lnTo>
                  <a:lnTo>
                    <a:pt x="405638" y="1617116"/>
                  </a:lnTo>
                  <a:lnTo>
                    <a:pt x="360045" y="1591703"/>
                  </a:lnTo>
                  <a:lnTo>
                    <a:pt x="312661" y="1570266"/>
                  </a:lnTo>
                  <a:lnTo>
                    <a:pt x="263207" y="1553972"/>
                  </a:lnTo>
                  <a:lnTo>
                    <a:pt x="211416" y="1544002"/>
                  </a:lnTo>
                  <a:lnTo>
                    <a:pt x="197573" y="1543113"/>
                  </a:lnTo>
                  <a:lnTo>
                    <a:pt x="184391" y="1543354"/>
                  </a:lnTo>
                  <a:lnTo>
                    <a:pt x="144754" y="1556194"/>
                  </a:lnTo>
                  <a:lnTo>
                    <a:pt x="124764" y="1602803"/>
                  </a:lnTo>
                  <a:lnTo>
                    <a:pt x="129298" y="1626273"/>
                  </a:lnTo>
                  <a:lnTo>
                    <a:pt x="151904" y="1665757"/>
                  </a:lnTo>
                  <a:lnTo>
                    <a:pt x="190893" y="1698637"/>
                  </a:lnTo>
                  <a:lnTo>
                    <a:pt x="237172" y="1730108"/>
                  </a:lnTo>
                  <a:lnTo>
                    <a:pt x="307378" y="1766785"/>
                  </a:lnTo>
                  <a:lnTo>
                    <a:pt x="354037" y="1787969"/>
                  </a:lnTo>
                  <a:lnTo>
                    <a:pt x="401307" y="1807540"/>
                  </a:lnTo>
                  <a:lnTo>
                    <a:pt x="449135" y="1825650"/>
                  </a:lnTo>
                  <a:lnTo>
                    <a:pt x="497471" y="1842427"/>
                  </a:lnTo>
                  <a:lnTo>
                    <a:pt x="546252" y="1858022"/>
                  </a:lnTo>
                  <a:lnTo>
                    <a:pt x="595414" y="1872576"/>
                  </a:lnTo>
                  <a:lnTo>
                    <a:pt x="644906" y="1886229"/>
                  </a:lnTo>
                  <a:lnTo>
                    <a:pt x="694651" y="1899107"/>
                  </a:lnTo>
                  <a:lnTo>
                    <a:pt x="761301" y="1912556"/>
                  </a:lnTo>
                  <a:lnTo>
                    <a:pt x="828776" y="1922500"/>
                  </a:lnTo>
                  <a:lnTo>
                    <a:pt x="834961" y="1921713"/>
                  </a:lnTo>
                  <a:lnTo>
                    <a:pt x="841870" y="1918538"/>
                  </a:lnTo>
                  <a:lnTo>
                    <a:pt x="847839" y="1913966"/>
                  </a:lnTo>
                  <a:lnTo>
                    <a:pt x="851217" y="1909013"/>
                  </a:lnTo>
                  <a:lnTo>
                    <a:pt x="851395" y="1903082"/>
                  </a:lnTo>
                  <a:close/>
                </a:path>
                <a:path w="7439025" h="2320925">
                  <a:moveTo>
                    <a:pt x="937996" y="1728127"/>
                  </a:moveTo>
                  <a:lnTo>
                    <a:pt x="913409" y="1671713"/>
                  </a:lnTo>
                  <a:lnTo>
                    <a:pt x="891197" y="1627441"/>
                  </a:lnTo>
                  <a:lnTo>
                    <a:pt x="864285" y="1575816"/>
                  </a:lnTo>
                  <a:lnTo>
                    <a:pt x="834275" y="1520266"/>
                  </a:lnTo>
                  <a:lnTo>
                    <a:pt x="802779" y="1464221"/>
                  </a:lnTo>
                  <a:lnTo>
                    <a:pt x="771423" y="1411084"/>
                  </a:lnTo>
                  <a:lnTo>
                    <a:pt x="741794" y="1364297"/>
                  </a:lnTo>
                  <a:lnTo>
                    <a:pt x="715530" y="1327264"/>
                  </a:lnTo>
                  <a:lnTo>
                    <a:pt x="686523" y="1290942"/>
                  </a:lnTo>
                  <a:lnTo>
                    <a:pt x="656069" y="1256017"/>
                  </a:lnTo>
                  <a:lnTo>
                    <a:pt x="623417" y="1223378"/>
                  </a:lnTo>
                  <a:lnTo>
                    <a:pt x="587819" y="1193914"/>
                  </a:lnTo>
                  <a:lnTo>
                    <a:pt x="548538" y="1168514"/>
                  </a:lnTo>
                  <a:lnTo>
                    <a:pt x="507238" y="1154010"/>
                  </a:lnTo>
                  <a:lnTo>
                    <a:pt x="492861" y="1152410"/>
                  </a:lnTo>
                  <a:lnTo>
                    <a:pt x="473290" y="1155179"/>
                  </a:lnTo>
                  <a:lnTo>
                    <a:pt x="458965" y="1164818"/>
                  </a:lnTo>
                  <a:lnTo>
                    <a:pt x="450977" y="1180109"/>
                  </a:lnTo>
                  <a:lnTo>
                    <a:pt x="450405" y="1199832"/>
                  </a:lnTo>
                  <a:lnTo>
                    <a:pt x="453898" y="1217117"/>
                  </a:lnTo>
                  <a:lnTo>
                    <a:pt x="472592" y="1266685"/>
                  </a:lnTo>
                  <a:lnTo>
                    <a:pt x="500151" y="1313637"/>
                  </a:lnTo>
                  <a:lnTo>
                    <a:pt x="530618" y="1358417"/>
                  </a:lnTo>
                  <a:lnTo>
                    <a:pt x="563524" y="1401394"/>
                  </a:lnTo>
                  <a:lnTo>
                    <a:pt x="598360" y="1442948"/>
                  </a:lnTo>
                  <a:lnTo>
                    <a:pt x="634657" y="1483448"/>
                  </a:lnTo>
                  <a:lnTo>
                    <a:pt x="671195" y="1523111"/>
                  </a:lnTo>
                  <a:lnTo>
                    <a:pt x="707986" y="1562506"/>
                  </a:lnTo>
                  <a:lnTo>
                    <a:pt x="745286" y="1601355"/>
                  </a:lnTo>
                  <a:lnTo>
                    <a:pt x="783348" y="1639404"/>
                  </a:lnTo>
                  <a:lnTo>
                    <a:pt x="822439" y="1676374"/>
                  </a:lnTo>
                  <a:lnTo>
                    <a:pt x="862825" y="1712023"/>
                  </a:lnTo>
                  <a:lnTo>
                    <a:pt x="906005" y="1747037"/>
                  </a:lnTo>
                  <a:lnTo>
                    <a:pt x="918857" y="1749882"/>
                  </a:lnTo>
                  <a:lnTo>
                    <a:pt x="928052" y="1746643"/>
                  </a:lnTo>
                  <a:lnTo>
                    <a:pt x="934935" y="1739722"/>
                  </a:lnTo>
                  <a:lnTo>
                    <a:pt x="937907" y="1730082"/>
                  </a:lnTo>
                  <a:lnTo>
                    <a:pt x="937996" y="1728127"/>
                  </a:lnTo>
                  <a:close/>
                </a:path>
                <a:path w="7439025" h="2320925">
                  <a:moveTo>
                    <a:pt x="6695287" y="70789"/>
                  </a:moveTo>
                  <a:lnTo>
                    <a:pt x="6685915" y="16306"/>
                  </a:lnTo>
                  <a:lnTo>
                    <a:pt x="6657365" y="0"/>
                  </a:lnTo>
                  <a:lnTo>
                    <a:pt x="6638214" y="3975"/>
                  </a:lnTo>
                  <a:lnTo>
                    <a:pt x="6601307" y="27838"/>
                  </a:lnTo>
                  <a:lnTo>
                    <a:pt x="6562141" y="75882"/>
                  </a:lnTo>
                  <a:lnTo>
                    <a:pt x="6537909" y="116141"/>
                  </a:lnTo>
                  <a:lnTo>
                    <a:pt x="6517411" y="158457"/>
                  </a:lnTo>
                  <a:lnTo>
                    <a:pt x="6499669" y="202209"/>
                  </a:lnTo>
                  <a:lnTo>
                    <a:pt x="6483718" y="246824"/>
                  </a:lnTo>
                  <a:lnTo>
                    <a:pt x="6470536" y="291172"/>
                  </a:lnTo>
                  <a:lnTo>
                    <a:pt x="6457226" y="346011"/>
                  </a:lnTo>
                  <a:lnTo>
                    <a:pt x="6444234" y="407504"/>
                  </a:lnTo>
                  <a:lnTo>
                    <a:pt x="6432029" y="471843"/>
                  </a:lnTo>
                  <a:lnTo>
                    <a:pt x="6421056" y="535203"/>
                  </a:lnTo>
                  <a:lnTo>
                    <a:pt x="6411760" y="593750"/>
                  </a:lnTo>
                  <a:lnTo>
                    <a:pt x="6404610" y="643661"/>
                  </a:lnTo>
                  <a:lnTo>
                    <a:pt x="6398527" y="702322"/>
                  </a:lnTo>
                  <a:lnTo>
                    <a:pt x="6398539" y="704176"/>
                  </a:lnTo>
                  <a:lnTo>
                    <a:pt x="6398958" y="706018"/>
                  </a:lnTo>
                  <a:lnTo>
                    <a:pt x="6399657" y="707847"/>
                  </a:lnTo>
                  <a:lnTo>
                    <a:pt x="6405397" y="716076"/>
                  </a:lnTo>
                  <a:lnTo>
                    <a:pt x="6413970" y="720369"/>
                  </a:lnTo>
                  <a:lnTo>
                    <a:pt x="6423571" y="720356"/>
                  </a:lnTo>
                  <a:lnTo>
                    <a:pt x="6460845" y="671029"/>
                  </a:lnTo>
                  <a:lnTo>
                    <a:pt x="6484607" y="629361"/>
                  </a:lnTo>
                  <a:lnTo>
                    <a:pt x="6507048" y="587006"/>
                  </a:lnTo>
                  <a:lnTo>
                    <a:pt x="6528422" y="544093"/>
                  </a:lnTo>
                  <a:lnTo>
                    <a:pt x="6548933" y="500722"/>
                  </a:lnTo>
                  <a:lnTo>
                    <a:pt x="6568783" y="456996"/>
                  </a:lnTo>
                  <a:lnTo>
                    <a:pt x="6588214" y="413054"/>
                  </a:lnTo>
                  <a:lnTo>
                    <a:pt x="6607442" y="368985"/>
                  </a:lnTo>
                  <a:lnTo>
                    <a:pt x="6628930" y="317919"/>
                  </a:lnTo>
                  <a:lnTo>
                    <a:pt x="6648729" y="266319"/>
                  </a:lnTo>
                  <a:lnTo>
                    <a:pt x="6666281" y="214020"/>
                  </a:lnTo>
                  <a:lnTo>
                    <a:pt x="6681000" y="160820"/>
                  </a:lnTo>
                  <a:lnTo>
                    <a:pt x="6692341" y="106540"/>
                  </a:lnTo>
                  <a:lnTo>
                    <a:pt x="6695287" y="70789"/>
                  </a:lnTo>
                  <a:close/>
                </a:path>
                <a:path w="7439025" h="2320925">
                  <a:moveTo>
                    <a:pt x="7124141" y="334606"/>
                  </a:moveTo>
                  <a:lnTo>
                    <a:pt x="7114756" y="294043"/>
                  </a:lnTo>
                  <a:lnTo>
                    <a:pt x="7066826" y="267970"/>
                  </a:lnTo>
                  <a:lnTo>
                    <a:pt x="7047103" y="273850"/>
                  </a:lnTo>
                  <a:lnTo>
                    <a:pt x="6976618" y="310718"/>
                  </a:lnTo>
                  <a:lnTo>
                    <a:pt x="6935368" y="343065"/>
                  </a:lnTo>
                  <a:lnTo>
                    <a:pt x="6897649" y="379641"/>
                  </a:lnTo>
                  <a:lnTo>
                    <a:pt x="6862826" y="419417"/>
                  </a:lnTo>
                  <a:lnTo>
                    <a:pt x="6797383" y="499808"/>
                  </a:lnTo>
                  <a:lnTo>
                    <a:pt x="6699796" y="620890"/>
                  </a:lnTo>
                  <a:lnTo>
                    <a:pt x="6538061" y="823442"/>
                  </a:lnTo>
                  <a:lnTo>
                    <a:pt x="6533655" y="836803"/>
                  </a:lnTo>
                  <a:lnTo>
                    <a:pt x="6533832" y="844207"/>
                  </a:lnTo>
                  <a:lnTo>
                    <a:pt x="6535826" y="849820"/>
                  </a:lnTo>
                  <a:lnTo>
                    <a:pt x="6540500" y="853427"/>
                  </a:lnTo>
                  <a:lnTo>
                    <a:pt x="6547485" y="855789"/>
                  </a:lnTo>
                  <a:lnTo>
                    <a:pt x="6554927" y="856488"/>
                  </a:lnTo>
                  <a:lnTo>
                    <a:pt x="6560960" y="855141"/>
                  </a:lnTo>
                  <a:lnTo>
                    <a:pt x="6621018" y="822782"/>
                  </a:lnTo>
                  <a:lnTo>
                    <a:pt x="6679235" y="787311"/>
                  </a:lnTo>
                  <a:lnTo>
                    <a:pt x="6721805" y="758126"/>
                  </a:lnTo>
                  <a:lnTo>
                    <a:pt x="6763906" y="728306"/>
                  </a:lnTo>
                  <a:lnTo>
                    <a:pt x="6805422" y="697725"/>
                  </a:lnTo>
                  <a:lnTo>
                    <a:pt x="6846252" y="666267"/>
                  </a:lnTo>
                  <a:lnTo>
                    <a:pt x="6886308" y="633831"/>
                  </a:lnTo>
                  <a:lnTo>
                    <a:pt x="6925475" y="600290"/>
                  </a:lnTo>
                  <a:lnTo>
                    <a:pt x="6963677" y="565543"/>
                  </a:lnTo>
                  <a:lnTo>
                    <a:pt x="7000799" y="529450"/>
                  </a:lnTo>
                  <a:lnTo>
                    <a:pt x="7036752" y="491921"/>
                  </a:lnTo>
                  <a:lnTo>
                    <a:pt x="7072477" y="448056"/>
                  </a:lnTo>
                  <a:lnTo>
                    <a:pt x="7104278" y="400951"/>
                  </a:lnTo>
                  <a:lnTo>
                    <a:pt x="7121957" y="357860"/>
                  </a:lnTo>
                  <a:lnTo>
                    <a:pt x="7124141" y="334606"/>
                  </a:lnTo>
                  <a:close/>
                </a:path>
                <a:path w="7439025" h="2320925">
                  <a:moveTo>
                    <a:pt x="7438822" y="893559"/>
                  </a:moveTo>
                  <a:lnTo>
                    <a:pt x="7423556" y="866533"/>
                  </a:lnTo>
                  <a:lnTo>
                    <a:pt x="7390092" y="847369"/>
                  </a:lnTo>
                  <a:lnTo>
                    <a:pt x="7352893" y="838479"/>
                  </a:lnTo>
                  <a:lnTo>
                    <a:pt x="7315301" y="835304"/>
                  </a:lnTo>
                  <a:lnTo>
                    <a:pt x="7277544" y="836472"/>
                  </a:lnTo>
                  <a:lnTo>
                    <a:pt x="7190181" y="848029"/>
                  </a:lnTo>
                  <a:lnTo>
                    <a:pt x="7140740" y="856297"/>
                  </a:lnTo>
                  <a:lnTo>
                    <a:pt x="7091502" y="865466"/>
                  </a:lnTo>
                  <a:lnTo>
                    <a:pt x="7042480" y="875538"/>
                  </a:lnTo>
                  <a:lnTo>
                    <a:pt x="6993674" y="886510"/>
                  </a:lnTo>
                  <a:lnTo>
                    <a:pt x="6945084" y="898385"/>
                  </a:lnTo>
                  <a:lnTo>
                    <a:pt x="6896709" y="911161"/>
                  </a:lnTo>
                  <a:lnTo>
                    <a:pt x="6848538" y="924852"/>
                  </a:lnTo>
                  <a:lnTo>
                    <a:pt x="6800596" y="939431"/>
                  </a:lnTo>
                  <a:lnTo>
                    <a:pt x="6752869" y="954913"/>
                  </a:lnTo>
                  <a:lnTo>
                    <a:pt x="6705359" y="971296"/>
                  </a:lnTo>
                  <a:lnTo>
                    <a:pt x="6658076" y="988593"/>
                  </a:lnTo>
                  <a:lnTo>
                    <a:pt x="6631343" y="1022972"/>
                  </a:lnTo>
                  <a:lnTo>
                    <a:pt x="6635331" y="1035100"/>
                  </a:lnTo>
                  <a:lnTo>
                    <a:pt x="6710096" y="1055217"/>
                  </a:lnTo>
                  <a:lnTo>
                    <a:pt x="6761543" y="1056703"/>
                  </a:lnTo>
                  <a:lnTo>
                    <a:pt x="6812953" y="1057579"/>
                  </a:lnTo>
                  <a:lnTo>
                    <a:pt x="6864337" y="1057744"/>
                  </a:lnTo>
                  <a:lnTo>
                    <a:pt x="6915658" y="1057059"/>
                  </a:lnTo>
                  <a:lnTo>
                    <a:pt x="6966940" y="1055433"/>
                  </a:lnTo>
                  <a:lnTo>
                    <a:pt x="7018172" y="1052728"/>
                  </a:lnTo>
                  <a:lnTo>
                    <a:pt x="7069341" y="1048829"/>
                  </a:lnTo>
                  <a:lnTo>
                    <a:pt x="7120445" y="1043622"/>
                  </a:lnTo>
                  <a:lnTo>
                    <a:pt x="7171487" y="1036993"/>
                  </a:lnTo>
                  <a:lnTo>
                    <a:pt x="7222464" y="1028814"/>
                  </a:lnTo>
                  <a:lnTo>
                    <a:pt x="7268946" y="1019822"/>
                  </a:lnTo>
                  <a:lnTo>
                    <a:pt x="7314476" y="1007833"/>
                  </a:lnTo>
                  <a:lnTo>
                    <a:pt x="7358253" y="990600"/>
                  </a:lnTo>
                  <a:lnTo>
                    <a:pt x="7399490" y="965923"/>
                  </a:lnTo>
                  <a:lnTo>
                    <a:pt x="7435177" y="924674"/>
                  </a:lnTo>
                  <a:lnTo>
                    <a:pt x="7438822" y="893559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20331" y="1667673"/>
              <a:ext cx="5854786" cy="286996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2455587" y="3578899"/>
              <a:ext cx="7093584" cy="746125"/>
            </a:xfrm>
            <a:custGeom>
              <a:avLst/>
              <a:gdLst/>
              <a:ahLst/>
              <a:cxnLst/>
              <a:rect l="l" t="t" r="r" b="b"/>
              <a:pathLst>
                <a:path w="7093584" h="746125">
                  <a:moveTo>
                    <a:pt x="7009985" y="0"/>
                  </a:moveTo>
                  <a:lnTo>
                    <a:pt x="83568" y="0"/>
                  </a:lnTo>
                  <a:lnTo>
                    <a:pt x="51118" y="6593"/>
                  </a:lnTo>
                  <a:lnTo>
                    <a:pt x="24546" y="24546"/>
                  </a:lnTo>
                  <a:lnTo>
                    <a:pt x="6593" y="51118"/>
                  </a:lnTo>
                  <a:lnTo>
                    <a:pt x="0" y="83568"/>
                  </a:lnTo>
                  <a:lnTo>
                    <a:pt x="0" y="662492"/>
                  </a:lnTo>
                  <a:lnTo>
                    <a:pt x="6593" y="694938"/>
                  </a:lnTo>
                  <a:lnTo>
                    <a:pt x="24546" y="721510"/>
                  </a:lnTo>
                  <a:lnTo>
                    <a:pt x="51118" y="739466"/>
                  </a:lnTo>
                  <a:lnTo>
                    <a:pt x="83568" y="746061"/>
                  </a:lnTo>
                  <a:lnTo>
                    <a:pt x="7009985" y="746061"/>
                  </a:lnTo>
                  <a:lnTo>
                    <a:pt x="7042435" y="739466"/>
                  </a:lnTo>
                  <a:lnTo>
                    <a:pt x="7069007" y="721510"/>
                  </a:lnTo>
                  <a:lnTo>
                    <a:pt x="7086960" y="694938"/>
                  </a:lnTo>
                  <a:lnTo>
                    <a:pt x="7093553" y="662492"/>
                  </a:lnTo>
                  <a:lnTo>
                    <a:pt x="7093553" y="83568"/>
                  </a:lnTo>
                  <a:lnTo>
                    <a:pt x="7086960" y="51118"/>
                  </a:lnTo>
                  <a:lnTo>
                    <a:pt x="7069007" y="24546"/>
                  </a:lnTo>
                  <a:lnTo>
                    <a:pt x="7042435" y="6593"/>
                  </a:lnTo>
                  <a:lnTo>
                    <a:pt x="7009985" y="0"/>
                  </a:lnTo>
                  <a:close/>
                </a:path>
              </a:pathLst>
            </a:custGeom>
            <a:solidFill>
              <a:srgbClr val="0071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3595601" y="3647165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5397874" y="3647165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450167" y="3647165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/>
          <p:nvPr/>
        </p:nvSpPr>
        <p:spPr>
          <a:xfrm>
            <a:off x="12455577" y="4417216"/>
            <a:ext cx="7093584" cy="1434465"/>
          </a:xfrm>
          <a:custGeom>
            <a:avLst/>
            <a:gdLst/>
            <a:ahLst/>
            <a:cxnLst/>
            <a:rect l="l" t="t" r="r" b="b"/>
            <a:pathLst>
              <a:path w="7093584" h="1434464">
                <a:moveTo>
                  <a:pt x="6977703" y="1434008"/>
                </a:moveTo>
                <a:lnTo>
                  <a:pt x="115860" y="1434008"/>
                </a:lnTo>
                <a:lnTo>
                  <a:pt x="70877" y="1424866"/>
                </a:lnTo>
                <a:lnTo>
                  <a:pt x="34036" y="1399975"/>
                </a:lnTo>
                <a:lnTo>
                  <a:pt x="9143" y="1363135"/>
                </a:lnTo>
                <a:lnTo>
                  <a:pt x="0" y="1318148"/>
                </a:lnTo>
                <a:lnTo>
                  <a:pt x="0" y="115860"/>
                </a:lnTo>
                <a:lnTo>
                  <a:pt x="9143" y="70872"/>
                </a:lnTo>
                <a:lnTo>
                  <a:pt x="34036" y="34032"/>
                </a:lnTo>
                <a:lnTo>
                  <a:pt x="70877" y="9141"/>
                </a:lnTo>
                <a:lnTo>
                  <a:pt x="115860" y="0"/>
                </a:lnTo>
                <a:lnTo>
                  <a:pt x="6977703" y="0"/>
                </a:lnTo>
                <a:lnTo>
                  <a:pt x="7022691" y="9141"/>
                </a:lnTo>
                <a:lnTo>
                  <a:pt x="7059531" y="34032"/>
                </a:lnTo>
                <a:lnTo>
                  <a:pt x="7084422" y="70872"/>
                </a:lnTo>
                <a:lnTo>
                  <a:pt x="7093564" y="115860"/>
                </a:lnTo>
                <a:lnTo>
                  <a:pt x="7093564" y="1318148"/>
                </a:lnTo>
                <a:lnTo>
                  <a:pt x="7084422" y="1363135"/>
                </a:lnTo>
                <a:lnTo>
                  <a:pt x="7059531" y="1399975"/>
                </a:lnTo>
                <a:lnTo>
                  <a:pt x="7022691" y="1424866"/>
                </a:lnTo>
                <a:lnTo>
                  <a:pt x="6977703" y="1434008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8018216" y="3763149"/>
            <a:ext cx="874394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EAN</a:t>
            </a:r>
            <a:r>
              <a:rPr sz="21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14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989304" y="3763149"/>
            <a:ext cx="81661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EAN13</a:t>
            </a:r>
            <a:endParaRPr sz="2150">
              <a:latin typeface="Trebuchet MS"/>
              <a:cs typeface="Trebuchet MS"/>
            </a:endParaRPr>
          </a:p>
        </p:txBody>
      </p:sp>
      <p:graphicFrame>
        <p:nvGraphicFramePr>
          <p:cNvPr id="41" name="object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834863"/>
              </p:ext>
            </p:extLst>
          </p:nvPr>
        </p:nvGraphicFramePr>
        <p:xfrm>
          <a:off x="12458020" y="4412725"/>
          <a:ext cx="7091680" cy="1437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6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980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200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5405" marB="0"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s-ES" sz="215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540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7707426912230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17707426912237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1C1C1B"/>
                      </a:solidFill>
                      <a:prstDash val="solid"/>
                    </a:lnL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1000</a:t>
                      </a:r>
                      <a:r>
                        <a:rPr sz="215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3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7707291393486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17707291393483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1C1C1B"/>
                      </a:solidFill>
                      <a:prstDash val="solid"/>
                    </a:lnL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3000</a:t>
                      </a:r>
                      <a:r>
                        <a:rPr sz="215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35" dirty="0">
                          <a:latin typeface="Trebuchet MS"/>
                          <a:cs typeface="Trebuchet MS"/>
                        </a:rPr>
                        <a:t>mL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50" dirty="0">
                          <a:latin typeface="Trebuchet MS"/>
                          <a:cs typeface="Trebuchet MS"/>
                        </a:rPr>
                        <a:t>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7707426915712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17707426915719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" name="object 42"/>
          <p:cNvSpPr txBox="1"/>
          <p:nvPr/>
        </p:nvSpPr>
        <p:spPr>
          <a:xfrm>
            <a:off x="12663582" y="3763149"/>
            <a:ext cx="6496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65" dirty="0">
                <a:solidFill>
                  <a:srgbClr val="FFFFFF"/>
                </a:solidFill>
                <a:latin typeface="Trebuchet MS"/>
                <a:cs typeface="Trebuchet MS"/>
              </a:rPr>
              <a:t>Cont.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898133" y="3650098"/>
            <a:ext cx="1143000" cy="57848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00330" marR="5080" indent="-88265">
              <a:lnSpc>
                <a:spcPct val="68800"/>
              </a:lnSpc>
              <a:spcBef>
                <a:spcPts val="905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Unidades </a:t>
            </a: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15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Trebuchet MS"/>
                <a:cs typeface="Trebuchet MS"/>
              </a:rPr>
              <a:t>caja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4538827" y="2765696"/>
            <a:ext cx="5005705" cy="634365"/>
          </a:xfrm>
          <a:custGeom>
            <a:avLst/>
            <a:gdLst/>
            <a:ahLst/>
            <a:cxnLst/>
            <a:rect l="l" t="t" r="r" b="b"/>
            <a:pathLst>
              <a:path w="5005705" h="634364">
                <a:moveTo>
                  <a:pt x="4940373" y="633907"/>
                </a:moveTo>
                <a:lnTo>
                  <a:pt x="64699" y="633907"/>
                </a:lnTo>
                <a:lnTo>
                  <a:pt x="39579" y="628801"/>
                </a:lnTo>
                <a:lnTo>
                  <a:pt x="19007" y="614898"/>
                </a:lnTo>
                <a:lnTo>
                  <a:pt x="5105" y="594323"/>
                </a:lnTo>
                <a:lnTo>
                  <a:pt x="0" y="569197"/>
                </a:lnTo>
                <a:lnTo>
                  <a:pt x="0" y="64699"/>
                </a:lnTo>
                <a:lnTo>
                  <a:pt x="5105" y="39575"/>
                </a:lnTo>
                <a:lnTo>
                  <a:pt x="19007" y="19003"/>
                </a:lnTo>
                <a:lnTo>
                  <a:pt x="39579" y="5104"/>
                </a:lnTo>
                <a:lnTo>
                  <a:pt x="64699" y="0"/>
                </a:lnTo>
                <a:lnTo>
                  <a:pt x="4940373" y="0"/>
                </a:lnTo>
                <a:lnTo>
                  <a:pt x="4965498" y="5104"/>
                </a:lnTo>
                <a:lnTo>
                  <a:pt x="4986074" y="19003"/>
                </a:lnTo>
                <a:lnTo>
                  <a:pt x="4999977" y="39575"/>
                </a:lnTo>
                <a:lnTo>
                  <a:pt x="5005083" y="64699"/>
                </a:lnTo>
                <a:lnTo>
                  <a:pt x="5005083" y="569197"/>
                </a:lnTo>
                <a:lnTo>
                  <a:pt x="4999977" y="594323"/>
                </a:lnTo>
                <a:lnTo>
                  <a:pt x="4986074" y="614898"/>
                </a:lnTo>
                <a:lnTo>
                  <a:pt x="4965498" y="628801"/>
                </a:lnTo>
                <a:lnTo>
                  <a:pt x="4940373" y="633907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6651806" y="2901341"/>
            <a:ext cx="65214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95" dirty="0">
                <a:latin typeface="Trebuchet MS"/>
                <a:cs typeface="Trebuchet MS"/>
              </a:rPr>
              <a:t>Floral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2466055" y="2765689"/>
            <a:ext cx="1984375" cy="629285"/>
          </a:xfrm>
          <a:custGeom>
            <a:avLst/>
            <a:gdLst/>
            <a:ahLst/>
            <a:cxnLst/>
            <a:rect l="l" t="t" r="r" b="b"/>
            <a:pathLst>
              <a:path w="1984375" h="629285">
                <a:moveTo>
                  <a:pt x="1943186" y="0"/>
                </a:moveTo>
                <a:lnTo>
                  <a:pt x="40574" y="0"/>
                </a:lnTo>
                <a:lnTo>
                  <a:pt x="24821" y="3202"/>
                </a:lnTo>
                <a:lnTo>
                  <a:pt x="11919" y="11921"/>
                </a:lnTo>
                <a:lnTo>
                  <a:pt x="3201" y="24825"/>
                </a:lnTo>
                <a:lnTo>
                  <a:pt x="0" y="40585"/>
                </a:lnTo>
                <a:lnTo>
                  <a:pt x="0" y="588453"/>
                </a:lnTo>
                <a:lnTo>
                  <a:pt x="3201" y="604212"/>
                </a:lnTo>
                <a:lnTo>
                  <a:pt x="11919" y="617117"/>
                </a:lnTo>
                <a:lnTo>
                  <a:pt x="24821" y="625836"/>
                </a:lnTo>
                <a:lnTo>
                  <a:pt x="40574" y="629038"/>
                </a:lnTo>
                <a:lnTo>
                  <a:pt x="1943186" y="629038"/>
                </a:lnTo>
                <a:lnTo>
                  <a:pt x="1958940" y="625836"/>
                </a:lnTo>
                <a:lnTo>
                  <a:pt x="1971841" y="617117"/>
                </a:lnTo>
                <a:lnTo>
                  <a:pt x="1980559" y="604212"/>
                </a:lnTo>
                <a:lnTo>
                  <a:pt x="1983761" y="588453"/>
                </a:lnTo>
                <a:lnTo>
                  <a:pt x="1983761" y="40585"/>
                </a:lnTo>
                <a:lnTo>
                  <a:pt x="1980559" y="24825"/>
                </a:lnTo>
                <a:lnTo>
                  <a:pt x="1971841" y="11921"/>
                </a:lnTo>
                <a:lnTo>
                  <a:pt x="1958940" y="3202"/>
                </a:lnTo>
                <a:lnTo>
                  <a:pt x="1943186" y="0"/>
                </a:lnTo>
                <a:close/>
              </a:path>
            </a:pathLst>
          </a:custGeom>
          <a:solidFill>
            <a:srgbClr val="0071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2844943" y="2871487"/>
            <a:ext cx="117538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Fragancia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2555258" y="6161563"/>
            <a:ext cx="4377055" cy="1320800"/>
          </a:xfrm>
          <a:custGeom>
            <a:avLst/>
            <a:gdLst/>
            <a:ahLst/>
            <a:cxnLst/>
            <a:rect l="l" t="t" r="r" b="b"/>
            <a:pathLst>
              <a:path w="4377055" h="1320800">
                <a:moveTo>
                  <a:pt x="575322" y="1005014"/>
                </a:moveTo>
                <a:lnTo>
                  <a:pt x="575297" y="1003058"/>
                </a:lnTo>
                <a:lnTo>
                  <a:pt x="575170" y="994333"/>
                </a:lnTo>
                <a:lnTo>
                  <a:pt x="575157" y="992771"/>
                </a:lnTo>
                <a:lnTo>
                  <a:pt x="481431" y="888415"/>
                </a:lnTo>
                <a:lnTo>
                  <a:pt x="453288" y="859078"/>
                </a:lnTo>
                <a:lnTo>
                  <a:pt x="452475" y="858240"/>
                </a:lnTo>
                <a:lnTo>
                  <a:pt x="452145" y="857694"/>
                </a:lnTo>
                <a:lnTo>
                  <a:pt x="451637" y="857008"/>
                </a:lnTo>
                <a:lnTo>
                  <a:pt x="449834" y="854608"/>
                </a:lnTo>
                <a:lnTo>
                  <a:pt x="448576" y="853668"/>
                </a:lnTo>
                <a:lnTo>
                  <a:pt x="460984" y="831875"/>
                </a:lnTo>
                <a:lnTo>
                  <a:pt x="476046" y="806551"/>
                </a:lnTo>
                <a:lnTo>
                  <a:pt x="477469" y="804976"/>
                </a:lnTo>
                <a:lnTo>
                  <a:pt x="474891" y="802297"/>
                </a:lnTo>
                <a:lnTo>
                  <a:pt x="473227" y="803503"/>
                </a:lnTo>
                <a:lnTo>
                  <a:pt x="460629" y="809815"/>
                </a:lnTo>
                <a:lnTo>
                  <a:pt x="449859" y="816229"/>
                </a:lnTo>
                <a:lnTo>
                  <a:pt x="439547" y="823353"/>
                </a:lnTo>
                <a:lnTo>
                  <a:pt x="429691" y="831164"/>
                </a:lnTo>
                <a:lnTo>
                  <a:pt x="413029" y="846505"/>
                </a:lnTo>
                <a:lnTo>
                  <a:pt x="308965" y="851357"/>
                </a:lnTo>
                <a:lnTo>
                  <a:pt x="136601" y="861174"/>
                </a:lnTo>
                <a:lnTo>
                  <a:pt x="113169" y="862457"/>
                </a:lnTo>
                <a:lnTo>
                  <a:pt x="113639" y="862457"/>
                </a:lnTo>
                <a:lnTo>
                  <a:pt x="44221" y="912342"/>
                </a:lnTo>
                <a:lnTo>
                  <a:pt x="14173" y="942949"/>
                </a:lnTo>
                <a:lnTo>
                  <a:pt x="14173" y="949528"/>
                </a:lnTo>
                <a:lnTo>
                  <a:pt x="13398" y="950252"/>
                </a:lnTo>
                <a:lnTo>
                  <a:pt x="14173" y="949528"/>
                </a:lnTo>
                <a:lnTo>
                  <a:pt x="14173" y="942949"/>
                </a:lnTo>
                <a:lnTo>
                  <a:pt x="5334" y="951941"/>
                </a:lnTo>
                <a:lnTo>
                  <a:pt x="0" y="957021"/>
                </a:lnTo>
                <a:lnTo>
                  <a:pt x="3238" y="966685"/>
                </a:lnTo>
                <a:lnTo>
                  <a:pt x="3276" y="966812"/>
                </a:lnTo>
                <a:lnTo>
                  <a:pt x="10617" y="967651"/>
                </a:lnTo>
                <a:lnTo>
                  <a:pt x="14960" y="968362"/>
                </a:lnTo>
                <a:lnTo>
                  <a:pt x="20015" y="969695"/>
                </a:lnTo>
                <a:lnTo>
                  <a:pt x="23418" y="965974"/>
                </a:lnTo>
                <a:lnTo>
                  <a:pt x="24371" y="965034"/>
                </a:lnTo>
                <a:lnTo>
                  <a:pt x="79260" y="910170"/>
                </a:lnTo>
                <a:lnTo>
                  <a:pt x="85394" y="903947"/>
                </a:lnTo>
                <a:lnTo>
                  <a:pt x="91833" y="897712"/>
                </a:lnTo>
                <a:lnTo>
                  <a:pt x="255320" y="878141"/>
                </a:lnTo>
                <a:lnTo>
                  <a:pt x="383108" y="869213"/>
                </a:lnTo>
                <a:lnTo>
                  <a:pt x="392849" y="868654"/>
                </a:lnTo>
                <a:lnTo>
                  <a:pt x="381939" y="881989"/>
                </a:lnTo>
                <a:lnTo>
                  <a:pt x="368071" y="900734"/>
                </a:lnTo>
                <a:lnTo>
                  <a:pt x="342112" y="939101"/>
                </a:lnTo>
                <a:lnTo>
                  <a:pt x="317855" y="978471"/>
                </a:lnTo>
                <a:lnTo>
                  <a:pt x="295262" y="1018819"/>
                </a:lnTo>
                <a:lnTo>
                  <a:pt x="274256" y="1060107"/>
                </a:lnTo>
                <a:lnTo>
                  <a:pt x="272237" y="1063726"/>
                </a:lnTo>
                <a:lnTo>
                  <a:pt x="248234" y="1024394"/>
                </a:lnTo>
                <a:lnTo>
                  <a:pt x="218186" y="992771"/>
                </a:lnTo>
                <a:lnTo>
                  <a:pt x="192443" y="984148"/>
                </a:lnTo>
                <a:lnTo>
                  <a:pt x="184010" y="985088"/>
                </a:lnTo>
                <a:lnTo>
                  <a:pt x="175679" y="988275"/>
                </a:lnTo>
                <a:lnTo>
                  <a:pt x="164490" y="997038"/>
                </a:lnTo>
                <a:lnTo>
                  <a:pt x="157340" y="1008646"/>
                </a:lnTo>
                <a:lnTo>
                  <a:pt x="154584" y="1022032"/>
                </a:lnTo>
                <a:lnTo>
                  <a:pt x="156591" y="1036154"/>
                </a:lnTo>
                <a:lnTo>
                  <a:pt x="238658" y="1157655"/>
                </a:lnTo>
                <a:lnTo>
                  <a:pt x="268706" y="1179474"/>
                </a:lnTo>
                <a:lnTo>
                  <a:pt x="279057" y="1179271"/>
                </a:lnTo>
                <a:lnTo>
                  <a:pt x="315010" y="1150861"/>
                </a:lnTo>
                <a:lnTo>
                  <a:pt x="339775" y="1086942"/>
                </a:lnTo>
                <a:lnTo>
                  <a:pt x="348881" y="1063129"/>
                </a:lnTo>
                <a:lnTo>
                  <a:pt x="378637" y="992708"/>
                </a:lnTo>
                <a:lnTo>
                  <a:pt x="400164" y="946581"/>
                </a:lnTo>
                <a:lnTo>
                  <a:pt x="422998" y="901090"/>
                </a:lnTo>
                <a:lnTo>
                  <a:pt x="435495" y="877836"/>
                </a:lnTo>
                <a:lnTo>
                  <a:pt x="461302" y="902957"/>
                </a:lnTo>
                <a:lnTo>
                  <a:pt x="544360" y="985304"/>
                </a:lnTo>
                <a:lnTo>
                  <a:pt x="550976" y="994333"/>
                </a:lnTo>
                <a:lnTo>
                  <a:pt x="551484" y="1003058"/>
                </a:lnTo>
                <a:lnTo>
                  <a:pt x="547065" y="1011389"/>
                </a:lnTo>
                <a:lnTo>
                  <a:pt x="538886" y="1019238"/>
                </a:lnTo>
                <a:lnTo>
                  <a:pt x="506209" y="1049616"/>
                </a:lnTo>
                <a:lnTo>
                  <a:pt x="336461" y="1209548"/>
                </a:lnTo>
                <a:lnTo>
                  <a:pt x="310108" y="1234859"/>
                </a:lnTo>
                <a:lnTo>
                  <a:pt x="286359" y="1258519"/>
                </a:lnTo>
                <a:lnTo>
                  <a:pt x="281635" y="1262100"/>
                </a:lnTo>
                <a:lnTo>
                  <a:pt x="268185" y="1261084"/>
                </a:lnTo>
                <a:lnTo>
                  <a:pt x="263410" y="1256258"/>
                </a:lnTo>
                <a:lnTo>
                  <a:pt x="126720" y="1142085"/>
                </a:lnTo>
                <a:lnTo>
                  <a:pt x="116865" y="1133894"/>
                </a:lnTo>
                <a:lnTo>
                  <a:pt x="112674" y="1133627"/>
                </a:lnTo>
                <a:lnTo>
                  <a:pt x="112674" y="1160043"/>
                </a:lnTo>
                <a:lnTo>
                  <a:pt x="112636" y="1160500"/>
                </a:lnTo>
                <a:lnTo>
                  <a:pt x="112547" y="1161364"/>
                </a:lnTo>
                <a:lnTo>
                  <a:pt x="112674" y="1160043"/>
                </a:lnTo>
                <a:lnTo>
                  <a:pt x="112674" y="1133627"/>
                </a:lnTo>
                <a:lnTo>
                  <a:pt x="111137" y="1133525"/>
                </a:lnTo>
                <a:lnTo>
                  <a:pt x="106807" y="1136586"/>
                </a:lnTo>
                <a:lnTo>
                  <a:pt x="104381" y="1138262"/>
                </a:lnTo>
                <a:lnTo>
                  <a:pt x="101612" y="1140460"/>
                </a:lnTo>
                <a:lnTo>
                  <a:pt x="99301" y="1142250"/>
                </a:lnTo>
                <a:lnTo>
                  <a:pt x="93548" y="1146810"/>
                </a:lnTo>
                <a:lnTo>
                  <a:pt x="93472" y="1155865"/>
                </a:lnTo>
                <a:lnTo>
                  <a:pt x="99199" y="1160500"/>
                </a:lnTo>
                <a:lnTo>
                  <a:pt x="252679" y="1286814"/>
                </a:lnTo>
                <a:lnTo>
                  <a:pt x="260794" y="1292974"/>
                </a:lnTo>
                <a:lnTo>
                  <a:pt x="270586" y="1296758"/>
                </a:lnTo>
                <a:lnTo>
                  <a:pt x="281063" y="1297901"/>
                </a:lnTo>
                <a:lnTo>
                  <a:pt x="291211" y="1296123"/>
                </a:lnTo>
                <a:lnTo>
                  <a:pt x="297662" y="1294066"/>
                </a:lnTo>
                <a:lnTo>
                  <a:pt x="304292" y="1290701"/>
                </a:lnTo>
                <a:lnTo>
                  <a:pt x="308737" y="1284122"/>
                </a:lnTo>
                <a:lnTo>
                  <a:pt x="309410" y="1283385"/>
                </a:lnTo>
                <a:lnTo>
                  <a:pt x="309638" y="1283144"/>
                </a:lnTo>
                <a:lnTo>
                  <a:pt x="312648" y="1279855"/>
                </a:lnTo>
                <a:lnTo>
                  <a:pt x="320319" y="1271803"/>
                </a:lnTo>
                <a:lnTo>
                  <a:pt x="321119" y="1270952"/>
                </a:lnTo>
                <a:lnTo>
                  <a:pt x="325691" y="1266367"/>
                </a:lnTo>
                <a:lnTo>
                  <a:pt x="560095" y="1027087"/>
                </a:lnTo>
                <a:lnTo>
                  <a:pt x="569836" y="1016723"/>
                </a:lnTo>
                <a:lnTo>
                  <a:pt x="575322" y="1005014"/>
                </a:lnTo>
                <a:close/>
              </a:path>
              <a:path w="4377055" h="1320800">
                <a:moveTo>
                  <a:pt x="575322" y="202717"/>
                </a:moveTo>
                <a:lnTo>
                  <a:pt x="575297" y="200761"/>
                </a:lnTo>
                <a:lnTo>
                  <a:pt x="575170" y="192036"/>
                </a:lnTo>
                <a:lnTo>
                  <a:pt x="575157" y="190474"/>
                </a:lnTo>
                <a:lnTo>
                  <a:pt x="481431" y="86118"/>
                </a:lnTo>
                <a:lnTo>
                  <a:pt x="453288" y="56781"/>
                </a:lnTo>
                <a:lnTo>
                  <a:pt x="452475" y="55930"/>
                </a:lnTo>
                <a:lnTo>
                  <a:pt x="452145" y="55397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29" y="44208"/>
                </a:lnTo>
                <a:lnTo>
                  <a:pt x="308965" y="49060"/>
                </a:lnTo>
                <a:lnTo>
                  <a:pt x="136601" y="58877"/>
                </a:lnTo>
                <a:lnTo>
                  <a:pt x="113169" y="60159"/>
                </a:lnTo>
                <a:lnTo>
                  <a:pt x="113639" y="60159"/>
                </a:lnTo>
                <a:lnTo>
                  <a:pt x="68922" y="85369"/>
                </a:lnTo>
                <a:lnTo>
                  <a:pt x="68922" y="96685"/>
                </a:lnTo>
                <a:lnTo>
                  <a:pt x="14173" y="147231"/>
                </a:lnTo>
                <a:lnTo>
                  <a:pt x="13398" y="147955"/>
                </a:lnTo>
                <a:lnTo>
                  <a:pt x="14173" y="147231"/>
                </a:lnTo>
                <a:lnTo>
                  <a:pt x="14376" y="147027"/>
                </a:lnTo>
                <a:lnTo>
                  <a:pt x="68922" y="96685"/>
                </a:lnTo>
                <a:lnTo>
                  <a:pt x="68922" y="85369"/>
                </a:lnTo>
                <a:lnTo>
                  <a:pt x="44221" y="110045"/>
                </a:lnTo>
                <a:lnTo>
                  <a:pt x="5334" y="149644"/>
                </a:lnTo>
                <a:lnTo>
                  <a:pt x="0" y="154724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60" y="166065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33" y="95415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804"/>
                </a:lnTo>
                <a:lnTo>
                  <a:pt x="317855" y="176174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29"/>
                </a:lnTo>
                <a:lnTo>
                  <a:pt x="248234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77"/>
                </a:lnTo>
                <a:lnTo>
                  <a:pt x="279057" y="376974"/>
                </a:lnTo>
                <a:lnTo>
                  <a:pt x="315010" y="348564"/>
                </a:lnTo>
                <a:lnTo>
                  <a:pt x="339775" y="284645"/>
                </a:lnTo>
                <a:lnTo>
                  <a:pt x="348881" y="260832"/>
                </a:lnTo>
                <a:lnTo>
                  <a:pt x="378637" y="190411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61"/>
                </a:lnTo>
                <a:lnTo>
                  <a:pt x="547065" y="209080"/>
                </a:lnTo>
                <a:lnTo>
                  <a:pt x="538886" y="216941"/>
                </a:lnTo>
                <a:lnTo>
                  <a:pt x="506209" y="247319"/>
                </a:lnTo>
                <a:lnTo>
                  <a:pt x="336461" y="407250"/>
                </a:lnTo>
                <a:lnTo>
                  <a:pt x="310108" y="432549"/>
                </a:lnTo>
                <a:lnTo>
                  <a:pt x="286359" y="456222"/>
                </a:lnTo>
                <a:lnTo>
                  <a:pt x="281635" y="459803"/>
                </a:lnTo>
                <a:lnTo>
                  <a:pt x="268185" y="458787"/>
                </a:lnTo>
                <a:lnTo>
                  <a:pt x="263410" y="453961"/>
                </a:lnTo>
                <a:lnTo>
                  <a:pt x="126720" y="339775"/>
                </a:lnTo>
                <a:lnTo>
                  <a:pt x="116865" y="331597"/>
                </a:lnTo>
                <a:lnTo>
                  <a:pt x="112674" y="331330"/>
                </a:lnTo>
                <a:lnTo>
                  <a:pt x="112674" y="357746"/>
                </a:lnTo>
                <a:lnTo>
                  <a:pt x="112636" y="358203"/>
                </a:lnTo>
                <a:lnTo>
                  <a:pt x="112547" y="359067"/>
                </a:lnTo>
                <a:lnTo>
                  <a:pt x="112674" y="357746"/>
                </a:lnTo>
                <a:lnTo>
                  <a:pt x="112674" y="331330"/>
                </a:lnTo>
                <a:lnTo>
                  <a:pt x="111137" y="331228"/>
                </a:lnTo>
                <a:lnTo>
                  <a:pt x="106807" y="334289"/>
                </a:lnTo>
                <a:lnTo>
                  <a:pt x="104381" y="335965"/>
                </a:lnTo>
                <a:lnTo>
                  <a:pt x="101612" y="338162"/>
                </a:lnTo>
                <a:lnTo>
                  <a:pt x="99301" y="339953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203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92" y="488403"/>
                </a:lnTo>
                <a:lnTo>
                  <a:pt x="308737" y="481825"/>
                </a:lnTo>
                <a:lnTo>
                  <a:pt x="309410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  <a:path w="4377055" h="1320800">
                <a:moveTo>
                  <a:pt x="4376534" y="1027379"/>
                </a:moveTo>
                <a:lnTo>
                  <a:pt x="4356278" y="989177"/>
                </a:lnTo>
                <a:lnTo>
                  <a:pt x="4282643" y="910767"/>
                </a:lnTo>
                <a:lnTo>
                  <a:pt x="4254500" y="881430"/>
                </a:lnTo>
                <a:lnTo>
                  <a:pt x="4253687" y="880592"/>
                </a:lnTo>
                <a:lnTo>
                  <a:pt x="4253357" y="880046"/>
                </a:lnTo>
                <a:lnTo>
                  <a:pt x="4252849" y="879360"/>
                </a:lnTo>
                <a:lnTo>
                  <a:pt x="4251045" y="876960"/>
                </a:lnTo>
                <a:lnTo>
                  <a:pt x="4249788" y="876020"/>
                </a:lnTo>
                <a:lnTo>
                  <a:pt x="4262196" y="854227"/>
                </a:lnTo>
                <a:lnTo>
                  <a:pt x="4277258" y="828903"/>
                </a:lnTo>
                <a:lnTo>
                  <a:pt x="4278681" y="827328"/>
                </a:lnTo>
                <a:lnTo>
                  <a:pt x="4276102" y="824649"/>
                </a:lnTo>
                <a:lnTo>
                  <a:pt x="4274439" y="825855"/>
                </a:lnTo>
                <a:lnTo>
                  <a:pt x="4261840" y="832167"/>
                </a:lnTo>
                <a:lnTo>
                  <a:pt x="4251071" y="838581"/>
                </a:lnTo>
                <a:lnTo>
                  <a:pt x="4240758" y="845705"/>
                </a:lnTo>
                <a:lnTo>
                  <a:pt x="4230903" y="853516"/>
                </a:lnTo>
                <a:lnTo>
                  <a:pt x="4214241" y="868857"/>
                </a:lnTo>
                <a:lnTo>
                  <a:pt x="4110177" y="873709"/>
                </a:lnTo>
                <a:lnTo>
                  <a:pt x="3937812" y="883526"/>
                </a:lnTo>
                <a:lnTo>
                  <a:pt x="3914381" y="884809"/>
                </a:lnTo>
                <a:lnTo>
                  <a:pt x="3914851" y="884809"/>
                </a:lnTo>
                <a:lnTo>
                  <a:pt x="3845433" y="934694"/>
                </a:lnTo>
                <a:lnTo>
                  <a:pt x="3806545" y="974293"/>
                </a:lnTo>
                <a:lnTo>
                  <a:pt x="3801211" y="979373"/>
                </a:lnTo>
                <a:lnTo>
                  <a:pt x="3804450" y="989037"/>
                </a:lnTo>
                <a:lnTo>
                  <a:pt x="3804488" y="989177"/>
                </a:lnTo>
                <a:lnTo>
                  <a:pt x="3811828" y="990003"/>
                </a:lnTo>
                <a:lnTo>
                  <a:pt x="3816172" y="990714"/>
                </a:lnTo>
                <a:lnTo>
                  <a:pt x="3821226" y="992047"/>
                </a:lnTo>
                <a:lnTo>
                  <a:pt x="3824630" y="988339"/>
                </a:lnTo>
                <a:lnTo>
                  <a:pt x="3825583" y="987386"/>
                </a:lnTo>
                <a:lnTo>
                  <a:pt x="3880472" y="932535"/>
                </a:lnTo>
                <a:lnTo>
                  <a:pt x="3886606" y="926299"/>
                </a:lnTo>
                <a:lnTo>
                  <a:pt x="4056532" y="900493"/>
                </a:lnTo>
                <a:lnTo>
                  <a:pt x="4184319" y="891565"/>
                </a:lnTo>
                <a:lnTo>
                  <a:pt x="4194060" y="891006"/>
                </a:lnTo>
                <a:lnTo>
                  <a:pt x="4183138" y="904341"/>
                </a:lnTo>
                <a:lnTo>
                  <a:pt x="4169283" y="923086"/>
                </a:lnTo>
                <a:lnTo>
                  <a:pt x="4143324" y="961453"/>
                </a:lnTo>
                <a:lnTo>
                  <a:pt x="4119067" y="1000823"/>
                </a:lnTo>
                <a:lnTo>
                  <a:pt x="4096474" y="1041171"/>
                </a:lnTo>
                <a:lnTo>
                  <a:pt x="4075468" y="1082471"/>
                </a:lnTo>
                <a:lnTo>
                  <a:pt x="4073448" y="1086078"/>
                </a:lnTo>
                <a:lnTo>
                  <a:pt x="4049433" y="1046746"/>
                </a:lnTo>
                <a:lnTo>
                  <a:pt x="4019397" y="1015123"/>
                </a:lnTo>
                <a:lnTo>
                  <a:pt x="3993654" y="1006500"/>
                </a:lnTo>
                <a:lnTo>
                  <a:pt x="3985222" y="1007440"/>
                </a:lnTo>
                <a:lnTo>
                  <a:pt x="3976890" y="1010640"/>
                </a:lnTo>
                <a:lnTo>
                  <a:pt x="3965702" y="1019403"/>
                </a:lnTo>
                <a:lnTo>
                  <a:pt x="3958552" y="1030998"/>
                </a:lnTo>
                <a:lnTo>
                  <a:pt x="3955796" y="1044397"/>
                </a:lnTo>
                <a:lnTo>
                  <a:pt x="3957790" y="1058506"/>
                </a:lnTo>
                <a:lnTo>
                  <a:pt x="4039857" y="1180007"/>
                </a:lnTo>
                <a:lnTo>
                  <a:pt x="4069918" y="1201826"/>
                </a:lnTo>
                <a:lnTo>
                  <a:pt x="4080268" y="1201623"/>
                </a:lnTo>
                <a:lnTo>
                  <a:pt x="4116222" y="1173213"/>
                </a:lnTo>
                <a:lnTo>
                  <a:pt x="4140987" y="1109294"/>
                </a:lnTo>
                <a:lnTo>
                  <a:pt x="4150093" y="1085481"/>
                </a:lnTo>
                <a:lnTo>
                  <a:pt x="4179849" y="1015060"/>
                </a:lnTo>
                <a:lnTo>
                  <a:pt x="4201376" y="968933"/>
                </a:lnTo>
                <a:lnTo>
                  <a:pt x="4224210" y="923455"/>
                </a:lnTo>
                <a:lnTo>
                  <a:pt x="4236707" y="900201"/>
                </a:lnTo>
                <a:lnTo>
                  <a:pt x="4262513" y="925309"/>
                </a:lnTo>
                <a:lnTo>
                  <a:pt x="4345571" y="1007668"/>
                </a:lnTo>
                <a:lnTo>
                  <a:pt x="4352188" y="1016698"/>
                </a:lnTo>
                <a:lnTo>
                  <a:pt x="4352696" y="1025410"/>
                </a:lnTo>
                <a:lnTo>
                  <a:pt x="4348277" y="1033741"/>
                </a:lnTo>
                <a:lnTo>
                  <a:pt x="4340098" y="1041590"/>
                </a:lnTo>
                <a:lnTo>
                  <a:pt x="4307421" y="1071968"/>
                </a:lnTo>
                <a:lnTo>
                  <a:pt x="4137672" y="1231900"/>
                </a:lnTo>
                <a:lnTo>
                  <a:pt x="4111320" y="1257211"/>
                </a:lnTo>
                <a:lnTo>
                  <a:pt x="4087571" y="1280871"/>
                </a:lnTo>
                <a:lnTo>
                  <a:pt x="4082846" y="1284452"/>
                </a:lnTo>
                <a:lnTo>
                  <a:pt x="4069397" y="1283436"/>
                </a:lnTo>
                <a:lnTo>
                  <a:pt x="4064622" y="1278610"/>
                </a:lnTo>
                <a:lnTo>
                  <a:pt x="3927932" y="1164437"/>
                </a:lnTo>
                <a:lnTo>
                  <a:pt x="3918077" y="1156246"/>
                </a:lnTo>
                <a:lnTo>
                  <a:pt x="3913886" y="1155979"/>
                </a:lnTo>
                <a:lnTo>
                  <a:pt x="3913886" y="1182395"/>
                </a:lnTo>
                <a:lnTo>
                  <a:pt x="3913848" y="1182852"/>
                </a:lnTo>
                <a:lnTo>
                  <a:pt x="3913759" y="1183716"/>
                </a:lnTo>
                <a:lnTo>
                  <a:pt x="3913886" y="1182395"/>
                </a:lnTo>
                <a:lnTo>
                  <a:pt x="3913886" y="1155979"/>
                </a:lnTo>
                <a:lnTo>
                  <a:pt x="3912349" y="1155877"/>
                </a:lnTo>
                <a:lnTo>
                  <a:pt x="3908018" y="1158938"/>
                </a:lnTo>
                <a:lnTo>
                  <a:pt x="3905593" y="1160614"/>
                </a:lnTo>
                <a:lnTo>
                  <a:pt x="3902824" y="1162812"/>
                </a:lnTo>
                <a:lnTo>
                  <a:pt x="3900513" y="1164602"/>
                </a:lnTo>
                <a:lnTo>
                  <a:pt x="3894759" y="1169162"/>
                </a:lnTo>
                <a:lnTo>
                  <a:pt x="3894683" y="1178217"/>
                </a:lnTo>
                <a:lnTo>
                  <a:pt x="3900411" y="1182852"/>
                </a:lnTo>
                <a:lnTo>
                  <a:pt x="4053890" y="1309166"/>
                </a:lnTo>
                <a:lnTo>
                  <a:pt x="4062006" y="1315326"/>
                </a:lnTo>
                <a:lnTo>
                  <a:pt x="4071797" y="1319110"/>
                </a:lnTo>
                <a:lnTo>
                  <a:pt x="4082275" y="1320253"/>
                </a:lnTo>
                <a:lnTo>
                  <a:pt x="4092422" y="1318475"/>
                </a:lnTo>
                <a:lnTo>
                  <a:pt x="4098874" y="1316418"/>
                </a:lnTo>
                <a:lnTo>
                  <a:pt x="4105503" y="1313053"/>
                </a:lnTo>
                <a:lnTo>
                  <a:pt x="4109948" y="1306474"/>
                </a:lnTo>
                <a:lnTo>
                  <a:pt x="4110621" y="1305737"/>
                </a:lnTo>
                <a:lnTo>
                  <a:pt x="4110850" y="1305496"/>
                </a:lnTo>
                <a:lnTo>
                  <a:pt x="4113860" y="1302207"/>
                </a:lnTo>
                <a:lnTo>
                  <a:pt x="4121531" y="1294155"/>
                </a:lnTo>
                <a:lnTo>
                  <a:pt x="4122331" y="1293304"/>
                </a:lnTo>
                <a:lnTo>
                  <a:pt x="4126903" y="1288719"/>
                </a:lnTo>
                <a:lnTo>
                  <a:pt x="4361307" y="1049439"/>
                </a:lnTo>
                <a:lnTo>
                  <a:pt x="4371048" y="1039088"/>
                </a:lnTo>
                <a:lnTo>
                  <a:pt x="4376534" y="1027379"/>
                </a:lnTo>
                <a:close/>
              </a:path>
              <a:path w="4377055" h="1320800">
                <a:moveTo>
                  <a:pt x="4376534" y="202717"/>
                </a:moveTo>
                <a:lnTo>
                  <a:pt x="4356278" y="164515"/>
                </a:lnTo>
                <a:lnTo>
                  <a:pt x="4282643" y="86118"/>
                </a:lnTo>
                <a:lnTo>
                  <a:pt x="4254500" y="56781"/>
                </a:lnTo>
                <a:lnTo>
                  <a:pt x="4253687" y="55930"/>
                </a:lnTo>
                <a:lnTo>
                  <a:pt x="4253357" y="55397"/>
                </a:lnTo>
                <a:lnTo>
                  <a:pt x="4252849" y="54711"/>
                </a:lnTo>
                <a:lnTo>
                  <a:pt x="4251045" y="52311"/>
                </a:lnTo>
                <a:lnTo>
                  <a:pt x="4249788" y="51371"/>
                </a:lnTo>
                <a:lnTo>
                  <a:pt x="4262196" y="29578"/>
                </a:lnTo>
                <a:lnTo>
                  <a:pt x="4277258" y="4254"/>
                </a:lnTo>
                <a:lnTo>
                  <a:pt x="4278681" y="2679"/>
                </a:lnTo>
                <a:lnTo>
                  <a:pt x="4276102" y="0"/>
                </a:lnTo>
                <a:lnTo>
                  <a:pt x="4274439" y="1206"/>
                </a:lnTo>
                <a:lnTo>
                  <a:pt x="4261840" y="7518"/>
                </a:lnTo>
                <a:lnTo>
                  <a:pt x="4251071" y="13931"/>
                </a:lnTo>
                <a:lnTo>
                  <a:pt x="4240758" y="21056"/>
                </a:lnTo>
                <a:lnTo>
                  <a:pt x="4230903" y="28867"/>
                </a:lnTo>
                <a:lnTo>
                  <a:pt x="4214228" y="44208"/>
                </a:lnTo>
                <a:lnTo>
                  <a:pt x="4110177" y="49060"/>
                </a:lnTo>
                <a:lnTo>
                  <a:pt x="3937812" y="58877"/>
                </a:lnTo>
                <a:lnTo>
                  <a:pt x="3914381" y="60159"/>
                </a:lnTo>
                <a:lnTo>
                  <a:pt x="3914851" y="60159"/>
                </a:lnTo>
                <a:lnTo>
                  <a:pt x="3870134" y="85369"/>
                </a:lnTo>
                <a:lnTo>
                  <a:pt x="3870134" y="96685"/>
                </a:lnTo>
                <a:lnTo>
                  <a:pt x="3815384" y="147231"/>
                </a:lnTo>
                <a:lnTo>
                  <a:pt x="3815588" y="147027"/>
                </a:lnTo>
                <a:lnTo>
                  <a:pt x="3870134" y="96685"/>
                </a:lnTo>
                <a:lnTo>
                  <a:pt x="3870134" y="85369"/>
                </a:lnTo>
                <a:lnTo>
                  <a:pt x="3845433" y="110045"/>
                </a:lnTo>
                <a:lnTo>
                  <a:pt x="3806545" y="149644"/>
                </a:lnTo>
                <a:lnTo>
                  <a:pt x="3801211" y="154724"/>
                </a:lnTo>
                <a:lnTo>
                  <a:pt x="3804450" y="164388"/>
                </a:lnTo>
                <a:lnTo>
                  <a:pt x="3804488" y="164515"/>
                </a:lnTo>
                <a:lnTo>
                  <a:pt x="3811828" y="165354"/>
                </a:lnTo>
                <a:lnTo>
                  <a:pt x="3816172" y="166065"/>
                </a:lnTo>
                <a:lnTo>
                  <a:pt x="3821226" y="167398"/>
                </a:lnTo>
                <a:lnTo>
                  <a:pt x="3824630" y="163677"/>
                </a:lnTo>
                <a:lnTo>
                  <a:pt x="3825583" y="162737"/>
                </a:lnTo>
                <a:lnTo>
                  <a:pt x="3880472" y="107873"/>
                </a:lnTo>
                <a:lnTo>
                  <a:pt x="3886606" y="101650"/>
                </a:lnTo>
                <a:lnTo>
                  <a:pt x="3893045" y="95415"/>
                </a:lnTo>
                <a:lnTo>
                  <a:pt x="4056532" y="75844"/>
                </a:lnTo>
                <a:lnTo>
                  <a:pt x="4184319" y="66916"/>
                </a:lnTo>
                <a:lnTo>
                  <a:pt x="4194060" y="66357"/>
                </a:lnTo>
                <a:lnTo>
                  <a:pt x="4183138" y="79692"/>
                </a:lnTo>
                <a:lnTo>
                  <a:pt x="4169283" y="98437"/>
                </a:lnTo>
                <a:lnTo>
                  <a:pt x="4143324" y="136804"/>
                </a:lnTo>
                <a:lnTo>
                  <a:pt x="4119067" y="176174"/>
                </a:lnTo>
                <a:lnTo>
                  <a:pt x="4096474" y="216522"/>
                </a:lnTo>
                <a:lnTo>
                  <a:pt x="4075468" y="257810"/>
                </a:lnTo>
                <a:lnTo>
                  <a:pt x="4073448" y="261429"/>
                </a:lnTo>
                <a:lnTo>
                  <a:pt x="4049433" y="222097"/>
                </a:lnTo>
                <a:lnTo>
                  <a:pt x="4019397" y="190474"/>
                </a:lnTo>
                <a:lnTo>
                  <a:pt x="3993654" y="181851"/>
                </a:lnTo>
                <a:lnTo>
                  <a:pt x="3985222" y="182791"/>
                </a:lnTo>
                <a:lnTo>
                  <a:pt x="3976890" y="185978"/>
                </a:lnTo>
                <a:lnTo>
                  <a:pt x="3965702" y="194741"/>
                </a:lnTo>
                <a:lnTo>
                  <a:pt x="3958552" y="206349"/>
                </a:lnTo>
                <a:lnTo>
                  <a:pt x="3955796" y="219735"/>
                </a:lnTo>
                <a:lnTo>
                  <a:pt x="3957790" y="233857"/>
                </a:lnTo>
                <a:lnTo>
                  <a:pt x="4039857" y="355358"/>
                </a:lnTo>
                <a:lnTo>
                  <a:pt x="4069918" y="377177"/>
                </a:lnTo>
                <a:lnTo>
                  <a:pt x="4080268" y="376974"/>
                </a:lnTo>
                <a:lnTo>
                  <a:pt x="4116222" y="348564"/>
                </a:lnTo>
                <a:lnTo>
                  <a:pt x="4140987" y="284645"/>
                </a:lnTo>
                <a:lnTo>
                  <a:pt x="4150093" y="260832"/>
                </a:lnTo>
                <a:lnTo>
                  <a:pt x="4179849" y="190411"/>
                </a:lnTo>
                <a:lnTo>
                  <a:pt x="4201376" y="144284"/>
                </a:lnTo>
                <a:lnTo>
                  <a:pt x="4224210" y="98793"/>
                </a:lnTo>
                <a:lnTo>
                  <a:pt x="4236707" y="75539"/>
                </a:lnTo>
                <a:lnTo>
                  <a:pt x="4262513" y="100660"/>
                </a:lnTo>
                <a:lnTo>
                  <a:pt x="4345571" y="183007"/>
                </a:lnTo>
                <a:lnTo>
                  <a:pt x="4352188" y="192036"/>
                </a:lnTo>
                <a:lnTo>
                  <a:pt x="4352696" y="200761"/>
                </a:lnTo>
                <a:lnTo>
                  <a:pt x="4348277" y="209080"/>
                </a:lnTo>
                <a:lnTo>
                  <a:pt x="4340098" y="216941"/>
                </a:lnTo>
                <a:lnTo>
                  <a:pt x="4307421" y="247319"/>
                </a:lnTo>
                <a:lnTo>
                  <a:pt x="4137672" y="407250"/>
                </a:lnTo>
                <a:lnTo>
                  <a:pt x="4111320" y="432549"/>
                </a:lnTo>
                <a:lnTo>
                  <a:pt x="4087571" y="456222"/>
                </a:lnTo>
                <a:lnTo>
                  <a:pt x="4082846" y="459803"/>
                </a:lnTo>
                <a:lnTo>
                  <a:pt x="4069397" y="458787"/>
                </a:lnTo>
                <a:lnTo>
                  <a:pt x="4064622" y="453961"/>
                </a:lnTo>
                <a:lnTo>
                  <a:pt x="3927932" y="339775"/>
                </a:lnTo>
                <a:lnTo>
                  <a:pt x="3918077" y="331597"/>
                </a:lnTo>
                <a:lnTo>
                  <a:pt x="3913886" y="331330"/>
                </a:lnTo>
                <a:lnTo>
                  <a:pt x="3913886" y="357746"/>
                </a:lnTo>
                <a:lnTo>
                  <a:pt x="3913848" y="358203"/>
                </a:lnTo>
                <a:lnTo>
                  <a:pt x="3913759" y="359067"/>
                </a:lnTo>
                <a:lnTo>
                  <a:pt x="3913886" y="357746"/>
                </a:lnTo>
                <a:lnTo>
                  <a:pt x="3913886" y="331330"/>
                </a:lnTo>
                <a:lnTo>
                  <a:pt x="3912349" y="331228"/>
                </a:lnTo>
                <a:lnTo>
                  <a:pt x="3908018" y="334289"/>
                </a:lnTo>
                <a:lnTo>
                  <a:pt x="3905593" y="335965"/>
                </a:lnTo>
                <a:lnTo>
                  <a:pt x="3902824" y="338162"/>
                </a:lnTo>
                <a:lnTo>
                  <a:pt x="3900513" y="339953"/>
                </a:lnTo>
                <a:lnTo>
                  <a:pt x="3894759" y="344512"/>
                </a:lnTo>
                <a:lnTo>
                  <a:pt x="3894683" y="353568"/>
                </a:lnTo>
                <a:lnTo>
                  <a:pt x="3900411" y="358203"/>
                </a:lnTo>
                <a:lnTo>
                  <a:pt x="4053890" y="484517"/>
                </a:lnTo>
                <a:lnTo>
                  <a:pt x="4062006" y="490677"/>
                </a:lnTo>
                <a:lnTo>
                  <a:pt x="4071797" y="494461"/>
                </a:lnTo>
                <a:lnTo>
                  <a:pt x="4082275" y="495604"/>
                </a:lnTo>
                <a:lnTo>
                  <a:pt x="4092422" y="493826"/>
                </a:lnTo>
                <a:lnTo>
                  <a:pt x="4098874" y="491769"/>
                </a:lnTo>
                <a:lnTo>
                  <a:pt x="4105503" y="488403"/>
                </a:lnTo>
                <a:lnTo>
                  <a:pt x="4109948" y="481825"/>
                </a:lnTo>
                <a:lnTo>
                  <a:pt x="4110621" y="481088"/>
                </a:lnTo>
                <a:lnTo>
                  <a:pt x="4110850" y="480847"/>
                </a:lnTo>
                <a:lnTo>
                  <a:pt x="4113860" y="477558"/>
                </a:lnTo>
                <a:lnTo>
                  <a:pt x="4121531" y="469506"/>
                </a:lnTo>
                <a:lnTo>
                  <a:pt x="4122331" y="468655"/>
                </a:lnTo>
                <a:lnTo>
                  <a:pt x="4126903" y="464070"/>
                </a:lnTo>
                <a:lnTo>
                  <a:pt x="4361307" y="224790"/>
                </a:lnTo>
                <a:lnTo>
                  <a:pt x="4371048" y="214426"/>
                </a:lnTo>
                <a:lnTo>
                  <a:pt x="4376534" y="202717"/>
                </a:lnTo>
                <a:close/>
              </a:path>
            </a:pathLst>
          </a:custGeom>
          <a:solidFill>
            <a:srgbClr val="0071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3191197" y="6040242"/>
            <a:ext cx="2040889" cy="15214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590">
              <a:lnSpc>
                <a:spcPts val="2650"/>
              </a:lnSpc>
              <a:spcBef>
                <a:spcPts val="120"/>
              </a:spcBef>
            </a:pPr>
            <a:r>
              <a:rPr sz="2400" spc="-10" dirty="0">
                <a:latin typeface="Trebuchet MS"/>
                <a:cs typeface="Trebuchet MS"/>
              </a:rPr>
              <a:t>Ingredientes</a:t>
            </a:r>
            <a:endParaRPr sz="2400">
              <a:latin typeface="Trebuchet MS"/>
              <a:cs typeface="Trebuchet MS"/>
            </a:endParaRPr>
          </a:p>
          <a:p>
            <a:pPr marL="21590">
              <a:lnSpc>
                <a:spcPts val="2650"/>
              </a:lnSpc>
            </a:pPr>
            <a:r>
              <a:rPr sz="2400" spc="-40" dirty="0">
                <a:latin typeface="Trebuchet MS"/>
                <a:cs typeface="Trebuchet MS"/>
              </a:rPr>
              <a:t>biodegradables</a:t>
            </a:r>
            <a:endParaRPr sz="2400">
              <a:latin typeface="Trebuchet MS"/>
              <a:cs typeface="Trebuchet MS"/>
            </a:endParaRPr>
          </a:p>
          <a:p>
            <a:pPr marL="12700" marR="854710">
              <a:lnSpc>
                <a:spcPts val="2420"/>
              </a:lnSpc>
              <a:spcBef>
                <a:spcPts val="1610"/>
              </a:spcBef>
            </a:pPr>
            <a:r>
              <a:rPr sz="2400" spc="-60" dirty="0">
                <a:latin typeface="Trebuchet MS"/>
                <a:cs typeface="Trebuchet MS"/>
              </a:rPr>
              <a:t>Cuida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los </a:t>
            </a:r>
            <a:r>
              <a:rPr sz="2400" spc="-10" dirty="0">
                <a:latin typeface="Trebuchet MS"/>
                <a:cs typeface="Trebuchet MS"/>
              </a:rPr>
              <a:t>colores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6978571" y="6044118"/>
            <a:ext cx="2444115" cy="151765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2420"/>
              </a:lnSpc>
              <a:spcBef>
                <a:spcPts val="585"/>
              </a:spcBef>
            </a:pPr>
            <a:r>
              <a:rPr sz="2400" spc="-70" dirty="0">
                <a:latin typeface="Trebuchet MS"/>
                <a:cs typeface="Trebuchet MS"/>
              </a:rPr>
              <a:t>Remueve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manchas </a:t>
            </a:r>
            <a:r>
              <a:rPr sz="2400" spc="-10" dirty="0">
                <a:latin typeface="Trebuchet MS"/>
                <a:cs typeface="Trebuchet MS"/>
              </a:rPr>
              <a:t>difíciles</a:t>
            </a:r>
            <a:endParaRPr sz="2400">
              <a:latin typeface="Trebuchet MS"/>
              <a:cs typeface="Trebuchet MS"/>
            </a:endParaRPr>
          </a:p>
          <a:p>
            <a:pPr marL="41910" marR="618490">
              <a:lnSpc>
                <a:spcPts val="2420"/>
              </a:lnSpc>
              <a:spcBef>
                <a:spcPts val="1575"/>
              </a:spcBef>
            </a:pPr>
            <a:r>
              <a:rPr sz="2400" spc="-75" dirty="0">
                <a:latin typeface="Trebuchet MS"/>
                <a:cs typeface="Trebuchet MS"/>
              </a:rPr>
              <a:t>Protege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fibras </a:t>
            </a:r>
            <a:r>
              <a:rPr sz="2400" spc="-55" dirty="0">
                <a:latin typeface="Trebuchet MS"/>
                <a:cs typeface="Trebuchet MS"/>
              </a:rPr>
              <a:t>y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colores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758742" cy="1130854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4325393" y="9011750"/>
            <a:ext cx="4773930" cy="1929764"/>
            <a:chOff x="14325393" y="9011750"/>
            <a:chExt cx="4773930" cy="1929764"/>
          </a:xfrm>
        </p:grpSpPr>
        <p:sp>
          <p:nvSpPr>
            <p:cNvPr id="4" name="object 4"/>
            <p:cNvSpPr/>
            <p:nvPr/>
          </p:nvSpPr>
          <p:spPr>
            <a:xfrm>
              <a:off x="17000208" y="9011750"/>
              <a:ext cx="2098675" cy="1929764"/>
            </a:xfrm>
            <a:custGeom>
              <a:avLst/>
              <a:gdLst/>
              <a:ahLst/>
              <a:cxnLst/>
              <a:rect l="l" t="t" r="r" b="b"/>
              <a:pathLst>
                <a:path w="2098675" h="1929765">
                  <a:moveTo>
                    <a:pt x="36323" y="1271062"/>
                  </a:moveTo>
                  <a:lnTo>
                    <a:pt x="32135" y="1271764"/>
                  </a:lnTo>
                  <a:lnTo>
                    <a:pt x="27904" y="1272225"/>
                  </a:lnTo>
                  <a:lnTo>
                    <a:pt x="0" y="1273031"/>
                  </a:lnTo>
                  <a:lnTo>
                    <a:pt x="139456" y="1393142"/>
                  </a:lnTo>
                  <a:lnTo>
                    <a:pt x="383258" y="1606930"/>
                  </a:lnTo>
                  <a:lnTo>
                    <a:pt x="704564" y="1893850"/>
                  </a:lnTo>
                  <a:lnTo>
                    <a:pt x="708732" y="1897818"/>
                  </a:lnTo>
                  <a:lnTo>
                    <a:pt x="711611" y="1900645"/>
                  </a:lnTo>
                  <a:lnTo>
                    <a:pt x="713632" y="1902425"/>
                  </a:lnTo>
                  <a:lnTo>
                    <a:pt x="715695" y="1904153"/>
                  </a:lnTo>
                  <a:lnTo>
                    <a:pt x="760663" y="1926991"/>
                  </a:lnTo>
                  <a:lnTo>
                    <a:pt x="809950" y="1929252"/>
                  </a:lnTo>
                  <a:lnTo>
                    <a:pt x="854456" y="1914864"/>
                  </a:lnTo>
                  <a:lnTo>
                    <a:pt x="885082" y="1887756"/>
                  </a:lnTo>
                  <a:lnTo>
                    <a:pt x="891397" y="1880779"/>
                  </a:lnTo>
                  <a:lnTo>
                    <a:pt x="902606" y="1869063"/>
                  </a:lnTo>
                  <a:lnTo>
                    <a:pt x="908747" y="1862782"/>
                  </a:lnTo>
                  <a:lnTo>
                    <a:pt x="794902" y="1862782"/>
                  </a:lnTo>
                  <a:lnTo>
                    <a:pt x="746227" y="1858974"/>
                  </a:lnTo>
                  <a:lnTo>
                    <a:pt x="701413" y="1835223"/>
                  </a:lnTo>
                  <a:lnTo>
                    <a:pt x="36323" y="1271062"/>
                  </a:lnTo>
                  <a:close/>
                </a:path>
                <a:path w="2098675" h="1929765">
                  <a:moveTo>
                    <a:pt x="1423431" y="0"/>
                  </a:moveTo>
                  <a:lnTo>
                    <a:pt x="1412857" y="839"/>
                  </a:lnTo>
                  <a:lnTo>
                    <a:pt x="1393724" y="2085"/>
                  </a:lnTo>
                  <a:lnTo>
                    <a:pt x="1403287" y="2085"/>
                  </a:lnTo>
                  <a:lnTo>
                    <a:pt x="1452745" y="12251"/>
                  </a:lnTo>
                  <a:lnTo>
                    <a:pt x="1496425" y="44503"/>
                  </a:lnTo>
                  <a:lnTo>
                    <a:pt x="1970038" y="518304"/>
                  </a:lnTo>
                  <a:lnTo>
                    <a:pt x="1988733" y="536462"/>
                  </a:lnTo>
                  <a:lnTo>
                    <a:pt x="1998619" y="545660"/>
                  </a:lnTo>
                  <a:lnTo>
                    <a:pt x="2020692" y="573014"/>
                  </a:lnTo>
                  <a:lnTo>
                    <a:pt x="2035267" y="614263"/>
                  </a:lnTo>
                  <a:lnTo>
                    <a:pt x="2030304" y="663549"/>
                  </a:lnTo>
                  <a:lnTo>
                    <a:pt x="1993761" y="715016"/>
                  </a:lnTo>
                  <a:lnTo>
                    <a:pt x="1972708" y="735256"/>
                  </a:lnTo>
                  <a:lnTo>
                    <a:pt x="1730030" y="971413"/>
                  </a:lnTo>
                  <a:lnTo>
                    <a:pt x="902645" y="1788179"/>
                  </a:lnTo>
                  <a:lnTo>
                    <a:pt x="886592" y="1804634"/>
                  </a:lnTo>
                  <a:lnTo>
                    <a:pt x="875235" y="1816529"/>
                  </a:lnTo>
                  <a:lnTo>
                    <a:pt x="868884" y="1823559"/>
                  </a:lnTo>
                  <a:lnTo>
                    <a:pt x="838700" y="1849895"/>
                  </a:lnTo>
                  <a:lnTo>
                    <a:pt x="794902" y="1862782"/>
                  </a:lnTo>
                  <a:lnTo>
                    <a:pt x="908747" y="1862782"/>
                  </a:lnTo>
                  <a:lnTo>
                    <a:pt x="918414" y="1852896"/>
                  </a:lnTo>
                  <a:lnTo>
                    <a:pt x="1791521" y="994075"/>
                  </a:lnTo>
                  <a:lnTo>
                    <a:pt x="2033241" y="759732"/>
                  </a:lnTo>
                  <a:lnTo>
                    <a:pt x="2054377" y="739487"/>
                  </a:lnTo>
                  <a:lnTo>
                    <a:pt x="2087796" y="696851"/>
                  </a:lnTo>
                  <a:lnTo>
                    <a:pt x="2098604" y="654886"/>
                  </a:lnTo>
                  <a:lnTo>
                    <a:pt x="2093209" y="616696"/>
                  </a:lnTo>
                  <a:lnTo>
                    <a:pt x="2078019" y="585389"/>
                  </a:lnTo>
                  <a:lnTo>
                    <a:pt x="2059445" y="564068"/>
                  </a:lnTo>
                  <a:lnTo>
                    <a:pt x="2049168" y="554543"/>
                  </a:lnTo>
                  <a:lnTo>
                    <a:pt x="2029734" y="535737"/>
                  </a:lnTo>
                  <a:lnTo>
                    <a:pt x="1537481" y="45016"/>
                  </a:lnTo>
                  <a:lnTo>
                    <a:pt x="1532194" y="38189"/>
                  </a:lnTo>
                  <a:lnTo>
                    <a:pt x="1526288" y="32398"/>
                  </a:lnTo>
                  <a:lnTo>
                    <a:pt x="1520027" y="27488"/>
                  </a:lnTo>
                  <a:lnTo>
                    <a:pt x="1484764" y="8313"/>
                  </a:lnTo>
                  <a:lnTo>
                    <a:pt x="1450069" y="839"/>
                  </a:lnTo>
                  <a:lnTo>
                    <a:pt x="1450577" y="839"/>
                  </a:lnTo>
                  <a:lnTo>
                    <a:pt x="1423431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325393" y="9020336"/>
              <a:ext cx="4710430" cy="1854200"/>
            </a:xfrm>
            <a:custGeom>
              <a:avLst/>
              <a:gdLst/>
              <a:ahLst/>
              <a:cxnLst/>
              <a:rect l="l" t="t" r="r" b="b"/>
              <a:pathLst>
                <a:path w="4710430" h="1854200">
                  <a:moveTo>
                    <a:pt x="4186157" y="1181100"/>
                  </a:moveTo>
                  <a:lnTo>
                    <a:pt x="2481421" y="1181100"/>
                  </a:lnTo>
                  <a:lnTo>
                    <a:pt x="2487341" y="1193800"/>
                  </a:lnTo>
                  <a:lnTo>
                    <a:pt x="2494276" y="1206500"/>
                  </a:lnTo>
                  <a:lnTo>
                    <a:pt x="2502217" y="1219200"/>
                  </a:lnTo>
                  <a:lnTo>
                    <a:pt x="2511159" y="1231900"/>
                  </a:lnTo>
                  <a:lnTo>
                    <a:pt x="2524686" y="1231900"/>
                  </a:lnTo>
                  <a:lnTo>
                    <a:pt x="2539923" y="1244600"/>
                  </a:lnTo>
                  <a:lnTo>
                    <a:pt x="2556813" y="1257300"/>
                  </a:lnTo>
                  <a:lnTo>
                    <a:pt x="2575293" y="1257300"/>
                  </a:lnTo>
                  <a:lnTo>
                    <a:pt x="2584502" y="1270000"/>
                  </a:lnTo>
                  <a:lnTo>
                    <a:pt x="2711142" y="1270000"/>
                  </a:lnTo>
                  <a:lnTo>
                    <a:pt x="3050263" y="1549400"/>
                  </a:lnTo>
                  <a:lnTo>
                    <a:pt x="3136398" y="1625600"/>
                  </a:lnTo>
                  <a:lnTo>
                    <a:pt x="3176427" y="1663700"/>
                  </a:lnTo>
                  <a:lnTo>
                    <a:pt x="3214092" y="1689100"/>
                  </a:lnTo>
                  <a:lnTo>
                    <a:pt x="3249139" y="1727200"/>
                  </a:lnTo>
                  <a:lnTo>
                    <a:pt x="3281315" y="1752600"/>
                  </a:lnTo>
                  <a:lnTo>
                    <a:pt x="3310366" y="1778000"/>
                  </a:lnTo>
                  <a:lnTo>
                    <a:pt x="3336039" y="1803400"/>
                  </a:lnTo>
                  <a:lnTo>
                    <a:pt x="3358078" y="1816100"/>
                  </a:lnTo>
                  <a:lnTo>
                    <a:pt x="3376232" y="1828800"/>
                  </a:lnTo>
                  <a:lnTo>
                    <a:pt x="3421047" y="1854200"/>
                  </a:lnTo>
                  <a:lnTo>
                    <a:pt x="3469721" y="1854200"/>
                  </a:lnTo>
                  <a:lnTo>
                    <a:pt x="3513519" y="1841500"/>
                  </a:lnTo>
                  <a:lnTo>
                    <a:pt x="3543703" y="1816100"/>
                  </a:lnTo>
                  <a:lnTo>
                    <a:pt x="3550054" y="1816100"/>
                  </a:lnTo>
                  <a:lnTo>
                    <a:pt x="3561411" y="1803400"/>
                  </a:lnTo>
                  <a:lnTo>
                    <a:pt x="3577464" y="1790700"/>
                  </a:lnTo>
                  <a:lnTo>
                    <a:pt x="3597901" y="1765300"/>
                  </a:lnTo>
                  <a:lnTo>
                    <a:pt x="3622410" y="1739900"/>
                  </a:lnTo>
                  <a:lnTo>
                    <a:pt x="3650680" y="1714500"/>
                  </a:lnTo>
                  <a:lnTo>
                    <a:pt x="3682400" y="1676400"/>
                  </a:lnTo>
                  <a:lnTo>
                    <a:pt x="3717257" y="1651000"/>
                  </a:lnTo>
                  <a:lnTo>
                    <a:pt x="3754941" y="1612900"/>
                  </a:lnTo>
                  <a:lnTo>
                    <a:pt x="3795140" y="1574800"/>
                  </a:lnTo>
                  <a:lnTo>
                    <a:pt x="3837542" y="1524000"/>
                  </a:lnTo>
                  <a:lnTo>
                    <a:pt x="3881836" y="1485900"/>
                  </a:lnTo>
                  <a:lnTo>
                    <a:pt x="3927710" y="1435100"/>
                  </a:lnTo>
                  <a:lnTo>
                    <a:pt x="3974854" y="1397000"/>
                  </a:lnTo>
                  <a:lnTo>
                    <a:pt x="4022954" y="1346200"/>
                  </a:lnTo>
                  <a:lnTo>
                    <a:pt x="4169886" y="1193800"/>
                  </a:lnTo>
                  <a:lnTo>
                    <a:pt x="4186157" y="1181100"/>
                  </a:lnTo>
                  <a:close/>
                </a:path>
                <a:path w="4710430" h="1854200">
                  <a:moveTo>
                    <a:pt x="1500917" y="1498600"/>
                  </a:moveTo>
                  <a:lnTo>
                    <a:pt x="1277538" y="1498600"/>
                  </a:lnTo>
                  <a:lnTo>
                    <a:pt x="1294462" y="1511300"/>
                  </a:lnTo>
                  <a:lnTo>
                    <a:pt x="1312975" y="1524000"/>
                  </a:lnTo>
                  <a:lnTo>
                    <a:pt x="1463794" y="1524000"/>
                  </a:lnTo>
                  <a:lnTo>
                    <a:pt x="1482585" y="1511300"/>
                  </a:lnTo>
                  <a:lnTo>
                    <a:pt x="1500917" y="1498600"/>
                  </a:lnTo>
                  <a:close/>
                </a:path>
                <a:path w="4710430" h="1854200">
                  <a:moveTo>
                    <a:pt x="1530002" y="1270000"/>
                  </a:moveTo>
                  <a:lnTo>
                    <a:pt x="1202329" y="1270000"/>
                  </a:lnTo>
                  <a:lnTo>
                    <a:pt x="1201868" y="1295400"/>
                  </a:lnTo>
                  <a:lnTo>
                    <a:pt x="1201579" y="1320800"/>
                  </a:lnTo>
                  <a:lnTo>
                    <a:pt x="1201607" y="1358900"/>
                  </a:lnTo>
                  <a:lnTo>
                    <a:pt x="1202693" y="1371600"/>
                  </a:lnTo>
                  <a:lnTo>
                    <a:pt x="1204675" y="1397000"/>
                  </a:lnTo>
                  <a:lnTo>
                    <a:pt x="1207544" y="1409700"/>
                  </a:lnTo>
                  <a:lnTo>
                    <a:pt x="1211292" y="1422400"/>
                  </a:lnTo>
                  <a:lnTo>
                    <a:pt x="1217746" y="1435100"/>
                  </a:lnTo>
                  <a:lnTo>
                    <a:pt x="1226155" y="1460500"/>
                  </a:lnTo>
                  <a:lnTo>
                    <a:pt x="1236485" y="1473200"/>
                  </a:lnTo>
                  <a:lnTo>
                    <a:pt x="1248705" y="1485900"/>
                  </a:lnTo>
                  <a:lnTo>
                    <a:pt x="1262265" y="1498600"/>
                  </a:lnTo>
                  <a:lnTo>
                    <a:pt x="1501116" y="1498600"/>
                  </a:lnTo>
                  <a:lnTo>
                    <a:pt x="1521748" y="1460500"/>
                  </a:lnTo>
                  <a:lnTo>
                    <a:pt x="1525119" y="1409700"/>
                  </a:lnTo>
                  <a:lnTo>
                    <a:pt x="1526229" y="1397000"/>
                  </a:lnTo>
                  <a:lnTo>
                    <a:pt x="1527164" y="1371600"/>
                  </a:lnTo>
                  <a:lnTo>
                    <a:pt x="1527922" y="1358900"/>
                  </a:lnTo>
                  <a:lnTo>
                    <a:pt x="1528545" y="1333500"/>
                  </a:lnTo>
                  <a:lnTo>
                    <a:pt x="1530002" y="1270000"/>
                  </a:lnTo>
                  <a:close/>
                </a:path>
                <a:path w="4710430" h="1854200">
                  <a:moveTo>
                    <a:pt x="134082" y="863600"/>
                  </a:moveTo>
                  <a:lnTo>
                    <a:pt x="86121" y="863600"/>
                  </a:lnTo>
                  <a:lnTo>
                    <a:pt x="58866" y="876300"/>
                  </a:lnTo>
                  <a:lnTo>
                    <a:pt x="10449" y="952500"/>
                  </a:lnTo>
                  <a:lnTo>
                    <a:pt x="2382" y="1003300"/>
                  </a:lnTo>
                  <a:lnTo>
                    <a:pt x="504" y="1041400"/>
                  </a:lnTo>
                  <a:lnTo>
                    <a:pt x="0" y="1079500"/>
                  </a:lnTo>
                  <a:lnTo>
                    <a:pt x="2511" y="1104900"/>
                  </a:lnTo>
                  <a:lnTo>
                    <a:pt x="9849" y="1117600"/>
                  </a:lnTo>
                  <a:lnTo>
                    <a:pt x="21979" y="1143000"/>
                  </a:lnTo>
                  <a:lnTo>
                    <a:pt x="54506" y="1181100"/>
                  </a:lnTo>
                  <a:lnTo>
                    <a:pt x="92760" y="1206500"/>
                  </a:lnTo>
                  <a:lnTo>
                    <a:pt x="138080" y="1231900"/>
                  </a:lnTo>
                  <a:lnTo>
                    <a:pt x="162683" y="1244600"/>
                  </a:lnTo>
                  <a:lnTo>
                    <a:pt x="188963" y="1244600"/>
                  </a:lnTo>
                  <a:lnTo>
                    <a:pt x="216831" y="1257300"/>
                  </a:lnTo>
                  <a:lnTo>
                    <a:pt x="246015" y="1257300"/>
                  </a:lnTo>
                  <a:lnTo>
                    <a:pt x="276402" y="1270000"/>
                  </a:lnTo>
                  <a:lnTo>
                    <a:pt x="418280" y="1270000"/>
                  </a:lnTo>
                  <a:lnTo>
                    <a:pt x="485042" y="1244600"/>
                  </a:lnTo>
                  <a:lnTo>
                    <a:pt x="544531" y="1219200"/>
                  </a:lnTo>
                  <a:lnTo>
                    <a:pt x="570385" y="1193800"/>
                  </a:lnTo>
                  <a:lnTo>
                    <a:pt x="593521" y="1181100"/>
                  </a:lnTo>
                  <a:lnTo>
                    <a:pt x="601791" y="1168400"/>
                  </a:lnTo>
                  <a:lnTo>
                    <a:pt x="609655" y="1155700"/>
                  </a:lnTo>
                  <a:lnTo>
                    <a:pt x="617117" y="1155700"/>
                  </a:lnTo>
                  <a:lnTo>
                    <a:pt x="624179" y="1143000"/>
                  </a:lnTo>
                  <a:lnTo>
                    <a:pt x="1871286" y="1143000"/>
                  </a:lnTo>
                  <a:lnTo>
                    <a:pt x="1879105" y="1130300"/>
                  </a:lnTo>
                  <a:lnTo>
                    <a:pt x="1886062" y="1130300"/>
                  </a:lnTo>
                  <a:lnTo>
                    <a:pt x="1892727" y="1117600"/>
                  </a:lnTo>
                  <a:lnTo>
                    <a:pt x="1899110" y="1104900"/>
                  </a:lnTo>
                  <a:lnTo>
                    <a:pt x="1905219" y="1092200"/>
                  </a:lnTo>
                  <a:lnTo>
                    <a:pt x="4278741" y="1092200"/>
                  </a:lnTo>
                  <a:lnTo>
                    <a:pt x="4314219" y="1054100"/>
                  </a:lnTo>
                  <a:lnTo>
                    <a:pt x="4360299" y="1016000"/>
                  </a:lnTo>
                  <a:lnTo>
                    <a:pt x="4382572" y="990600"/>
                  </a:lnTo>
                  <a:lnTo>
                    <a:pt x="926505" y="990600"/>
                  </a:lnTo>
                  <a:lnTo>
                    <a:pt x="923793" y="977900"/>
                  </a:lnTo>
                  <a:lnTo>
                    <a:pt x="923217" y="965200"/>
                  </a:lnTo>
                  <a:lnTo>
                    <a:pt x="923647" y="952500"/>
                  </a:lnTo>
                  <a:lnTo>
                    <a:pt x="925769" y="876300"/>
                  </a:lnTo>
                  <a:lnTo>
                    <a:pt x="147901" y="876300"/>
                  </a:lnTo>
                  <a:lnTo>
                    <a:pt x="134082" y="863600"/>
                  </a:lnTo>
                  <a:close/>
                </a:path>
                <a:path w="4710430" h="1854200">
                  <a:moveTo>
                    <a:pt x="932149" y="1257300"/>
                  </a:moveTo>
                  <a:lnTo>
                    <a:pt x="775576" y="1257300"/>
                  </a:lnTo>
                  <a:lnTo>
                    <a:pt x="801137" y="1270000"/>
                  </a:lnTo>
                  <a:lnTo>
                    <a:pt x="916564" y="1270000"/>
                  </a:lnTo>
                  <a:lnTo>
                    <a:pt x="932149" y="1257300"/>
                  </a:lnTo>
                  <a:close/>
                </a:path>
                <a:path w="4710430" h="1854200">
                  <a:moveTo>
                    <a:pt x="1530696" y="1257300"/>
                  </a:moveTo>
                  <a:lnTo>
                    <a:pt x="1084050" y="1257300"/>
                  </a:lnTo>
                  <a:lnTo>
                    <a:pt x="1099282" y="1270000"/>
                  </a:lnTo>
                  <a:lnTo>
                    <a:pt x="1530257" y="1270000"/>
                  </a:lnTo>
                  <a:lnTo>
                    <a:pt x="1530696" y="1257300"/>
                  </a:lnTo>
                  <a:close/>
                </a:path>
                <a:path w="4710430" h="1854200">
                  <a:moveTo>
                    <a:pt x="1801716" y="1219200"/>
                  </a:moveTo>
                  <a:lnTo>
                    <a:pt x="1018607" y="1219200"/>
                  </a:lnTo>
                  <a:lnTo>
                    <a:pt x="1021016" y="1231900"/>
                  </a:lnTo>
                  <a:lnTo>
                    <a:pt x="1023508" y="1231900"/>
                  </a:lnTo>
                  <a:lnTo>
                    <a:pt x="1036525" y="1244600"/>
                  </a:lnTo>
                  <a:lnTo>
                    <a:pt x="1050991" y="1244600"/>
                  </a:lnTo>
                  <a:lnTo>
                    <a:pt x="1066851" y="1257300"/>
                  </a:lnTo>
                  <a:lnTo>
                    <a:pt x="1551299" y="1257300"/>
                  </a:lnTo>
                  <a:lnTo>
                    <a:pt x="1573158" y="1270000"/>
                  </a:lnTo>
                  <a:lnTo>
                    <a:pt x="1669810" y="1270000"/>
                  </a:lnTo>
                  <a:lnTo>
                    <a:pt x="1705094" y="1257300"/>
                  </a:lnTo>
                  <a:lnTo>
                    <a:pt x="1739004" y="1244600"/>
                  </a:lnTo>
                  <a:lnTo>
                    <a:pt x="1771422" y="1231900"/>
                  </a:lnTo>
                  <a:lnTo>
                    <a:pt x="1801716" y="1219200"/>
                  </a:lnTo>
                  <a:close/>
                </a:path>
                <a:path w="4710430" h="1854200">
                  <a:moveTo>
                    <a:pt x="4278741" y="1092200"/>
                  </a:moveTo>
                  <a:lnTo>
                    <a:pt x="1908256" y="1092200"/>
                  </a:lnTo>
                  <a:lnTo>
                    <a:pt x="1909910" y="1104900"/>
                  </a:lnTo>
                  <a:lnTo>
                    <a:pt x="1949485" y="1155700"/>
                  </a:lnTo>
                  <a:lnTo>
                    <a:pt x="1998640" y="1206500"/>
                  </a:lnTo>
                  <a:lnTo>
                    <a:pt x="2025874" y="1219200"/>
                  </a:lnTo>
                  <a:lnTo>
                    <a:pt x="2054734" y="1244600"/>
                  </a:lnTo>
                  <a:lnTo>
                    <a:pt x="2085120" y="1244600"/>
                  </a:lnTo>
                  <a:lnTo>
                    <a:pt x="2116930" y="1257300"/>
                  </a:lnTo>
                  <a:lnTo>
                    <a:pt x="2142787" y="1270000"/>
                  </a:lnTo>
                  <a:lnTo>
                    <a:pt x="2281895" y="1270000"/>
                  </a:lnTo>
                  <a:lnTo>
                    <a:pt x="2304839" y="1257300"/>
                  </a:lnTo>
                  <a:lnTo>
                    <a:pt x="2352090" y="1257300"/>
                  </a:lnTo>
                  <a:lnTo>
                    <a:pt x="2375219" y="1244600"/>
                  </a:lnTo>
                  <a:lnTo>
                    <a:pt x="2397254" y="1231900"/>
                  </a:lnTo>
                  <a:lnTo>
                    <a:pt x="2418114" y="1231900"/>
                  </a:lnTo>
                  <a:lnTo>
                    <a:pt x="2435906" y="1219200"/>
                  </a:lnTo>
                  <a:lnTo>
                    <a:pt x="2452403" y="1206500"/>
                  </a:lnTo>
                  <a:lnTo>
                    <a:pt x="2467582" y="1193800"/>
                  </a:lnTo>
                  <a:lnTo>
                    <a:pt x="2481421" y="1181100"/>
                  </a:lnTo>
                  <a:lnTo>
                    <a:pt x="4186157" y="1181100"/>
                  </a:lnTo>
                  <a:lnTo>
                    <a:pt x="4218701" y="1155700"/>
                  </a:lnTo>
                  <a:lnTo>
                    <a:pt x="4266916" y="1104900"/>
                  </a:lnTo>
                  <a:lnTo>
                    <a:pt x="4278741" y="1092200"/>
                  </a:lnTo>
                  <a:close/>
                </a:path>
                <a:path w="4710430" h="1854200">
                  <a:moveTo>
                    <a:pt x="1871286" y="1143000"/>
                  </a:moveTo>
                  <a:lnTo>
                    <a:pt x="624179" y="1143000"/>
                  </a:lnTo>
                  <a:lnTo>
                    <a:pt x="633834" y="1155700"/>
                  </a:lnTo>
                  <a:lnTo>
                    <a:pt x="644710" y="1181100"/>
                  </a:lnTo>
                  <a:lnTo>
                    <a:pt x="688281" y="1219200"/>
                  </a:lnTo>
                  <a:lnTo>
                    <a:pt x="729991" y="1244600"/>
                  </a:lnTo>
                  <a:lnTo>
                    <a:pt x="753327" y="1257300"/>
                  </a:lnTo>
                  <a:lnTo>
                    <a:pt x="948578" y="1257300"/>
                  </a:lnTo>
                  <a:lnTo>
                    <a:pt x="964780" y="1244600"/>
                  </a:lnTo>
                  <a:lnTo>
                    <a:pt x="980698" y="1244600"/>
                  </a:lnTo>
                  <a:lnTo>
                    <a:pt x="996273" y="1231900"/>
                  </a:lnTo>
                  <a:lnTo>
                    <a:pt x="1009969" y="1231900"/>
                  </a:lnTo>
                  <a:lnTo>
                    <a:pt x="1016304" y="1219200"/>
                  </a:lnTo>
                  <a:lnTo>
                    <a:pt x="1801716" y="1219200"/>
                  </a:lnTo>
                  <a:lnTo>
                    <a:pt x="1829822" y="1193800"/>
                  </a:lnTo>
                  <a:lnTo>
                    <a:pt x="1855649" y="1168400"/>
                  </a:lnTo>
                  <a:lnTo>
                    <a:pt x="1871286" y="1143000"/>
                  </a:lnTo>
                  <a:close/>
                </a:path>
                <a:path w="4710430" h="1854200">
                  <a:moveTo>
                    <a:pt x="1216098" y="469900"/>
                  </a:moveTo>
                  <a:lnTo>
                    <a:pt x="1041659" y="469900"/>
                  </a:lnTo>
                  <a:lnTo>
                    <a:pt x="1025696" y="482600"/>
                  </a:lnTo>
                  <a:lnTo>
                    <a:pt x="998946" y="520700"/>
                  </a:lnTo>
                  <a:lnTo>
                    <a:pt x="991520" y="571500"/>
                  </a:lnTo>
                  <a:lnTo>
                    <a:pt x="989874" y="622300"/>
                  </a:lnTo>
                  <a:lnTo>
                    <a:pt x="989003" y="673100"/>
                  </a:lnTo>
                  <a:lnTo>
                    <a:pt x="988492" y="698500"/>
                  </a:lnTo>
                  <a:lnTo>
                    <a:pt x="987767" y="736600"/>
                  </a:lnTo>
                  <a:lnTo>
                    <a:pt x="985921" y="774700"/>
                  </a:lnTo>
                  <a:lnTo>
                    <a:pt x="981914" y="825500"/>
                  </a:lnTo>
                  <a:lnTo>
                    <a:pt x="976049" y="876300"/>
                  </a:lnTo>
                  <a:lnTo>
                    <a:pt x="967926" y="914400"/>
                  </a:lnTo>
                  <a:lnTo>
                    <a:pt x="962965" y="939800"/>
                  </a:lnTo>
                  <a:lnTo>
                    <a:pt x="958462" y="952500"/>
                  </a:lnTo>
                  <a:lnTo>
                    <a:pt x="953385" y="965200"/>
                  </a:lnTo>
                  <a:lnTo>
                    <a:pt x="947753" y="977900"/>
                  </a:lnTo>
                  <a:lnTo>
                    <a:pt x="941583" y="990600"/>
                  </a:lnTo>
                  <a:lnTo>
                    <a:pt x="4382572" y="990600"/>
                  </a:lnTo>
                  <a:lnTo>
                    <a:pt x="4404845" y="965200"/>
                  </a:lnTo>
                  <a:lnTo>
                    <a:pt x="4447544" y="927100"/>
                  </a:lnTo>
                  <a:lnTo>
                    <a:pt x="4488086" y="889000"/>
                  </a:lnTo>
                  <a:lnTo>
                    <a:pt x="4526158" y="850900"/>
                  </a:lnTo>
                  <a:lnTo>
                    <a:pt x="4561450" y="812800"/>
                  </a:lnTo>
                  <a:lnTo>
                    <a:pt x="4593649" y="787400"/>
                  </a:lnTo>
                  <a:lnTo>
                    <a:pt x="4622445" y="762000"/>
                  </a:lnTo>
                  <a:lnTo>
                    <a:pt x="4647526" y="736600"/>
                  </a:lnTo>
                  <a:lnTo>
                    <a:pt x="4668580" y="711200"/>
                  </a:lnTo>
                  <a:lnTo>
                    <a:pt x="4705123" y="660400"/>
                  </a:lnTo>
                  <a:lnTo>
                    <a:pt x="1936768" y="660400"/>
                  </a:lnTo>
                  <a:lnTo>
                    <a:pt x="1925777" y="622300"/>
                  </a:lnTo>
                  <a:lnTo>
                    <a:pt x="1912812" y="596900"/>
                  </a:lnTo>
                  <a:lnTo>
                    <a:pt x="1897870" y="571500"/>
                  </a:lnTo>
                  <a:lnTo>
                    <a:pt x="1880947" y="546100"/>
                  </a:lnTo>
                  <a:lnTo>
                    <a:pt x="1848859" y="520700"/>
                  </a:lnTo>
                  <a:lnTo>
                    <a:pt x="1506236" y="520700"/>
                  </a:lnTo>
                  <a:lnTo>
                    <a:pt x="1503273" y="508000"/>
                  </a:lnTo>
                  <a:lnTo>
                    <a:pt x="1496886" y="508000"/>
                  </a:lnTo>
                  <a:lnTo>
                    <a:pt x="1471942" y="495300"/>
                  </a:lnTo>
                  <a:lnTo>
                    <a:pt x="1249783" y="495300"/>
                  </a:lnTo>
                  <a:lnTo>
                    <a:pt x="1239289" y="482600"/>
                  </a:lnTo>
                  <a:lnTo>
                    <a:pt x="1228058" y="482600"/>
                  </a:lnTo>
                  <a:lnTo>
                    <a:pt x="1216098" y="469900"/>
                  </a:lnTo>
                  <a:close/>
                </a:path>
                <a:path w="4710430" h="1854200">
                  <a:moveTo>
                    <a:pt x="476387" y="279400"/>
                  </a:moveTo>
                  <a:lnTo>
                    <a:pt x="345862" y="279400"/>
                  </a:lnTo>
                  <a:lnTo>
                    <a:pt x="313209" y="292100"/>
                  </a:lnTo>
                  <a:lnTo>
                    <a:pt x="280630" y="292100"/>
                  </a:lnTo>
                  <a:lnTo>
                    <a:pt x="214505" y="317500"/>
                  </a:lnTo>
                  <a:lnTo>
                    <a:pt x="155440" y="355600"/>
                  </a:lnTo>
                  <a:lnTo>
                    <a:pt x="103871" y="406400"/>
                  </a:lnTo>
                  <a:lnTo>
                    <a:pt x="62919" y="457200"/>
                  </a:lnTo>
                  <a:lnTo>
                    <a:pt x="46959" y="495300"/>
                  </a:lnTo>
                  <a:lnTo>
                    <a:pt x="35570" y="533400"/>
                  </a:lnTo>
                  <a:lnTo>
                    <a:pt x="28786" y="584200"/>
                  </a:lnTo>
                  <a:lnTo>
                    <a:pt x="26637" y="622300"/>
                  </a:lnTo>
                  <a:lnTo>
                    <a:pt x="28662" y="660400"/>
                  </a:lnTo>
                  <a:lnTo>
                    <a:pt x="34389" y="698500"/>
                  </a:lnTo>
                  <a:lnTo>
                    <a:pt x="43795" y="736600"/>
                  </a:lnTo>
                  <a:lnTo>
                    <a:pt x="72326" y="787400"/>
                  </a:lnTo>
                  <a:lnTo>
                    <a:pt x="109431" y="838200"/>
                  </a:lnTo>
                  <a:lnTo>
                    <a:pt x="130938" y="863600"/>
                  </a:lnTo>
                  <a:lnTo>
                    <a:pt x="145992" y="863600"/>
                  </a:lnTo>
                  <a:lnTo>
                    <a:pt x="153705" y="876300"/>
                  </a:lnTo>
                  <a:lnTo>
                    <a:pt x="925769" y="876300"/>
                  </a:lnTo>
                  <a:lnTo>
                    <a:pt x="926127" y="863600"/>
                  </a:lnTo>
                  <a:lnTo>
                    <a:pt x="930488" y="723900"/>
                  </a:lnTo>
                  <a:lnTo>
                    <a:pt x="932236" y="673100"/>
                  </a:lnTo>
                  <a:lnTo>
                    <a:pt x="933076" y="635000"/>
                  </a:lnTo>
                  <a:lnTo>
                    <a:pt x="933144" y="622300"/>
                  </a:lnTo>
                  <a:lnTo>
                    <a:pt x="932038" y="609600"/>
                  </a:lnTo>
                  <a:lnTo>
                    <a:pt x="929967" y="596900"/>
                  </a:lnTo>
                  <a:lnTo>
                    <a:pt x="926940" y="571500"/>
                  </a:lnTo>
                  <a:lnTo>
                    <a:pt x="907540" y="533400"/>
                  </a:lnTo>
                  <a:lnTo>
                    <a:pt x="870577" y="495300"/>
                  </a:lnTo>
                  <a:lnTo>
                    <a:pt x="855142" y="482600"/>
                  </a:lnTo>
                  <a:lnTo>
                    <a:pt x="838084" y="482600"/>
                  </a:lnTo>
                  <a:lnTo>
                    <a:pt x="819451" y="469900"/>
                  </a:lnTo>
                  <a:lnTo>
                    <a:pt x="690931" y="469900"/>
                  </a:lnTo>
                  <a:lnTo>
                    <a:pt x="680986" y="431800"/>
                  </a:lnTo>
                  <a:lnTo>
                    <a:pt x="665737" y="393700"/>
                  </a:lnTo>
                  <a:lnTo>
                    <a:pt x="645295" y="368300"/>
                  </a:lnTo>
                  <a:lnTo>
                    <a:pt x="619771" y="342900"/>
                  </a:lnTo>
                  <a:lnTo>
                    <a:pt x="579860" y="317500"/>
                  </a:lnTo>
                  <a:lnTo>
                    <a:pt x="532006" y="292100"/>
                  </a:lnTo>
                  <a:lnTo>
                    <a:pt x="476387" y="279400"/>
                  </a:lnTo>
                  <a:close/>
                </a:path>
                <a:path w="4710430" h="1854200">
                  <a:moveTo>
                    <a:pt x="4104011" y="0"/>
                  </a:moveTo>
                  <a:lnTo>
                    <a:pt x="4052651" y="0"/>
                  </a:lnTo>
                  <a:lnTo>
                    <a:pt x="2721990" y="88900"/>
                  </a:lnTo>
                  <a:lnTo>
                    <a:pt x="2687639" y="88900"/>
                  </a:lnTo>
                  <a:lnTo>
                    <a:pt x="2661274" y="101600"/>
                  </a:lnTo>
                  <a:lnTo>
                    <a:pt x="2644373" y="114300"/>
                  </a:lnTo>
                  <a:lnTo>
                    <a:pt x="2638411" y="127000"/>
                  </a:lnTo>
                  <a:lnTo>
                    <a:pt x="2271847" y="469900"/>
                  </a:lnTo>
                  <a:lnTo>
                    <a:pt x="2189043" y="469900"/>
                  </a:lnTo>
                  <a:lnTo>
                    <a:pt x="2151837" y="482600"/>
                  </a:lnTo>
                  <a:lnTo>
                    <a:pt x="2086119" y="508000"/>
                  </a:lnTo>
                  <a:lnTo>
                    <a:pt x="2030038" y="546100"/>
                  </a:lnTo>
                  <a:lnTo>
                    <a:pt x="2005656" y="571500"/>
                  </a:lnTo>
                  <a:lnTo>
                    <a:pt x="1985630" y="584200"/>
                  </a:lnTo>
                  <a:lnTo>
                    <a:pt x="1967450" y="609600"/>
                  </a:lnTo>
                  <a:lnTo>
                    <a:pt x="1951151" y="635000"/>
                  </a:lnTo>
                  <a:lnTo>
                    <a:pt x="1936768" y="660400"/>
                  </a:lnTo>
                  <a:lnTo>
                    <a:pt x="4705123" y="660400"/>
                  </a:lnTo>
                  <a:lnTo>
                    <a:pt x="4710086" y="609600"/>
                  </a:lnTo>
                  <a:lnTo>
                    <a:pt x="4695511" y="571500"/>
                  </a:lnTo>
                  <a:lnTo>
                    <a:pt x="4673438" y="546100"/>
                  </a:lnTo>
                  <a:lnTo>
                    <a:pt x="4663552" y="533400"/>
                  </a:lnTo>
                  <a:lnTo>
                    <a:pt x="4644856" y="520700"/>
                  </a:lnTo>
                  <a:lnTo>
                    <a:pt x="4618553" y="495300"/>
                  </a:lnTo>
                  <a:lnTo>
                    <a:pt x="4585846" y="457200"/>
                  </a:lnTo>
                  <a:lnTo>
                    <a:pt x="4547938" y="419100"/>
                  </a:lnTo>
                  <a:lnTo>
                    <a:pt x="4506032" y="381000"/>
                  </a:lnTo>
                  <a:lnTo>
                    <a:pt x="4461332" y="330200"/>
                  </a:lnTo>
                  <a:lnTo>
                    <a:pt x="4415041" y="292100"/>
                  </a:lnTo>
                  <a:lnTo>
                    <a:pt x="4368361" y="241300"/>
                  </a:lnTo>
                  <a:lnTo>
                    <a:pt x="4278648" y="152400"/>
                  </a:lnTo>
                  <a:lnTo>
                    <a:pt x="4171244" y="38100"/>
                  </a:lnTo>
                  <a:lnTo>
                    <a:pt x="4150755" y="25400"/>
                  </a:lnTo>
                  <a:lnTo>
                    <a:pt x="4104011" y="0"/>
                  </a:lnTo>
                  <a:close/>
                </a:path>
                <a:path w="4710430" h="1854200">
                  <a:moveTo>
                    <a:pt x="1725167" y="469900"/>
                  </a:moveTo>
                  <a:lnTo>
                    <a:pt x="1621657" y="469900"/>
                  </a:lnTo>
                  <a:lnTo>
                    <a:pt x="1585894" y="482600"/>
                  </a:lnTo>
                  <a:lnTo>
                    <a:pt x="1553091" y="495300"/>
                  </a:lnTo>
                  <a:lnTo>
                    <a:pt x="1523367" y="508000"/>
                  </a:lnTo>
                  <a:lnTo>
                    <a:pt x="1511765" y="508000"/>
                  </a:lnTo>
                  <a:lnTo>
                    <a:pt x="1506236" y="520700"/>
                  </a:lnTo>
                  <a:lnTo>
                    <a:pt x="1848859" y="520700"/>
                  </a:lnTo>
                  <a:lnTo>
                    <a:pt x="1812138" y="495300"/>
                  </a:lnTo>
                  <a:lnTo>
                    <a:pt x="1770877" y="482600"/>
                  </a:lnTo>
                  <a:lnTo>
                    <a:pt x="1725167" y="469900"/>
                  </a:lnTo>
                  <a:close/>
                </a:path>
                <a:path w="4710430" h="1854200">
                  <a:moveTo>
                    <a:pt x="1409125" y="469900"/>
                  </a:moveTo>
                  <a:lnTo>
                    <a:pt x="1285100" y="469900"/>
                  </a:lnTo>
                  <a:lnTo>
                    <a:pt x="1267159" y="482600"/>
                  </a:lnTo>
                  <a:lnTo>
                    <a:pt x="1249783" y="495300"/>
                  </a:lnTo>
                  <a:lnTo>
                    <a:pt x="1471942" y="495300"/>
                  </a:lnTo>
                  <a:lnTo>
                    <a:pt x="1442653" y="482600"/>
                  </a:lnTo>
                  <a:lnTo>
                    <a:pt x="1409125" y="4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675847" y="9046691"/>
              <a:ext cx="2308225" cy="1785620"/>
            </a:xfrm>
            <a:custGeom>
              <a:avLst/>
              <a:gdLst/>
              <a:ahLst/>
              <a:cxnLst/>
              <a:rect l="l" t="t" r="r" b="b"/>
              <a:pathLst>
                <a:path w="2308225" h="1785620">
                  <a:moveTo>
                    <a:pt x="415704" y="1205827"/>
                  </a:moveTo>
                  <a:lnTo>
                    <a:pt x="389925" y="1226172"/>
                  </a:lnTo>
                  <a:lnTo>
                    <a:pt x="1019923" y="1752364"/>
                  </a:lnTo>
                  <a:lnTo>
                    <a:pt x="1025675" y="1757391"/>
                  </a:lnTo>
                  <a:lnTo>
                    <a:pt x="1067442" y="1781498"/>
                  </a:lnTo>
                  <a:lnTo>
                    <a:pt x="1114276" y="1785047"/>
                  </a:lnTo>
                  <a:lnTo>
                    <a:pt x="1156988" y="1772007"/>
                  </a:lnTo>
                  <a:lnTo>
                    <a:pt x="1186393" y="1746344"/>
                  </a:lnTo>
                  <a:lnTo>
                    <a:pt x="1192784" y="1739301"/>
                  </a:lnTo>
                  <a:lnTo>
                    <a:pt x="1204302" y="1727290"/>
                  </a:lnTo>
                  <a:lnTo>
                    <a:pt x="1210569" y="1720891"/>
                  </a:lnTo>
                  <a:lnTo>
                    <a:pt x="1089096" y="1720891"/>
                  </a:lnTo>
                  <a:lnTo>
                    <a:pt x="1040236" y="1713010"/>
                  </a:lnTo>
                  <a:lnTo>
                    <a:pt x="998189" y="1688440"/>
                  </a:lnTo>
                  <a:lnTo>
                    <a:pt x="989163" y="1680821"/>
                  </a:lnTo>
                  <a:lnTo>
                    <a:pt x="415704" y="1205827"/>
                  </a:lnTo>
                  <a:close/>
                </a:path>
                <a:path w="2308225" h="1785620">
                  <a:moveTo>
                    <a:pt x="1792416" y="41914"/>
                  </a:moveTo>
                  <a:lnTo>
                    <a:pt x="1673657" y="41914"/>
                  </a:lnTo>
                  <a:lnTo>
                    <a:pt x="1699363" y="44070"/>
                  </a:lnTo>
                  <a:lnTo>
                    <a:pt x="1718505" y="56968"/>
                  </a:lnTo>
                  <a:lnTo>
                    <a:pt x="1741433" y="84081"/>
                  </a:lnTo>
                  <a:lnTo>
                    <a:pt x="2177746" y="505175"/>
                  </a:lnTo>
                  <a:lnTo>
                    <a:pt x="2197369" y="523597"/>
                  </a:lnTo>
                  <a:lnTo>
                    <a:pt x="2207608" y="532811"/>
                  </a:lnTo>
                  <a:lnTo>
                    <a:pt x="2228075" y="557314"/>
                  </a:lnTo>
                  <a:lnTo>
                    <a:pt x="2241499" y="594307"/>
                  </a:lnTo>
                  <a:lnTo>
                    <a:pt x="2236722" y="638148"/>
                  </a:lnTo>
                  <a:lnTo>
                    <a:pt x="2236677" y="638559"/>
                  </a:lnTo>
                  <a:lnTo>
                    <a:pt x="2202404" y="684837"/>
                  </a:lnTo>
                  <a:lnTo>
                    <a:pt x="2183045" y="702795"/>
                  </a:lnTo>
                  <a:lnTo>
                    <a:pt x="2104560" y="776840"/>
                  </a:lnTo>
                  <a:lnTo>
                    <a:pt x="1837502" y="1033064"/>
                  </a:lnTo>
                  <a:lnTo>
                    <a:pt x="1212875" y="1641757"/>
                  </a:lnTo>
                  <a:lnTo>
                    <a:pt x="1179050" y="1675689"/>
                  </a:lnTo>
                  <a:lnTo>
                    <a:pt x="1164163" y="1691278"/>
                  </a:lnTo>
                  <a:lnTo>
                    <a:pt x="1133996" y="1713256"/>
                  </a:lnTo>
                  <a:lnTo>
                    <a:pt x="1089096" y="1720891"/>
                  </a:lnTo>
                  <a:lnTo>
                    <a:pt x="1210569" y="1720891"/>
                  </a:lnTo>
                  <a:lnTo>
                    <a:pt x="1220617" y="1710634"/>
                  </a:lnTo>
                  <a:lnTo>
                    <a:pt x="2045586" y="898964"/>
                  </a:lnTo>
                  <a:lnTo>
                    <a:pt x="2246422" y="704212"/>
                  </a:lnTo>
                  <a:lnTo>
                    <a:pt x="2267396" y="684104"/>
                  </a:lnTo>
                  <a:lnTo>
                    <a:pt x="2301235" y="638148"/>
                  </a:lnTo>
                  <a:lnTo>
                    <a:pt x="2307979" y="594307"/>
                  </a:lnTo>
                  <a:lnTo>
                    <a:pt x="2308080" y="593653"/>
                  </a:lnTo>
                  <a:lnTo>
                    <a:pt x="2297268" y="555168"/>
                  </a:lnTo>
                  <a:lnTo>
                    <a:pt x="2278140" y="527240"/>
                  </a:lnTo>
                  <a:lnTo>
                    <a:pt x="2276119" y="525125"/>
                  </a:lnTo>
                  <a:lnTo>
                    <a:pt x="2274182" y="523282"/>
                  </a:lnTo>
                  <a:lnTo>
                    <a:pt x="2272307" y="521690"/>
                  </a:lnTo>
                  <a:lnTo>
                    <a:pt x="2261741" y="511811"/>
                  </a:lnTo>
                  <a:lnTo>
                    <a:pt x="2241488" y="492061"/>
                  </a:lnTo>
                  <a:lnTo>
                    <a:pt x="1792416" y="41914"/>
                  </a:lnTo>
                  <a:close/>
                </a:path>
                <a:path w="2308225" h="1785620">
                  <a:moveTo>
                    <a:pt x="1702496" y="0"/>
                  </a:moveTo>
                  <a:lnTo>
                    <a:pt x="1684702" y="0"/>
                  </a:lnTo>
                  <a:lnTo>
                    <a:pt x="1679268" y="397"/>
                  </a:lnTo>
                  <a:lnTo>
                    <a:pt x="1677404" y="649"/>
                  </a:lnTo>
                  <a:lnTo>
                    <a:pt x="400427" y="83180"/>
                  </a:lnTo>
                  <a:lnTo>
                    <a:pt x="342133" y="100618"/>
                  </a:lnTo>
                  <a:lnTo>
                    <a:pt x="0" y="434761"/>
                  </a:lnTo>
                  <a:lnTo>
                    <a:pt x="7319" y="435756"/>
                  </a:lnTo>
                  <a:lnTo>
                    <a:pt x="14449" y="436939"/>
                  </a:lnTo>
                  <a:lnTo>
                    <a:pt x="21371" y="438321"/>
                  </a:lnTo>
                  <a:lnTo>
                    <a:pt x="312199" y="158937"/>
                  </a:lnTo>
                  <a:lnTo>
                    <a:pt x="330847" y="142944"/>
                  </a:lnTo>
                  <a:lnTo>
                    <a:pt x="345193" y="134417"/>
                  </a:lnTo>
                  <a:lnTo>
                    <a:pt x="362555" y="130480"/>
                  </a:lnTo>
                  <a:lnTo>
                    <a:pt x="390249" y="128257"/>
                  </a:lnTo>
                  <a:lnTo>
                    <a:pt x="1631039" y="47024"/>
                  </a:lnTo>
                  <a:lnTo>
                    <a:pt x="1673657" y="41914"/>
                  </a:lnTo>
                  <a:lnTo>
                    <a:pt x="1792416" y="41914"/>
                  </a:lnTo>
                  <a:lnTo>
                    <a:pt x="1791139" y="40627"/>
                  </a:lnTo>
                  <a:lnTo>
                    <a:pt x="1770320" y="20888"/>
                  </a:lnTo>
                  <a:lnTo>
                    <a:pt x="1746745" y="8679"/>
                  </a:lnTo>
                  <a:lnTo>
                    <a:pt x="1723064" y="2270"/>
                  </a:lnTo>
                  <a:lnTo>
                    <a:pt x="1702496" y="0"/>
                  </a:lnTo>
                  <a:close/>
                </a:path>
              </a:pathLst>
            </a:custGeom>
            <a:solidFill>
              <a:srgbClr val="EE0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554123" y="9539509"/>
              <a:ext cx="1543685" cy="648335"/>
            </a:xfrm>
            <a:custGeom>
              <a:avLst/>
              <a:gdLst/>
              <a:ahLst/>
              <a:cxnLst/>
              <a:rect l="l" t="t" r="r" b="b"/>
              <a:pathLst>
                <a:path w="1543684" h="648334">
                  <a:moveTo>
                    <a:pt x="25" y="0"/>
                  </a:moveTo>
                  <a:close/>
                </a:path>
                <a:path w="1543684" h="648334">
                  <a:moveTo>
                    <a:pt x="1305636" y="5588"/>
                  </a:moveTo>
                  <a:close/>
                </a:path>
                <a:path w="1543684" h="648334">
                  <a:moveTo>
                    <a:pt x="1543608" y="647827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678470" y="9424896"/>
              <a:ext cx="276860" cy="68580"/>
            </a:xfrm>
            <a:custGeom>
              <a:avLst/>
              <a:gdLst/>
              <a:ahLst/>
              <a:cxnLst/>
              <a:rect l="l" t="t" r="r" b="b"/>
              <a:pathLst>
                <a:path w="276859" h="68579">
                  <a:moveTo>
                    <a:pt x="181419" y="0"/>
                  </a:moveTo>
                  <a:lnTo>
                    <a:pt x="169218" y="77"/>
                  </a:lnTo>
                  <a:lnTo>
                    <a:pt x="156913" y="753"/>
                  </a:lnTo>
                  <a:lnTo>
                    <a:pt x="144623" y="1945"/>
                  </a:lnTo>
                  <a:lnTo>
                    <a:pt x="0" y="19044"/>
                  </a:lnTo>
                  <a:lnTo>
                    <a:pt x="14418" y="55650"/>
                  </a:lnTo>
                  <a:lnTo>
                    <a:pt x="159021" y="38593"/>
                  </a:lnTo>
                  <a:lnTo>
                    <a:pt x="171316" y="37377"/>
                  </a:lnTo>
                  <a:lnTo>
                    <a:pt x="183623" y="36687"/>
                  </a:lnTo>
                  <a:lnTo>
                    <a:pt x="195831" y="36602"/>
                  </a:lnTo>
                  <a:lnTo>
                    <a:pt x="207826" y="37200"/>
                  </a:lnTo>
                  <a:lnTo>
                    <a:pt x="228232" y="40236"/>
                  </a:lnTo>
                  <a:lnTo>
                    <a:pt x="246870" y="46193"/>
                  </a:lnTo>
                  <a:lnTo>
                    <a:pt x="263104" y="55478"/>
                  </a:lnTo>
                  <a:lnTo>
                    <a:pt x="276295" y="68498"/>
                  </a:lnTo>
                  <a:lnTo>
                    <a:pt x="275237" y="60351"/>
                  </a:lnTo>
                  <a:lnTo>
                    <a:pt x="255719" y="24593"/>
                  </a:lnTo>
                  <a:lnTo>
                    <a:pt x="214558" y="3746"/>
                  </a:lnTo>
                  <a:lnTo>
                    <a:pt x="193397" y="604"/>
                  </a:lnTo>
                  <a:lnTo>
                    <a:pt x="181419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666432" y="9443936"/>
              <a:ext cx="26670" cy="224154"/>
            </a:xfrm>
            <a:custGeom>
              <a:avLst/>
              <a:gdLst/>
              <a:ahLst/>
              <a:cxnLst/>
              <a:rect l="l" t="t" r="r" b="b"/>
              <a:pathLst>
                <a:path w="26669" h="224154">
                  <a:moveTo>
                    <a:pt x="12041" y="0"/>
                  </a:moveTo>
                  <a:lnTo>
                    <a:pt x="0" y="224118"/>
                  </a:lnTo>
                  <a:lnTo>
                    <a:pt x="16460" y="222223"/>
                  </a:lnTo>
                  <a:lnTo>
                    <a:pt x="26459" y="36606"/>
                  </a:lnTo>
                  <a:lnTo>
                    <a:pt x="12041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656468" y="9365913"/>
              <a:ext cx="570865" cy="541020"/>
            </a:xfrm>
            <a:custGeom>
              <a:avLst/>
              <a:gdLst/>
              <a:ahLst/>
              <a:cxnLst/>
              <a:rect l="l" t="t" r="r" b="b"/>
              <a:pathLst>
                <a:path w="570865" h="541020">
                  <a:moveTo>
                    <a:pt x="312191" y="540499"/>
                  </a:moveTo>
                  <a:lnTo>
                    <a:pt x="297840" y="503440"/>
                  </a:lnTo>
                  <a:lnTo>
                    <a:pt x="268122" y="478726"/>
                  </a:lnTo>
                  <a:lnTo>
                    <a:pt x="227825" y="467194"/>
                  </a:lnTo>
                  <a:lnTo>
                    <a:pt x="207073" y="465683"/>
                  </a:lnTo>
                  <a:lnTo>
                    <a:pt x="194589" y="465721"/>
                  </a:lnTo>
                  <a:lnTo>
                    <a:pt x="182003" y="466369"/>
                  </a:lnTo>
                  <a:lnTo>
                    <a:pt x="169430" y="467563"/>
                  </a:lnTo>
                  <a:lnTo>
                    <a:pt x="0" y="486968"/>
                  </a:lnTo>
                  <a:lnTo>
                    <a:pt x="14389" y="523570"/>
                  </a:lnTo>
                  <a:lnTo>
                    <a:pt x="183845" y="504177"/>
                  </a:lnTo>
                  <a:lnTo>
                    <a:pt x="196405" y="502970"/>
                  </a:lnTo>
                  <a:lnTo>
                    <a:pt x="208978" y="502323"/>
                  </a:lnTo>
                  <a:lnTo>
                    <a:pt x="221462" y="502285"/>
                  </a:lnTo>
                  <a:lnTo>
                    <a:pt x="233756" y="502920"/>
                  </a:lnTo>
                  <a:lnTo>
                    <a:pt x="257263" y="506514"/>
                  </a:lnTo>
                  <a:lnTo>
                    <a:pt x="278714" y="513638"/>
                  </a:lnTo>
                  <a:lnTo>
                    <a:pt x="297281" y="524802"/>
                  </a:lnTo>
                  <a:lnTo>
                    <a:pt x="312191" y="540499"/>
                  </a:lnTo>
                  <a:close/>
                </a:path>
                <a:path w="570865" h="541020">
                  <a:moveTo>
                    <a:pt x="570407" y="139954"/>
                  </a:moveTo>
                  <a:lnTo>
                    <a:pt x="565797" y="84632"/>
                  </a:lnTo>
                  <a:lnTo>
                    <a:pt x="554355" y="41122"/>
                  </a:lnTo>
                  <a:lnTo>
                    <a:pt x="538670" y="0"/>
                  </a:lnTo>
                  <a:lnTo>
                    <a:pt x="538873" y="952"/>
                  </a:lnTo>
                  <a:lnTo>
                    <a:pt x="539216" y="1905"/>
                  </a:lnTo>
                  <a:lnTo>
                    <a:pt x="540829" y="6134"/>
                  </a:lnTo>
                  <a:lnTo>
                    <a:pt x="542175" y="10642"/>
                  </a:lnTo>
                  <a:lnTo>
                    <a:pt x="544626" y="18656"/>
                  </a:lnTo>
                  <a:lnTo>
                    <a:pt x="545795" y="22123"/>
                  </a:lnTo>
                  <a:lnTo>
                    <a:pt x="547814" y="30035"/>
                  </a:lnTo>
                  <a:lnTo>
                    <a:pt x="548665" y="34645"/>
                  </a:lnTo>
                  <a:lnTo>
                    <a:pt x="550329" y="43091"/>
                  </a:lnTo>
                  <a:lnTo>
                    <a:pt x="551180" y="46901"/>
                  </a:lnTo>
                  <a:lnTo>
                    <a:pt x="551751" y="50800"/>
                  </a:lnTo>
                  <a:lnTo>
                    <a:pt x="552462" y="55270"/>
                  </a:lnTo>
                  <a:lnTo>
                    <a:pt x="553872" y="69075"/>
                  </a:lnTo>
                  <a:lnTo>
                    <a:pt x="554342" y="73406"/>
                  </a:lnTo>
                  <a:lnTo>
                    <a:pt x="554901" y="81876"/>
                  </a:lnTo>
                  <a:lnTo>
                    <a:pt x="555218" y="90360"/>
                  </a:lnTo>
                  <a:lnTo>
                    <a:pt x="555294" y="93052"/>
                  </a:lnTo>
                  <a:lnTo>
                    <a:pt x="555536" y="95732"/>
                  </a:lnTo>
                  <a:lnTo>
                    <a:pt x="554863" y="139954"/>
                  </a:lnTo>
                  <a:lnTo>
                    <a:pt x="552881" y="163220"/>
                  </a:lnTo>
                  <a:lnTo>
                    <a:pt x="552818" y="163766"/>
                  </a:lnTo>
                  <a:lnTo>
                    <a:pt x="540118" y="216230"/>
                  </a:lnTo>
                  <a:lnTo>
                    <a:pt x="516636" y="261251"/>
                  </a:lnTo>
                  <a:lnTo>
                    <a:pt x="483831" y="299415"/>
                  </a:lnTo>
                  <a:lnTo>
                    <a:pt x="443230" y="331190"/>
                  </a:lnTo>
                  <a:lnTo>
                    <a:pt x="429348" y="339801"/>
                  </a:lnTo>
                  <a:lnTo>
                    <a:pt x="440601" y="343255"/>
                  </a:lnTo>
                  <a:lnTo>
                    <a:pt x="451789" y="347091"/>
                  </a:lnTo>
                  <a:lnTo>
                    <a:pt x="462889" y="351345"/>
                  </a:lnTo>
                  <a:lnTo>
                    <a:pt x="473849" y="356057"/>
                  </a:lnTo>
                  <a:lnTo>
                    <a:pt x="489369" y="343585"/>
                  </a:lnTo>
                  <a:lnTo>
                    <a:pt x="517461" y="315493"/>
                  </a:lnTo>
                  <a:lnTo>
                    <a:pt x="544271" y="275767"/>
                  </a:lnTo>
                  <a:lnTo>
                    <a:pt x="563346" y="223240"/>
                  </a:lnTo>
                  <a:lnTo>
                    <a:pt x="569887" y="167932"/>
                  </a:lnTo>
                  <a:lnTo>
                    <a:pt x="570407" y="140169"/>
                  </a:lnTo>
                  <a:lnTo>
                    <a:pt x="570407" y="13995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41349" y="9852878"/>
              <a:ext cx="29845" cy="260350"/>
            </a:xfrm>
            <a:custGeom>
              <a:avLst/>
              <a:gdLst/>
              <a:ahLst/>
              <a:cxnLst/>
              <a:rect l="l" t="t" r="r" b="b"/>
              <a:pathLst>
                <a:path w="29844" h="260350">
                  <a:moveTo>
                    <a:pt x="15119" y="0"/>
                  </a:moveTo>
                  <a:lnTo>
                    <a:pt x="0" y="260159"/>
                  </a:lnTo>
                  <a:lnTo>
                    <a:pt x="16575" y="258986"/>
                  </a:lnTo>
                  <a:lnTo>
                    <a:pt x="29506" y="36595"/>
                  </a:lnTo>
                  <a:lnTo>
                    <a:pt x="15119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896340" y="9429476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69" h="634">
                  <a:moveTo>
                    <a:pt x="0" y="0"/>
                  </a:moveTo>
                  <a:lnTo>
                    <a:pt x="513" y="125"/>
                  </a:lnTo>
                  <a:lnTo>
                    <a:pt x="764" y="178"/>
                  </a:lnTo>
                  <a:lnTo>
                    <a:pt x="251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3248" y="9426864"/>
              <a:ext cx="13850" cy="278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907299" y="9432979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1664" y="628"/>
                  </a:lnTo>
                  <a:lnTo>
                    <a:pt x="2492" y="963"/>
                  </a:lnTo>
                  <a:lnTo>
                    <a:pt x="827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7298" y="9432979"/>
              <a:ext cx="2492" cy="9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7951705" y="9367805"/>
              <a:ext cx="258445" cy="135890"/>
            </a:xfrm>
            <a:custGeom>
              <a:avLst/>
              <a:gdLst/>
              <a:ahLst/>
              <a:cxnLst/>
              <a:rect l="l" t="t" r="r" b="b"/>
              <a:pathLst>
                <a:path w="258444" h="135890">
                  <a:moveTo>
                    <a:pt x="9956" y="135610"/>
                  </a:moveTo>
                  <a:lnTo>
                    <a:pt x="0" y="110337"/>
                  </a:lnTo>
                  <a:lnTo>
                    <a:pt x="2006" y="117462"/>
                  </a:lnTo>
                  <a:lnTo>
                    <a:pt x="3060" y="125590"/>
                  </a:lnTo>
                  <a:lnTo>
                    <a:pt x="6705" y="130390"/>
                  </a:lnTo>
                  <a:lnTo>
                    <a:pt x="9956" y="135610"/>
                  </a:lnTo>
                  <a:close/>
                </a:path>
                <a:path w="258444" h="135890">
                  <a:moveTo>
                    <a:pt x="246837" y="8458"/>
                  </a:moveTo>
                  <a:lnTo>
                    <a:pt x="245643" y="4356"/>
                  </a:lnTo>
                  <a:lnTo>
                    <a:pt x="243979" y="0"/>
                  </a:lnTo>
                  <a:lnTo>
                    <a:pt x="245579" y="4241"/>
                  </a:lnTo>
                  <a:lnTo>
                    <a:pt x="246837" y="8458"/>
                  </a:lnTo>
                  <a:close/>
                </a:path>
                <a:path w="258444" h="135890">
                  <a:moveTo>
                    <a:pt x="257225" y="53517"/>
                  </a:moveTo>
                  <a:lnTo>
                    <a:pt x="257213" y="53390"/>
                  </a:lnTo>
                  <a:lnTo>
                    <a:pt x="256514" y="48907"/>
                  </a:lnTo>
                  <a:lnTo>
                    <a:pt x="257225" y="53517"/>
                  </a:lnTo>
                  <a:close/>
                </a:path>
                <a:path w="258444" h="135890">
                  <a:moveTo>
                    <a:pt x="258178" y="62839"/>
                  </a:moveTo>
                  <a:lnTo>
                    <a:pt x="257225" y="53517"/>
                  </a:lnTo>
                  <a:lnTo>
                    <a:pt x="257683" y="58178"/>
                  </a:lnTo>
                  <a:lnTo>
                    <a:pt x="258178" y="62839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85744" y="9529775"/>
              <a:ext cx="123523" cy="21253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085827" y="9698541"/>
              <a:ext cx="11664" cy="71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7962767" y="9885114"/>
              <a:ext cx="12700" cy="31750"/>
            </a:xfrm>
            <a:custGeom>
              <a:avLst/>
              <a:gdLst/>
              <a:ahLst/>
              <a:cxnLst/>
              <a:rect l="l" t="t" r="r" b="b"/>
              <a:pathLst>
                <a:path w="12700" h="31750">
                  <a:moveTo>
                    <a:pt x="2425" y="5702"/>
                  </a:moveTo>
                  <a:lnTo>
                    <a:pt x="355" y="469"/>
                  </a:lnTo>
                  <a:lnTo>
                    <a:pt x="0" y="0"/>
                  </a:lnTo>
                  <a:lnTo>
                    <a:pt x="2425" y="5702"/>
                  </a:lnTo>
                  <a:close/>
                </a:path>
                <a:path w="12700" h="31750">
                  <a:moveTo>
                    <a:pt x="12573" y="31534"/>
                  </a:moveTo>
                  <a:lnTo>
                    <a:pt x="2552" y="6019"/>
                  </a:lnTo>
                  <a:lnTo>
                    <a:pt x="4610" y="13220"/>
                  </a:lnTo>
                  <a:lnTo>
                    <a:pt x="5892" y="21297"/>
                  </a:lnTo>
                  <a:lnTo>
                    <a:pt x="9398" y="26238"/>
                  </a:lnTo>
                  <a:lnTo>
                    <a:pt x="12573" y="3153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55369" y="9237079"/>
              <a:ext cx="1403148" cy="113382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4390396" y="9355842"/>
              <a:ext cx="2438400" cy="1121410"/>
            </a:xfrm>
            <a:custGeom>
              <a:avLst/>
              <a:gdLst/>
              <a:ahLst/>
              <a:cxnLst/>
              <a:rect l="l" t="t" r="r" b="b"/>
              <a:pathLst>
                <a:path w="2438400" h="1121409">
                  <a:moveTo>
                    <a:pt x="565759" y="174256"/>
                  </a:moveTo>
                  <a:lnTo>
                    <a:pt x="552018" y="103619"/>
                  </a:lnTo>
                  <a:lnTo>
                    <a:pt x="511429" y="47866"/>
                  </a:lnTo>
                  <a:lnTo>
                    <a:pt x="443090" y="11747"/>
                  </a:lnTo>
                  <a:lnTo>
                    <a:pt x="398208" y="2819"/>
                  </a:lnTo>
                  <a:lnTo>
                    <a:pt x="346189" y="0"/>
                  </a:lnTo>
                  <a:lnTo>
                    <a:pt x="317754" y="1028"/>
                  </a:lnTo>
                  <a:lnTo>
                    <a:pt x="260692" y="8636"/>
                  </a:lnTo>
                  <a:lnTo>
                    <a:pt x="204139" y="23901"/>
                  </a:lnTo>
                  <a:lnTo>
                    <a:pt x="152768" y="48361"/>
                  </a:lnTo>
                  <a:lnTo>
                    <a:pt x="107645" y="82296"/>
                  </a:lnTo>
                  <a:lnTo>
                    <a:pt x="70535" y="125920"/>
                  </a:lnTo>
                  <a:lnTo>
                    <a:pt x="42532" y="179539"/>
                  </a:lnTo>
                  <a:lnTo>
                    <a:pt x="28295" y="244665"/>
                  </a:lnTo>
                  <a:lnTo>
                    <a:pt x="26631" y="281647"/>
                  </a:lnTo>
                  <a:lnTo>
                    <a:pt x="28155" y="314401"/>
                  </a:lnTo>
                  <a:lnTo>
                    <a:pt x="39611" y="370560"/>
                  </a:lnTo>
                  <a:lnTo>
                    <a:pt x="61595" y="414807"/>
                  </a:lnTo>
                  <a:lnTo>
                    <a:pt x="90131" y="450494"/>
                  </a:lnTo>
                  <a:lnTo>
                    <a:pt x="124155" y="478421"/>
                  </a:lnTo>
                  <a:lnTo>
                    <a:pt x="161213" y="500176"/>
                  </a:lnTo>
                  <a:lnTo>
                    <a:pt x="219087" y="524344"/>
                  </a:lnTo>
                  <a:lnTo>
                    <a:pt x="254800" y="539292"/>
                  </a:lnTo>
                  <a:lnTo>
                    <a:pt x="299707" y="562965"/>
                  </a:lnTo>
                  <a:lnTo>
                    <a:pt x="328650" y="592251"/>
                  </a:lnTo>
                  <a:lnTo>
                    <a:pt x="334378" y="618845"/>
                  </a:lnTo>
                  <a:lnTo>
                    <a:pt x="333933" y="626846"/>
                  </a:lnTo>
                  <a:lnTo>
                    <a:pt x="312661" y="662419"/>
                  </a:lnTo>
                  <a:lnTo>
                    <a:pt x="270383" y="677786"/>
                  </a:lnTo>
                  <a:lnTo>
                    <a:pt x="245884" y="679538"/>
                  </a:lnTo>
                  <a:lnTo>
                    <a:pt x="225793" y="678738"/>
                  </a:lnTo>
                  <a:lnTo>
                    <a:pt x="173062" y="665619"/>
                  </a:lnTo>
                  <a:lnTo>
                    <a:pt x="130263" y="642493"/>
                  </a:lnTo>
                  <a:lnTo>
                    <a:pt x="75793" y="602119"/>
                  </a:lnTo>
                  <a:lnTo>
                    <a:pt x="66700" y="595934"/>
                  </a:lnTo>
                  <a:lnTo>
                    <a:pt x="20891" y="596696"/>
                  </a:lnTo>
                  <a:lnTo>
                    <a:pt x="4622" y="642391"/>
                  </a:lnTo>
                  <a:lnTo>
                    <a:pt x="406" y="698601"/>
                  </a:lnTo>
                  <a:lnTo>
                    <a:pt x="0" y="734923"/>
                  </a:lnTo>
                  <a:lnTo>
                    <a:pt x="1358" y="744639"/>
                  </a:lnTo>
                  <a:lnTo>
                    <a:pt x="33134" y="788111"/>
                  </a:lnTo>
                  <a:lnTo>
                    <a:pt x="80175" y="819213"/>
                  </a:lnTo>
                  <a:lnTo>
                    <a:pt x="120764" y="836942"/>
                  </a:lnTo>
                  <a:lnTo>
                    <a:pt x="167855" y="851395"/>
                  </a:lnTo>
                  <a:lnTo>
                    <a:pt x="220395" y="860958"/>
                  </a:lnTo>
                  <a:lnTo>
                    <a:pt x="277355" y="864006"/>
                  </a:lnTo>
                  <a:lnTo>
                    <a:pt x="310591" y="862685"/>
                  </a:lnTo>
                  <a:lnTo>
                    <a:pt x="370598" y="852982"/>
                  </a:lnTo>
                  <a:lnTo>
                    <a:pt x="421957" y="834123"/>
                  </a:lnTo>
                  <a:lnTo>
                    <a:pt x="464451" y="807618"/>
                  </a:lnTo>
                  <a:lnTo>
                    <a:pt x="498119" y="773950"/>
                  </a:lnTo>
                  <a:lnTo>
                    <a:pt x="523392" y="734225"/>
                  </a:lnTo>
                  <a:lnTo>
                    <a:pt x="540334" y="688936"/>
                  </a:lnTo>
                  <a:lnTo>
                    <a:pt x="548728" y="640105"/>
                  </a:lnTo>
                  <a:lnTo>
                    <a:pt x="549706" y="614476"/>
                  </a:lnTo>
                  <a:lnTo>
                    <a:pt x="548068" y="582790"/>
                  </a:lnTo>
                  <a:lnTo>
                    <a:pt x="535724" y="528116"/>
                  </a:lnTo>
                  <a:lnTo>
                    <a:pt x="512038" y="484466"/>
                  </a:lnTo>
                  <a:lnTo>
                    <a:pt x="481431" y="448500"/>
                  </a:lnTo>
                  <a:lnTo>
                    <a:pt x="445020" y="419468"/>
                  </a:lnTo>
                  <a:lnTo>
                    <a:pt x="405003" y="396240"/>
                  </a:lnTo>
                  <a:lnTo>
                    <a:pt x="362546" y="378002"/>
                  </a:lnTo>
                  <a:lnTo>
                    <a:pt x="342138" y="369316"/>
                  </a:lnTo>
                  <a:lnTo>
                    <a:pt x="303771" y="352158"/>
                  </a:lnTo>
                  <a:lnTo>
                    <a:pt x="255625" y="324954"/>
                  </a:lnTo>
                  <a:lnTo>
                    <a:pt x="224409" y="292125"/>
                  </a:lnTo>
                  <a:lnTo>
                    <a:pt x="218236" y="263156"/>
                  </a:lnTo>
                  <a:lnTo>
                    <a:pt x="220014" y="245668"/>
                  </a:lnTo>
                  <a:lnTo>
                    <a:pt x="247573" y="203288"/>
                  </a:lnTo>
                  <a:lnTo>
                    <a:pt x="296519" y="181470"/>
                  </a:lnTo>
                  <a:lnTo>
                    <a:pt x="314934" y="179959"/>
                  </a:lnTo>
                  <a:lnTo>
                    <a:pt x="327799" y="180682"/>
                  </a:lnTo>
                  <a:lnTo>
                    <a:pt x="364769" y="198729"/>
                  </a:lnTo>
                  <a:lnTo>
                    <a:pt x="386016" y="240334"/>
                  </a:lnTo>
                  <a:lnTo>
                    <a:pt x="390956" y="283349"/>
                  </a:lnTo>
                  <a:lnTo>
                    <a:pt x="391121" y="298386"/>
                  </a:lnTo>
                  <a:lnTo>
                    <a:pt x="393103" y="304088"/>
                  </a:lnTo>
                  <a:lnTo>
                    <a:pt x="424307" y="310883"/>
                  </a:lnTo>
                  <a:lnTo>
                    <a:pt x="456603" y="308571"/>
                  </a:lnTo>
                  <a:lnTo>
                    <a:pt x="509181" y="290918"/>
                  </a:lnTo>
                  <a:lnTo>
                    <a:pt x="545426" y="256095"/>
                  </a:lnTo>
                  <a:lnTo>
                    <a:pt x="563575" y="205447"/>
                  </a:lnTo>
                  <a:lnTo>
                    <a:pt x="565759" y="174256"/>
                  </a:lnTo>
                  <a:close/>
                </a:path>
                <a:path w="2438400" h="1121409">
                  <a:moveTo>
                    <a:pt x="1185037" y="305968"/>
                  </a:moveTo>
                  <a:lnTo>
                    <a:pt x="1180630" y="259537"/>
                  </a:lnTo>
                  <a:lnTo>
                    <a:pt x="1164209" y="220230"/>
                  </a:lnTo>
                  <a:lnTo>
                    <a:pt x="1131265" y="196329"/>
                  </a:lnTo>
                  <a:lnTo>
                    <a:pt x="1093495" y="187731"/>
                  </a:lnTo>
                  <a:lnTo>
                    <a:pt x="1077658" y="186880"/>
                  </a:lnTo>
                  <a:lnTo>
                    <a:pt x="1060170" y="187071"/>
                  </a:lnTo>
                  <a:lnTo>
                    <a:pt x="1008926" y="189014"/>
                  </a:lnTo>
                  <a:lnTo>
                    <a:pt x="991476" y="234315"/>
                  </a:lnTo>
                  <a:lnTo>
                    <a:pt x="989291" y="311632"/>
                  </a:lnTo>
                  <a:lnTo>
                    <a:pt x="987958" y="389610"/>
                  </a:lnTo>
                  <a:lnTo>
                    <a:pt x="987120" y="416242"/>
                  </a:lnTo>
                  <a:lnTo>
                    <a:pt x="983957" y="469341"/>
                  </a:lnTo>
                  <a:lnTo>
                    <a:pt x="978712" y="521944"/>
                  </a:lnTo>
                  <a:lnTo>
                    <a:pt x="970965" y="571525"/>
                  </a:lnTo>
                  <a:lnTo>
                    <a:pt x="960361" y="615581"/>
                  </a:lnTo>
                  <a:lnTo>
                    <a:pt x="946099" y="653135"/>
                  </a:lnTo>
                  <a:lnTo>
                    <a:pt x="916266" y="694702"/>
                  </a:lnTo>
                  <a:lnTo>
                    <a:pt x="874585" y="710603"/>
                  </a:lnTo>
                  <a:lnTo>
                    <a:pt x="857199" y="709828"/>
                  </a:lnTo>
                  <a:lnTo>
                    <a:pt x="816356" y="689724"/>
                  </a:lnTo>
                  <a:lnTo>
                    <a:pt x="795261" y="645591"/>
                  </a:lnTo>
                  <a:lnTo>
                    <a:pt x="793229" y="626084"/>
                  </a:lnTo>
                  <a:lnTo>
                    <a:pt x="793661" y="603973"/>
                  </a:lnTo>
                  <a:lnTo>
                    <a:pt x="802805" y="306527"/>
                  </a:lnTo>
                  <a:lnTo>
                    <a:pt x="803186" y="282968"/>
                  </a:lnTo>
                  <a:lnTo>
                    <a:pt x="796277" y="241198"/>
                  </a:lnTo>
                  <a:lnTo>
                    <a:pt x="768502" y="204724"/>
                  </a:lnTo>
                  <a:lnTo>
                    <a:pt x="725398" y="189268"/>
                  </a:lnTo>
                  <a:lnTo>
                    <a:pt x="695109" y="186867"/>
                  </a:lnTo>
                  <a:lnTo>
                    <a:pt x="677595" y="187096"/>
                  </a:lnTo>
                  <a:lnTo>
                    <a:pt x="628700" y="188950"/>
                  </a:lnTo>
                  <a:lnTo>
                    <a:pt x="608037" y="226441"/>
                  </a:lnTo>
                  <a:lnTo>
                    <a:pt x="604875" y="291172"/>
                  </a:lnTo>
                  <a:lnTo>
                    <a:pt x="602716" y="350964"/>
                  </a:lnTo>
                  <a:lnTo>
                    <a:pt x="600760" y="439585"/>
                  </a:lnTo>
                  <a:lnTo>
                    <a:pt x="598398" y="515378"/>
                  </a:lnTo>
                  <a:lnTo>
                    <a:pt x="595541" y="621347"/>
                  </a:lnTo>
                  <a:lnTo>
                    <a:pt x="595083" y="669442"/>
                  </a:lnTo>
                  <a:lnTo>
                    <a:pt x="595414" y="689698"/>
                  </a:lnTo>
                  <a:lnTo>
                    <a:pt x="604088" y="740676"/>
                  </a:lnTo>
                  <a:lnTo>
                    <a:pt x="627329" y="788377"/>
                  </a:lnTo>
                  <a:lnTo>
                    <a:pt x="663054" y="826046"/>
                  </a:lnTo>
                  <a:lnTo>
                    <a:pt x="711009" y="852093"/>
                  </a:lnTo>
                  <a:lnTo>
                    <a:pt x="754697" y="861733"/>
                  </a:lnTo>
                  <a:lnTo>
                    <a:pt x="802830" y="863815"/>
                  </a:lnTo>
                  <a:lnTo>
                    <a:pt x="814717" y="863028"/>
                  </a:lnTo>
                  <a:lnTo>
                    <a:pt x="863320" y="853071"/>
                  </a:lnTo>
                  <a:lnTo>
                    <a:pt x="898906" y="837057"/>
                  </a:lnTo>
                  <a:lnTo>
                    <a:pt x="941222" y="806297"/>
                  </a:lnTo>
                  <a:lnTo>
                    <a:pt x="970800" y="771588"/>
                  </a:lnTo>
                  <a:lnTo>
                    <a:pt x="972045" y="780935"/>
                  </a:lnTo>
                  <a:lnTo>
                    <a:pt x="987907" y="824217"/>
                  </a:lnTo>
                  <a:lnTo>
                    <a:pt x="1017422" y="849160"/>
                  </a:lnTo>
                  <a:lnTo>
                    <a:pt x="1065022" y="863028"/>
                  </a:lnTo>
                  <a:lnTo>
                    <a:pt x="1080490" y="863993"/>
                  </a:lnTo>
                  <a:lnTo>
                    <a:pt x="1097457" y="863854"/>
                  </a:lnTo>
                  <a:lnTo>
                    <a:pt x="1154607" y="861695"/>
                  </a:lnTo>
                  <a:lnTo>
                    <a:pt x="1176299" y="565899"/>
                  </a:lnTo>
                  <a:lnTo>
                    <a:pt x="1182509" y="410997"/>
                  </a:lnTo>
                  <a:lnTo>
                    <a:pt x="1185037" y="318249"/>
                  </a:lnTo>
                  <a:lnTo>
                    <a:pt x="1185037" y="305968"/>
                  </a:lnTo>
                  <a:close/>
                </a:path>
                <a:path w="2438400" h="1121409">
                  <a:moveTo>
                    <a:pt x="1831441" y="513041"/>
                  </a:moveTo>
                  <a:lnTo>
                    <a:pt x="1831378" y="501954"/>
                  </a:lnTo>
                  <a:lnTo>
                    <a:pt x="1831289" y="487426"/>
                  </a:lnTo>
                  <a:lnTo>
                    <a:pt x="1831174" y="468515"/>
                  </a:lnTo>
                  <a:lnTo>
                    <a:pt x="1826945" y="412813"/>
                  </a:lnTo>
                  <a:lnTo>
                    <a:pt x="1818436" y="363105"/>
                  </a:lnTo>
                  <a:lnTo>
                    <a:pt x="1815566" y="353364"/>
                  </a:lnTo>
                  <a:lnTo>
                    <a:pt x="1815477" y="353060"/>
                  </a:lnTo>
                  <a:lnTo>
                    <a:pt x="1795703" y="298145"/>
                  </a:lnTo>
                  <a:lnTo>
                    <a:pt x="1767332" y="252933"/>
                  </a:lnTo>
                  <a:lnTo>
                    <a:pt x="1734743" y="224332"/>
                  </a:lnTo>
                  <a:lnTo>
                    <a:pt x="1695589" y="204470"/>
                  </a:lnTo>
                  <a:lnTo>
                    <a:pt x="1649869" y="193344"/>
                  </a:lnTo>
                  <a:lnTo>
                    <a:pt x="1619262" y="191960"/>
                  </a:lnTo>
                  <a:lnTo>
                    <a:pt x="1619262" y="501954"/>
                  </a:lnTo>
                  <a:lnTo>
                    <a:pt x="1618894" y="549490"/>
                  </a:lnTo>
                  <a:lnTo>
                    <a:pt x="1613966" y="593686"/>
                  </a:lnTo>
                  <a:lnTo>
                    <a:pt x="1590509" y="657898"/>
                  </a:lnTo>
                  <a:lnTo>
                    <a:pt x="1553400" y="696201"/>
                  </a:lnTo>
                  <a:lnTo>
                    <a:pt x="1507147" y="710184"/>
                  </a:lnTo>
                  <a:lnTo>
                    <a:pt x="1493558" y="709790"/>
                  </a:lnTo>
                  <a:lnTo>
                    <a:pt x="1450975" y="690486"/>
                  </a:lnTo>
                  <a:lnTo>
                    <a:pt x="1424279" y="649427"/>
                  </a:lnTo>
                  <a:lnTo>
                    <a:pt x="1412951" y="609117"/>
                  </a:lnTo>
                  <a:lnTo>
                    <a:pt x="1407477" y="564654"/>
                  </a:lnTo>
                  <a:lnTo>
                    <a:pt x="1406677" y="549490"/>
                  </a:lnTo>
                  <a:lnTo>
                    <a:pt x="1406906" y="513041"/>
                  </a:lnTo>
                  <a:lnTo>
                    <a:pt x="1406931" y="507238"/>
                  </a:lnTo>
                  <a:lnTo>
                    <a:pt x="1418602" y="436397"/>
                  </a:lnTo>
                  <a:lnTo>
                    <a:pt x="1445387" y="384670"/>
                  </a:lnTo>
                  <a:lnTo>
                    <a:pt x="1488808" y="357289"/>
                  </a:lnTo>
                  <a:lnTo>
                    <a:pt x="1516849" y="353060"/>
                  </a:lnTo>
                  <a:lnTo>
                    <a:pt x="1530985" y="353364"/>
                  </a:lnTo>
                  <a:lnTo>
                    <a:pt x="1574977" y="370852"/>
                  </a:lnTo>
                  <a:lnTo>
                    <a:pt x="1601876" y="407924"/>
                  </a:lnTo>
                  <a:lnTo>
                    <a:pt x="1613103" y="445249"/>
                  </a:lnTo>
                  <a:lnTo>
                    <a:pt x="1618488" y="487426"/>
                  </a:lnTo>
                  <a:lnTo>
                    <a:pt x="1619262" y="501954"/>
                  </a:lnTo>
                  <a:lnTo>
                    <a:pt x="1619262" y="191960"/>
                  </a:lnTo>
                  <a:lnTo>
                    <a:pt x="1567002" y="193535"/>
                  </a:lnTo>
                  <a:lnTo>
                    <a:pt x="1513840" y="207213"/>
                  </a:lnTo>
                  <a:lnTo>
                    <a:pt x="1471320" y="232625"/>
                  </a:lnTo>
                  <a:lnTo>
                    <a:pt x="1437525" y="272567"/>
                  </a:lnTo>
                  <a:lnTo>
                    <a:pt x="1423835" y="298145"/>
                  </a:lnTo>
                  <a:lnTo>
                    <a:pt x="1420964" y="277202"/>
                  </a:lnTo>
                  <a:lnTo>
                    <a:pt x="1403451" y="231101"/>
                  </a:lnTo>
                  <a:lnTo>
                    <a:pt x="1372768" y="203339"/>
                  </a:lnTo>
                  <a:lnTo>
                    <a:pt x="1325892" y="191833"/>
                  </a:lnTo>
                  <a:lnTo>
                    <a:pt x="1296085" y="191249"/>
                  </a:lnTo>
                  <a:lnTo>
                    <a:pt x="1237627" y="193344"/>
                  </a:lnTo>
                  <a:lnTo>
                    <a:pt x="1239393" y="193344"/>
                  </a:lnTo>
                  <a:lnTo>
                    <a:pt x="1233462" y="194678"/>
                  </a:lnTo>
                  <a:lnTo>
                    <a:pt x="1225981" y="244703"/>
                  </a:lnTo>
                  <a:lnTo>
                    <a:pt x="1226070" y="300520"/>
                  </a:lnTo>
                  <a:lnTo>
                    <a:pt x="1225511" y="331089"/>
                  </a:lnTo>
                  <a:lnTo>
                    <a:pt x="1223175" y="395655"/>
                  </a:lnTo>
                  <a:lnTo>
                    <a:pt x="1220279" y="468515"/>
                  </a:lnTo>
                  <a:lnTo>
                    <a:pt x="1211910" y="667016"/>
                  </a:lnTo>
                  <a:lnTo>
                    <a:pt x="1210411" y="703605"/>
                  </a:lnTo>
                  <a:lnTo>
                    <a:pt x="1208697" y="746912"/>
                  </a:lnTo>
                  <a:lnTo>
                    <a:pt x="1205979" y="818591"/>
                  </a:lnTo>
                  <a:lnTo>
                    <a:pt x="1203756" y="880579"/>
                  </a:lnTo>
                  <a:lnTo>
                    <a:pt x="1202169" y="935685"/>
                  </a:lnTo>
                  <a:lnTo>
                    <a:pt x="1202118" y="937717"/>
                  </a:lnTo>
                  <a:lnTo>
                    <a:pt x="1201674" y="970699"/>
                  </a:lnTo>
                  <a:lnTo>
                    <a:pt x="1201559" y="1013688"/>
                  </a:lnTo>
                  <a:lnTo>
                    <a:pt x="1202359" y="1026756"/>
                  </a:lnTo>
                  <a:lnTo>
                    <a:pt x="1212113" y="1070711"/>
                  </a:lnTo>
                  <a:lnTo>
                    <a:pt x="1236357" y="1101229"/>
                  </a:lnTo>
                  <a:lnTo>
                    <a:pt x="1278661" y="1118108"/>
                  </a:lnTo>
                  <a:lnTo>
                    <a:pt x="1308658" y="1120851"/>
                  </a:lnTo>
                  <a:lnTo>
                    <a:pt x="1326159" y="1120698"/>
                  </a:lnTo>
                  <a:lnTo>
                    <a:pt x="1378966" y="1118806"/>
                  </a:lnTo>
                  <a:lnTo>
                    <a:pt x="1394269" y="1087653"/>
                  </a:lnTo>
                  <a:lnTo>
                    <a:pt x="1395120" y="1070711"/>
                  </a:lnTo>
                  <a:lnTo>
                    <a:pt x="1397241" y="1026896"/>
                  </a:lnTo>
                  <a:lnTo>
                    <a:pt x="1399768" y="937717"/>
                  </a:lnTo>
                  <a:lnTo>
                    <a:pt x="1399819" y="935685"/>
                  </a:lnTo>
                  <a:lnTo>
                    <a:pt x="1400390" y="919403"/>
                  </a:lnTo>
                  <a:lnTo>
                    <a:pt x="1400898" y="911021"/>
                  </a:lnTo>
                  <a:lnTo>
                    <a:pt x="1401292" y="903528"/>
                  </a:lnTo>
                  <a:lnTo>
                    <a:pt x="1401572" y="896912"/>
                  </a:lnTo>
                  <a:lnTo>
                    <a:pt x="1401737" y="891184"/>
                  </a:lnTo>
                  <a:lnTo>
                    <a:pt x="1401889" y="884135"/>
                  </a:lnTo>
                  <a:lnTo>
                    <a:pt x="1402194" y="876096"/>
                  </a:lnTo>
                  <a:lnTo>
                    <a:pt x="1402816" y="864158"/>
                  </a:lnTo>
                  <a:lnTo>
                    <a:pt x="1403540" y="851814"/>
                  </a:lnTo>
                  <a:lnTo>
                    <a:pt x="1404188" y="841844"/>
                  </a:lnTo>
                  <a:lnTo>
                    <a:pt x="1404924" y="831215"/>
                  </a:lnTo>
                  <a:lnTo>
                    <a:pt x="1405712" y="819150"/>
                  </a:lnTo>
                  <a:lnTo>
                    <a:pt x="1406613" y="803871"/>
                  </a:lnTo>
                  <a:lnTo>
                    <a:pt x="1407541" y="786447"/>
                  </a:lnTo>
                  <a:lnTo>
                    <a:pt x="1408531" y="766533"/>
                  </a:lnTo>
                  <a:lnTo>
                    <a:pt x="1420368" y="789368"/>
                  </a:lnTo>
                  <a:lnTo>
                    <a:pt x="1449527" y="826465"/>
                  </a:lnTo>
                  <a:lnTo>
                    <a:pt x="1486687" y="851814"/>
                  </a:lnTo>
                  <a:lnTo>
                    <a:pt x="1536242" y="863536"/>
                  </a:lnTo>
                  <a:lnTo>
                    <a:pt x="1565935" y="864158"/>
                  </a:lnTo>
                  <a:lnTo>
                    <a:pt x="1594916" y="861504"/>
                  </a:lnTo>
                  <a:lnTo>
                    <a:pt x="1649437" y="846632"/>
                  </a:lnTo>
                  <a:lnTo>
                    <a:pt x="1699069" y="819150"/>
                  </a:lnTo>
                  <a:lnTo>
                    <a:pt x="1742059" y="779754"/>
                  </a:lnTo>
                  <a:lnTo>
                    <a:pt x="1777898" y="728726"/>
                  </a:lnTo>
                  <a:lnTo>
                    <a:pt x="1805292" y="667016"/>
                  </a:lnTo>
                  <a:lnTo>
                    <a:pt x="1823720" y="594880"/>
                  </a:lnTo>
                  <a:lnTo>
                    <a:pt x="1828952" y="555155"/>
                  </a:lnTo>
                  <a:lnTo>
                    <a:pt x="1831441" y="513041"/>
                  </a:lnTo>
                  <a:close/>
                </a:path>
                <a:path w="2438400" h="1121409">
                  <a:moveTo>
                    <a:pt x="2437904" y="357022"/>
                  </a:moveTo>
                  <a:lnTo>
                    <a:pt x="2437155" y="347091"/>
                  </a:lnTo>
                  <a:lnTo>
                    <a:pt x="2437053" y="345744"/>
                  </a:lnTo>
                  <a:lnTo>
                    <a:pt x="2436558" y="339013"/>
                  </a:lnTo>
                  <a:lnTo>
                    <a:pt x="2423769" y="288836"/>
                  </a:lnTo>
                  <a:lnTo>
                    <a:pt x="2396579" y="246126"/>
                  </a:lnTo>
                  <a:lnTo>
                    <a:pt x="2353145" y="213220"/>
                  </a:lnTo>
                  <a:lnTo>
                    <a:pt x="2314156" y="197815"/>
                  </a:lnTo>
                  <a:lnTo>
                    <a:pt x="2266492" y="188760"/>
                  </a:lnTo>
                  <a:lnTo>
                    <a:pt x="2240826" y="187121"/>
                  </a:lnTo>
                  <a:lnTo>
                    <a:pt x="2237079" y="187121"/>
                  </a:lnTo>
                  <a:lnTo>
                    <a:pt x="2237079" y="405206"/>
                  </a:lnTo>
                  <a:lnTo>
                    <a:pt x="2234933" y="425932"/>
                  </a:lnTo>
                  <a:lnTo>
                    <a:pt x="2213292" y="460400"/>
                  </a:lnTo>
                  <a:lnTo>
                    <a:pt x="2169668" y="485394"/>
                  </a:lnTo>
                  <a:lnTo>
                    <a:pt x="2110663" y="499821"/>
                  </a:lnTo>
                  <a:lnTo>
                    <a:pt x="2075827" y="502983"/>
                  </a:lnTo>
                  <a:lnTo>
                    <a:pt x="2077351" y="490359"/>
                  </a:lnTo>
                  <a:lnTo>
                    <a:pt x="2084120" y="450608"/>
                  </a:lnTo>
                  <a:lnTo>
                    <a:pt x="2095919" y="412038"/>
                  </a:lnTo>
                  <a:lnTo>
                    <a:pt x="2122322" y="370192"/>
                  </a:lnTo>
                  <a:lnTo>
                    <a:pt x="2162213" y="347091"/>
                  </a:lnTo>
                  <a:lnTo>
                    <a:pt x="2174710" y="345744"/>
                  </a:lnTo>
                  <a:lnTo>
                    <a:pt x="2189111" y="346443"/>
                  </a:lnTo>
                  <a:lnTo>
                    <a:pt x="2227656" y="372681"/>
                  </a:lnTo>
                  <a:lnTo>
                    <a:pt x="2237079" y="405206"/>
                  </a:lnTo>
                  <a:lnTo>
                    <a:pt x="2237079" y="187121"/>
                  </a:lnTo>
                  <a:lnTo>
                    <a:pt x="2209622" y="187121"/>
                  </a:lnTo>
                  <a:lnTo>
                    <a:pt x="2172551" y="189699"/>
                  </a:lnTo>
                  <a:lnTo>
                    <a:pt x="2106688" y="202577"/>
                  </a:lnTo>
                  <a:lnTo>
                    <a:pt x="2051519" y="225221"/>
                  </a:lnTo>
                  <a:lnTo>
                    <a:pt x="2005152" y="254609"/>
                  </a:lnTo>
                  <a:lnTo>
                    <a:pt x="1967166" y="289953"/>
                  </a:lnTo>
                  <a:lnTo>
                    <a:pt x="1936838" y="329742"/>
                  </a:lnTo>
                  <a:lnTo>
                    <a:pt x="1913775" y="373214"/>
                  </a:lnTo>
                  <a:lnTo>
                    <a:pt x="1896300" y="417322"/>
                  </a:lnTo>
                  <a:lnTo>
                    <a:pt x="1884057" y="461340"/>
                  </a:lnTo>
                  <a:lnTo>
                    <a:pt x="1876336" y="504228"/>
                  </a:lnTo>
                  <a:lnTo>
                    <a:pt x="1872716" y="545198"/>
                  </a:lnTo>
                  <a:lnTo>
                    <a:pt x="1871865" y="563714"/>
                  </a:lnTo>
                  <a:lnTo>
                    <a:pt x="1871878" y="597700"/>
                  </a:lnTo>
                  <a:lnTo>
                    <a:pt x="1874583" y="633196"/>
                  </a:lnTo>
                  <a:lnTo>
                    <a:pt x="1874697" y="634733"/>
                  </a:lnTo>
                  <a:lnTo>
                    <a:pt x="1889950" y="701103"/>
                  </a:lnTo>
                  <a:lnTo>
                    <a:pt x="1917065" y="753821"/>
                  </a:lnTo>
                  <a:lnTo>
                    <a:pt x="1951901" y="795274"/>
                  </a:lnTo>
                  <a:lnTo>
                    <a:pt x="1993531" y="825995"/>
                  </a:lnTo>
                  <a:lnTo>
                    <a:pt x="2040407" y="846899"/>
                  </a:lnTo>
                  <a:lnTo>
                    <a:pt x="2091664" y="858570"/>
                  </a:lnTo>
                  <a:lnTo>
                    <a:pt x="2143620" y="863333"/>
                  </a:lnTo>
                  <a:lnTo>
                    <a:pt x="2168614" y="863333"/>
                  </a:lnTo>
                  <a:lnTo>
                    <a:pt x="2209177" y="860171"/>
                  </a:lnTo>
                  <a:lnTo>
                    <a:pt x="2249792" y="853465"/>
                  </a:lnTo>
                  <a:lnTo>
                    <a:pt x="2288959" y="842975"/>
                  </a:lnTo>
                  <a:lnTo>
                    <a:pt x="2339937" y="819658"/>
                  </a:lnTo>
                  <a:lnTo>
                    <a:pt x="2377783" y="786409"/>
                  </a:lnTo>
                  <a:lnTo>
                    <a:pt x="2396299" y="743178"/>
                  </a:lnTo>
                  <a:lnTo>
                    <a:pt x="2397074" y="726567"/>
                  </a:lnTo>
                  <a:lnTo>
                    <a:pt x="2395893" y="712838"/>
                  </a:lnTo>
                  <a:lnTo>
                    <a:pt x="2394597" y="705904"/>
                  </a:lnTo>
                  <a:lnTo>
                    <a:pt x="2393315" y="698957"/>
                  </a:lnTo>
                  <a:lnTo>
                    <a:pt x="2370505" y="661416"/>
                  </a:lnTo>
                  <a:lnTo>
                    <a:pt x="2332558" y="640905"/>
                  </a:lnTo>
                  <a:lnTo>
                    <a:pt x="2308212" y="636879"/>
                  </a:lnTo>
                  <a:lnTo>
                    <a:pt x="2295601" y="637311"/>
                  </a:lnTo>
                  <a:lnTo>
                    <a:pt x="2288794" y="640905"/>
                  </a:lnTo>
                  <a:lnTo>
                    <a:pt x="2283917" y="647750"/>
                  </a:lnTo>
                  <a:lnTo>
                    <a:pt x="2280056" y="653072"/>
                  </a:lnTo>
                  <a:lnTo>
                    <a:pt x="2254466" y="683069"/>
                  </a:lnTo>
                  <a:lnTo>
                    <a:pt x="2219020" y="702475"/>
                  </a:lnTo>
                  <a:lnTo>
                    <a:pt x="2191766" y="705904"/>
                  </a:lnTo>
                  <a:lnTo>
                    <a:pt x="2176957" y="705739"/>
                  </a:lnTo>
                  <a:lnTo>
                    <a:pt x="2139365" y="697014"/>
                  </a:lnTo>
                  <a:lnTo>
                    <a:pt x="2104161" y="670966"/>
                  </a:lnTo>
                  <a:lnTo>
                    <a:pt x="2083358" y="633196"/>
                  </a:lnTo>
                  <a:lnTo>
                    <a:pt x="2075459" y="597700"/>
                  </a:lnTo>
                  <a:lnTo>
                    <a:pt x="2085898" y="597242"/>
                  </a:lnTo>
                  <a:lnTo>
                    <a:pt x="2098344" y="596493"/>
                  </a:lnTo>
                  <a:lnTo>
                    <a:pt x="2146998" y="592264"/>
                  </a:lnTo>
                  <a:lnTo>
                    <a:pt x="2184971" y="586257"/>
                  </a:lnTo>
                  <a:lnTo>
                    <a:pt x="2225776" y="577138"/>
                  </a:lnTo>
                  <a:lnTo>
                    <a:pt x="2267394" y="564794"/>
                  </a:lnTo>
                  <a:lnTo>
                    <a:pt x="2308923" y="548894"/>
                  </a:lnTo>
                  <a:lnTo>
                    <a:pt x="2346985" y="527786"/>
                  </a:lnTo>
                  <a:lnTo>
                    <a:pt x="2378532" y="502983"/>
                  </a:lnTo>
                  <a:lnTo>
                    <a:pt x="2407983" y="468541"/>
                  </a:lnTo>
                  <a:lnTo>
                    <a:pt x="2428024" y="429717"/>
                  </a:lnTo>
                  <a:lnTo>
                    <a:pt x="2437409" y="383235"/>
                  </a:lnTo>
                  <a:lnTo>
                    <a:pt x="2437790" y="363131"/>
                  </a:lnTo>
                  <a:lnTo>
                    <a:pt x="2437904" y="357022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1095244" y="5211383"/>
            <a:ext cx="487680" cy="382270"/>
          </a:xfrm>
          <a:custGeom>
            <a:avLst/>
            <a:gdLst/>
            <a:ahLst/>
            <a:cxnLst/>
            <a:rect l="l" t="t" r="r" b="b"/>
            <a:pathLst>
              <a:path w="487680" h="382270">
                <a:moveTo>
                  <a:pt x="298106" y="104"/>
                </a:moveTo>
                <a:lnTo>
                  <a:pt x="84301" y="0"/>
                </a:lnTo>
                <a:lnTo>
                  <a:pt x="24844" y="24665"/>
                </a:lnTo>
                <a:lnTo>
                  <a:pt x="115" y="84081"/>
                </a:lnTo>
                <a:lnTo>
                  <a:pt x="0" y="297771"/>
                </a:lnTo>
                <a:lnTo>
                  <a:pt x="6619" y="330457"/>
                </a:lnTo>
                <a:lnTo>
                  <a:pt x="24677" y="357212"/>
                </a:lnTo>
                <a:lnTo>
                  <a:pt x="51424" y="375289"/>
                </a:lnTo>
                <a:lnTo>
                  <a:pt x="84112" y="381936"/>
                </a:lnTo>
                <a:lnTo>
                  <a:pt x="297917" y="382040"/>
                </a:lnTo>
                <a:lnTo>
                  <a:pt x="330625" y="375424"/>
                </a:lnTo>
                <a:lnTo>
                  <a:pt x="357397" y="357375"/>
                </a:lnTo>
                <a:lnTo>
                  <a:pt x="375484" y="330638"/>
                </a:lnTo>
                <a:lnTo>
                  <a:pt x="382134" y="297959"/>
                </a:lnTo>
                <a:lnTo>
                  <a:pt x="382239" y="79421"/>
                </a:lnTo>
                <a:lnTo>
                  <a:pt x="381820" y="74667"/>
                </a:lnTo>
                <a:lnTo>
                  <a:pt x="381056" y="70029"/>
                </a:lnTo>
                <a:lnTo>
                  <a:pt x="410997" y="48253"/>
                </a:lnTo>
                <a:lnTo>
                  <a:pt x="439122" y="32911"/>
                </a:lnTo>
                <a:lnTo>
                  <a:pt x="464719" y="24976"/>
                </a:lnTo>
                <a:lnTo>
                  <a:pt x="487074" y="25423"/>
                </a:lnTo>
                <a:lnTo>
                  <a:pt x="449778" y="19270"/>
                </a:lnTo>
                <a:lnTo>
                  <a:pt x="411650" y="29010"/>
                </a:lnTo>
                <a:lnTo>
                  <a:pt x="373595" y="51445"/>
                </a:lnTo>
                <a:lnTo>
                  <a:pt x="336517" y="83376"/>
                </a:lnTo>
                <a:lnTo>
                  <a:pt x="301323" y="121604"/>
                </a:lnTo>
                <a:lnTo>
                  <a:pt x="268917" y="162932"/>
                </a:lnTo>
                <a:lnTo>
                  <a:pt x="240206" y="204159"/>
                </a:lnTo>
                <a:lnTo>
                  <a:pt x="216095" y="242089"/>
                </a:lnTo>
                <a:lnTo>
                  <a:pt x="185292" y="295258"/>
                </a:lnTo>
                <a:lnTo>
                  <a:pt x="78960" y="136760"/>
                </a:lnTo>
                <a:lnTo>
                  <a:pt x="178277" y="195041"/>
                </a:lnTo>
                <a:lnTo>
                  <a:pt x="214707" y="151215"/>
                </a:lnTo>
                <a:lnTo>
                  <a:pt x="251649" y="112097"/>
                </a:lnTo>
                <a:lnTo>
                  <a:pt x="288442" y="78012"/>
                </a:lnTo>
                <a:lnTo>
                  <a:pt x="324426" y="49288"/>
                </a:lnTo>
                <a:lnTo>
                  <a:pt x="358941" y="26250"/>
                </a:lnTo>
                <a:lnTo>
                  <a:pt x="346311" y="15391"/>
                </a:lnTo>
                <a:lnTo>
                  <a:pt x="331712" y="7162"/>
                </a:lnTo>
                <a:lnTo>
                  <a:pt x="315518" y="1940"/>
                </a:lnTo>
                <a:lnTo>
                  <a:pt x="298106" y="104"/>
                </a:lnTo>
                <a:close/>
              </a:path>
            </a:pathLst>
          </a:custGeom>
          <a:solidFill>
            <a:srgbClr val="0045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2395" y="5214605"/>
            <a:ext cx="1641190" cy="360252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718292" y="5902463"/>
            <a:ext cx="487680" cy="382270"/>
          </a:xfrm>
          <a:custGeom>
            <a:avLst/>
            <a:gdLst/>
            <a:ahLst/>
            <a:cxnLst/>
            <a:rect l="l" t="t" r="r" b="b"/>
            <a:pathLst>
              <a:path w="487680" h="382270">
                <a:moveTo>
                  <a:pt x="298106" y="104"/>
                </a:moveTo>
                <a:lnTo>
                  <a:pt x="84301" y="0"/>
                </a:lnTo>
                <a:lnTo>
                  <a:pt x="24844" y="24665"/>
                </a:lnTo>
                <a:lnTo>
                  <a:pt x="115" y="84081"/>
                </a:lnTo>
                <a:lnTo>
                  <a:pt x="0" y="297771"/>
                </a:lnTo>
                <a:lnTo>
                  <a:pt x="6619" y="330457"/>
                </a:lnTo>
                <a:lnTo>
                  <a:pt x="24677" y="357212"/>
                </a:lnTo>
                <a:lnTo>
                  <a:pt x="51424" y="375289"/>
                </a:lnTo>
                <a:lnTo>
                  <a:pt x="84112" y="381936"/>
                </a:lnTo>
                <a:lnTo>
                  <a:pt x="297917" y="382040"/>
                </a:lnTo>
                <a:lnTo>
                  <a:pt x="330625" y="375424"/>
                </a:lnTo>
                <a:lnTo>
                  <a:pt x="357397" y="357375"/>
                </a:lnTo>
                <a:lnTo>
                  <a:pt x="375484" y="330638"/>
                </a:lnTo>
                <a:lnTo>
                  <a:pt x="382134" y="297959"/>
                </a:lnTo>
                <a:lnTo>
                  <a:pt x="382239" y="79421"/>
                </a:lnTo>
                <a:lnTo>
                  <a:pt x="381820" y="74667"/>
                </a:lnTo>
                <a:lnTo>
                  <a:pt x="381056" y="70029"/>
                </a:lnTo>
                <a:lnTo>
                  <a:pt x="410997" y="48253"/>
                </a:lnTo>
                <a:lnTo>
                  <a:pt x="439122" y="32911"/>
                </a:lnTo>
                <a:lnTo>
                  <a:pt x="464719" y="24976"/>
                </a:lnTo>
                <a:lnTo>
                  <a:pt x="487074" y="25423"/>
                </a:lnTo>
                <a:lnTo>
                  <a:pt x="449778" y="19270"/>
                </a:lnTo>
                <a:lnTo>
                  <a:pt x="411650" y="29010"/>
                </a:lnTo>
                <a:lnTo>
                  <a:pt x="373595" y="51445"/>
                </a:lnTo>
                <a:lnTo>
                  <a:pt x="336517" y="83376"/>
                </a:lnTo>
                <a:lnTo>
                  <a:pt x="301323" y="121604"/>
                </a:lnTo>
                <a:lnTo>
                  <a:pt x="268917" y="162932"/>
                </a:lnTo>
                <a:lnTo>
                  <a:pt x="240206" y="204159"/>
                </a:lnTo>
                <a:lnTo>
                  <a:pt x="216095" y="242089"/>
                </a:lnTo>
                <a:lnTo>
                  <a:pt x="185292" y="295258"/>
                </a:lnTo>
                <a:lnTo>
                  <a:pt x="78960" y="136760"/>
                </a:lnTo>
                <a:lnTo>
                  <a:pt x="178277" y="195041"/>
                </a:lnTo>
                <a:lnTo>
                  <a:pt x="214707" y="151215"/>
                </a:lnTo>
                <a:lnTo>
                  <a:pt x="251649" y="112097"/>
                </a:lnTo>
                <a:lnTo>
                  <a:pt x="288442" y="78012"/>
                </a:lnTo>
                <a:lnTo>
                  <a:pt x="324426" y="49288"/>
                </a:lnTo>
                <a:lnTo>
                  <a:pt x="358941" y="26250"/>
                </a:lnTo>
                <a:lnTo>
                  <a:pt x="346311" y="15390"/>
                </a:lnTo>
                <a:lnTo>
                  <a:pt x="331712" y="7158"/>
                </a:lnTo>
                <a:lnTo>
                  <a:pt x="315518" y="1935"/>
                </a:lnTo>
                <a:lnTo>
                  <a:pt x="298106" y="104"/>
                </a:lnTo>
                <a:close/>
              </a:path>
            </a:pathLst>
          </a:custGeom>
          <a:solidFill>
            <a:srgbClr val="0045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287996" y="5905686"/>
            <a:ext cx="4234180" cy="360680"/>
            <a:chOff x="1287996" y="5905686"/>
            <a:chExt cx="4234180" cy="360680"/>
          </a:xfrm>
        </p:grpSpPr>
        <p:sp>
          <p:nvSpPr>
            <p:cNvPr id="26" name="object 26"/>
            <p:cNvSpPr/>
            <p:nvPr/>
          </p:nvSpPr>
          <p:spPr>
            <a:xfrm>
              <a:off x="1324644" y="5952481"/>
              <a:ext cx="208915" cy="276860"/>
            </a:xfrm>
            <a:custGeom>
              <a:avLst/>
              <a:gdLst/>
              <a:ahLst/>
              <a:cxnLst/>
              <a:rect l="l" t="t" r="r" b="b"/>
              <a:pathLst>
                <a:path w="208915" h="276860">
                  <a:moveTo>
                    <a:pt x="143608" y="0"/>
                  </a:moveTo>
                  <a:lnTo>
                    <a:pt x="97181" y="6248"/>
                  </a:lnTo>
                  <a:lnTo>
                    <a:pt x="57630" y="24404"/>
                  </a:lnTo>
                  <a:lnTo>
                    <a:pt x="26931" y="53584"/>
                  </a:lnTo>
                  <a:lnTo>
                    <a:pt x="7062" y="92905"/>
                  </a:lnTo>
                  <a:lnTo>
                    <a:pt x="0" y="141482"/>
                  </a:lnTo>
                  <a:lnTo>
                    <a:pt x="6073" y="186902"/>
                  </a:lnTo>
                  <a:lnTo>
                    <a:pt x="23697" y="224334"/>
                  </a:lnTo>
                  <a:lnTo>
                    <a:pt x="51978" y="252569"/>
                  </a:lnTo>
                  <a:lnTo>
                    <a:pt x="90023" y="270397"/>
                  </a:lnTo>
                  <a:lnTo>
                    <a:pt x="136938" y="276609"/>
                  </a:lnTo>
                  <a:lnTo>
                    <a:pt x="159886" y="275530"/>
                  </a:lnTo>
                  <a:lnTo>
                    <a:pt x="179574" y="272723"/>
                  </a:lnTo>
                  <a:lnTo>
                    <a:pt x="195349" y="268830"/>
                  </a:lnTo>
                  <a:lnTo>
                    <a:pt x="206559" y="264494"/>
                  </a:lnTo>
                  <a:lnTo>
                    <a:pt x="198444" y="225898"/>
                  </a:lnTo>
                  <a:lnTo>
                    <a:pt x="187417" y="229855"/>
                  </a:lnTo>
                  <a:lnTo>
                    <a:pt x="174291" y="232924"/>
                  </a:lnTo>
                  <a:lnTo>
                    <a:pt x="159875" y="234910"/>
                  </a:lnTo>
                  <a:lnTo>
                    <a:pt x="144979" y="235615"/>
                  </a:lnTo>
                  <a:lnTo>
                    <a:pt x="105522" y="228841"/>
                  </a:lnTo>
                  <a:lnTo>
                    <a:pt x="76182" y="209504"/>
                  </a:lnTo>
                  <a:lnTo>
                    <a:pt x="57893" y="179081"/>
                  </a:lnTo>
                  <a:lnTo>
                    <a:pt x="51590" y="139053"/>
                  </a:lnTo>
                  <a:lnTo>
                    <a:pt x="58594" y="96434"/>
                  </a:lnTo>
                  <a:lnTo>
                    <a:pt x="78104" y="65551"/>
                  </a:lnTo>
                  <a:lnTo>
                    <a:pt x="107867" y="46760"/>
                  </a:lnTo>
                  <a:lnTo>
                    <a:pt x="145629" y="40417"/>
                  </a:lnTo>
                  <a:lnTo>
                    <a:pt x="161302" y="41259"/>
                  </a:lnTo>
                  <a:lnTo>
                    <a:pt x="175321" y="43536"/>
                  </a:lnTo>
                  <a:lnTo>
                    <a:pt x="187570" y="46880"/>
                  </a:lnTo>
                  <a:lnTo>
                    <a:pt x="197931" y="50919"/>
                  </a:lnTo>
                  <a:lnTo>
                    <a:pt x="208569" y="11853"/>
                  </a:lnTo>
                  <a:lnTo>
                    <a:pt x="198781" y="7761"/>
                  </a:lnTo>
                  <a:lnTo>
                    <a:pt x="184476" y="3935"/>
                  </a:lnTo>
                  <a:lnTo>
                    <a:pt x="165976" y="1105"/>
                  </a:lnTo>
                  <a:lnTo>
                    <a:pt x="143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2222" y="6026781"/>
              <a:ext cx="196496" cy="20250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67578" y="6026775"/>
              <a:ext cx="176978" cy="19813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324644" y="5952481"/>
              <a:ext cx="208915" cy="276860"/>
            </a:xfrm>
            <a:custGeom>
              <a:avLst/>
              <a:gdLst/>
              <a:ahLst/>
              <a:cxnLst/>
              <a:rect l="l" t="t" r="r" b="b"/>
              <a:pathLst>
                <a:path w="208915" h="276860">
                  <a:moveTo>
                    <a:pt x="206559" y="264494"/>
                  </a:moveTo>
                  <a:lnTo>
                    <a:pt x="195349" y="268830"/>
                  </a:lnTo>
                  <a:lnTo>
                    <a:pt x="179574" y="272723"/>
                  </a:lnTo>
                  <a:lnTo>
                    <a:pt x="159886" y="275530"/>
                  </a:lnTo>
                  <a:lnTo>
                    <a:pt x="136938" y="276609"/>
                  </a:lnTo>
                  <a:lnTo>
                    <a:pt x="90023" y="270397"/>
                  </a:lnTo>
                  <a:lnTo>
                    <a:pt x="51978" y="252569"/>
                  </a:lnTo>
                  <a:lnTo>
                    <a:pt x="23697" y="224334"/>
                  </a:lnTo>
                  <a:lnTo>
                    <a:pt x="6073" y="186902"/>
                  </a:lnTo>
                  <a:lnTo>
                    <a:pt x="0" y="141482"/>
                  </a:lnTo>
                  <a:lnTo>
                    <a:pt x="7062" y="92905"/>
                  </a:lnTo>
                  <a:lnTo>
                    <a:pt x="26931" y="53584"/>
                  </a:lnTo>
                  <a:lnTo>
                    <a:pt x="57630" y="24404"/>
                  </a:lnTo>
                  <a:lnTo>
                    <a:pt x="97181" y="6248"/>
                  </a:lnTo>
                  <a:lnTo>
                    <a:pt x="143608" y="0"/>
                  </a:lnTo>
                  <a:lnTo>
                    <a:pt x="165976" y="1105"/>
                  </a:lnTo>
                  <a:lnTo>
                    <a:pt x="184476" y="3935"/>
                  </a:lnTo>
                  <a:lnTo>
                    <a:pt x="198781" y="7761"/>
                  </a:lnTo>
                  <a:lnTo>
                    <a:pt x="208569" y="11853"/>
                  </a:lnTo>
                  <a:lnTo>
                    <a:pt x="197931" y="50919"/>
                  </a:lnTo>
                  <a:lnTo>
                    <a:pt x="187570" y="46880"/>
                  </a:lnTo>
                  <a:lnTo>
                    <a:pt x="175321" y="43536"/>
                  </a:lnTo>
                  <a:lnTo>
                    <a:pt x="161302" y="41259"/>
                  </a:lnTo>
                  <a:lnTo>
                    <a:pt x="145629" y="40417"/>
                  </a:lnTo>
                  <a:lnTo>
                    <a:pt x="107867" y="46760"/>
                  </a:lnTo>
                  <a:lnTo>
                    <a:pt x="78104" y="65551"/>
                  </a:lnTo>
                  <a:lnTo>
                    <a:pt x="58594" y="96434"/>
                  </a:lnTo>
                  <a:lnTo>
                    <a:pt x="51590" y="139053"/>
                  </a:lnTo>
                  <a:lnTo>
                    <a:pt x="57893" y="179081"/>
                  </a:lnTo>
                  <a:lnTo>
                    <a:pt x="76182" y="209504"/>
                  </a:lnTo>
                  <a:lnTo>
                    <a:pt x="105522" y="228841"/>
                  </a:lnTo>
                  <a:lnTo>
                    <a:pt x="144979" y="235615"/>
                  </a:lnTo>
                  <a:lnTo>
                    <a:pt x="159875" y="234910"/>
                  </a:lnTo>
                  <a:lnTo>
                    <a:pt x="174291" y="232924"/>
                  </a:lnTo>
                  <a:lnTo>
                    <a:pt x="187417" y="229855"/>
                  </a:lnTo>
                  <a:lnTo>
                    <a:pt x="198444" y="225898"/>
                  </a:lnTo>
                  <a:lnTo>
                    <a:pt x="206559" y="264494"/>
                  </a:lnTo>
                  <a:close/>
                </a:path>
              </a:pathLst>
            </a:custGeom>
            <a:ln w="73296">
              <a:solidFill>
                <a:srgbClr val="004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55939" y="6025724"/>
              <a:ext cx="169073" cy="20461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542222" y="6026781"/>
              <a:ext cx="196850" cy="202565"/>
            </a:xfrm>
            <a:custGeom>
              <a:avLst/>
              <a:gdLst/>
              <a:ahLst/>
              <a:cxnLst/>
              <a:rect l="l" t="t" r="r" b="b"/>
              <a:pathLst>
                <a:path w="196850" h="202564">
                  <a:moveTo>
                    <a:pt x="196496" y="99347"/>
                  </a:moveTo>
                  <a:lnTo>
                    <a:pt x="187913" y="145517"/>
                  </a:lnTo>
                  <a:lnTo>
                    <a:pt x="165313" y="177639"/>
                  </a:lnTo>
                  <a:lnTo>
                    <a:pt x="133420" y="196405"/>
                  </a:lnTo>
                  <a:lnTo>
                    <a:pt x="96960" y="202506"/>
                  </a:lnTo>
                  <a:lnTo>
                    <a:pt x="58751" y="195641"/>
                  </a:lnTo>
                  <a:lnTo>
                    <a:pt x="27983" y="175882"/>
                  </a:lnTo>
                  <a:lnTo>
                    <a:pt x="7463" y="144479"/>
                  </a:lnTo>
                  <a:lnTo>
                    <a:pt x="0" y="102687"/>
                  </a:lnTo>
                  <a:lnTo>
                    <a:pt x="7453" y="59829"/>
                  </a:lnTo>
                  <a:lnTo>
                    <a:pt x="28230" y="27509"/>
                  </a:lnTo>
                  <a:lnTo>
                    <a:pt x="59957" y="7107"/>
                  </a:lnTo>
                  <a:lnTo>
                    <a:pt x="100258" y="0"/>
                  </a:lnTo>
                  <a:lnTo>
                    <a:pt x="139622" y="7264"/>
                  </a:lnTo>
                  <a:lnTo>
                    <a:pt x="170001" y="27649"/>
                  </a:lnTo>
                  <a:lnTo>
                    <a:pt x="189568" y="59047"/>
                  </a:lnTo>
                  <a:lnTo>
                    <a:pt x="196496" y="99347"/>
                  </a:lnTo>
                  <a:close/>
                </a:path>
              </a:pathLst>
            </a:custGeom>
            <a:ln w="73296">
              <a:solidFill>
                <a:srgbClr val="004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67578" y="6026775"/>
              <a:ext cx="177165" cy="198755"/>
            </a:xfrm>
            <a:custGeom>
              <a:avLst/>
              <a:gdLst/>
              <a:ahLst/>
              <a:cxnLst/>
              <a:rect l="l" t="t" r="r" b="b"/>
              <a:pathLst>
                <a:path w="177164" h="198754">
                  <a:moveTo>
                    <a:pt x="1591" y="61998"/>
                  </a:moveTo>
                  <a:lnTo>
                    <a:pt x="1466" y="45910"/>
                  </a:lnTo>
                  <a:lnTo>
                    <a:pt x="1125" y="31086"/>
                  </a:lnTo>
                  <a:lnTo>
                    <a:pt x="619" y="17313"/>
                  </a:lnTo>
                  <a:lnTo>
                    <a:pt x="0" y="4376"/>
                  </a:lnTo>
                  <a:lnTo>
                    <a:pt x="42815" y="4376"/>
                  </a:lnTo>
                  <a:lnTo>
                    <a:pt x="45223" y="33464"/>
                  </a:lnTo>
                  <a:lnTo>
                    <a:pt x="46354" y="33464"/>
                  </a:lnTo>
                  <a:lnTo>
                    <a:pt x="55098" y="21892"/>
                  </a:lnTo>
                  <a:lnTo>
                    <a:pt x="68377" y="11093"/>
                  </a:lnTo>
                  <a:lnTo>
                    <a:pt x="86081" y="3114"/>
                  </a:lnTo>
                  <a:lnTo>
                    <a:pt x="108101" y="0"/>
                  </a:lnTo>
                  <a:lnTo>
                    <a:pt x="133114" y="4357"/>
                  </a:lnTo>
                  <a:lnTo>
                    <a:pt x="155207" y="18540"/>
                  </a:lnTo>
                  <a:lnTo>
                    <a:pt x="170966" y="44213"/>
                  </a:lnTo>
                  <a:lnTo>
                    <a:pt x="176978" y="83044"/>
                  </a:lnTo>
                  <a:lnTo>
                    <a:pt x="176978" y="198130"/>
                  </a:lnTo>
                  <a:lnTo>
                    <a:pt x="127943" y="198130"/>
                  </a:lnTo>
                  <a:lnTo>
                    <a:pt x="127943" y="88814"/>
                  </a:lnTo>
                  <a:lnTo>
                    <a:pt x="125932" y="69432"/>
                  </a:lnTo>
                  <a:lnTo>
                    <a:pt x="119498" y="53897"/>
                  </a:lnTo>
                  <a:lnTo>
                    <a:pt x="108047" y="43575"/>
                  </a:lnTo>
                  <a:lnTo>
                    <a:pt x="90981" y="39831"/>
                  </a:lnTo>
                  <a:lnTo>
                    <a:pt x="77522" y="42216"/>
                  </a:lnTo>
                  <a:lnTo>
                    <a:pt x="51370" y="72594"/>
                  </a:lnTo>
                  <a:lnTo>
                    <a:pt x="50626" y="78552"/>
                  </a:lnTo>
                  <a:lnTo>
                    <a:pt x="50626" y="84123"/>
                  </a:lnTo>
                  <a:lnTo>
                    <a:pt x="50626" y="198130"/>
                  </a:lnTo>
                  <a:lnTo>
                    <a:pt x="1591" y="198130"/>
                  </a:lnTo>
                  <a:lnTo>
                    <a:pt x="1591" y="61998"/>
                  </a:lnTo>
                  <a:close/>
                </a:path>
              </a:pathLst>
            </a:custGeom>
            <a:ln w="73296">
              <a:solidFill>
                <a:srgbClr val="004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21025" y="5905686"/>
              <a:ext cx="3501057" cy="36025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324644" y="5952481"/>
              <a:ext cx="208915" cy="276860"/>
            </a:xfrm>
            <a:custGeom>
              <a:avLst/>
              <a:gdLst/>
              <a:ahLst/>
              <a:cxnLst/>
              <a:rect l="l" t="t" r="r" b="b"/>
              <a:pathLst>
                <a:path w="208915" h="276860">
                  <a:moveTo>
                    <a:pt x="143608" y="0"/>
                  </a:moveTo>
                  <a:lnTo>
                    <a:pt x="97181" y="6248"/>
                  </a:lnTo>
                  <a:lnTo>
                    <a:pt x="57630" y="24404"/>
                  </a:lnTo>
                  <a:lnTo>
                    <a:pt x="26931" y="53584"/>
                  </a:lnTo>
                  <a:lnTo>
                    <a:pt x="7062" y="92905"/>
                  </a:lnTo>
                  <a:lnTo>
                    <a:pt x="0" y="141482"/>
                  </a:lnTo>
                  <a:lnTo>
                    <a:pt x="6073" y="186902"/>
                  </a:lnTo>
                  <a:lnTo>
                    <a:pt x="23697" y="224334"/>
                  </a:lnTo>
                  <a:lnTo>
                    <a:pt x="51978" y="252569"/>
                  </a:lnTo>
                  <a:lnTo>
                    <a:pt x="90023" y="270397"/>
                  </a:lnTo>
                  <a:lnTo>
                    <a:pt x="136938" y="276609"/>
                  </a:lnTo>
                  <a:lnTo>
                    <a:pt x="159886" y="275530"/>
                  </a:lnTo>
                  <a:lnTo>
                    <a:pt x="179574" y="272723"/>
                  </a:lnTo>
                  <a:lnTo>
                    <a:pt x="195349" y="268830"/>
                  </a:lnTo>
                  <a:lnTo>
                    <a:pt x="206559" y="264494"/>
                  </a:lnTo>
                  <a:lnTo>
                    <a:pt x="198444" y="225898"/>
                  </a:lnTo>
                  <a:lnTo>
                    <a:pt x="187417" y="229855"/>
                  </a:lnTo>
                  <a:lnTo>
                    <a:pt x="174291" y="232924"/>
                  </a:lnTo>
                  <a:lnTo>
                    <a:pt x="159875" y="234910"/>
                  </a:lnTo>
                  <a:lnTo>
                    <a:pt x="144979" y="235615"/>
                  </a:lnTo>
                  <a:lnTo>
                    <a:pt x="105522" y="228841"/>
                  </a:lnTo>
                  <a:lnTo>
                    <a:pt x="76182" y="209504"/>
                  </a:lnTo>
                  <a:lnTo>
                    <a:pt x="57893" y="179081"/>
                  </a:lnTo>
                  <a:lnTo>
                    <a:pt x="51590" y="139053"/>
                  </a:lnTo>
                  <a:lnTo>
                    <a:pt x="58594" y="96434"/>
                  </a:lnTo>
                  <a:lnTo>
                    <a:pt x="78104" y="65551"/>
                  </a:lnTo>
                  <a:lnTo>
                    <a:pt x="107867" y="46760"/>
                  </a:lnTo>
                  <a:lnTo>
                    <a:pt x="145629" y="40417"/>
                  </a:lnTo>
                  <a:lnTo>
                    <a:pt x="161302" y="41259"/>
                  </a:lnTo>
                  <a:lnTo>
                    <a:pt x="175321" y="43536"/>
                  </a:lnTo>
                  <a:lnTo>
                    <a:pt x="187570" y="46880"/>
                  </a:lnTo>
                  <a:lnTo>
                    <a:pt x="197931" y="50919"/>
                  </a:lnTo>
                  <a:lnTo>
                    <a:pt x="208569" y="11853"/>
                  </a:lnTo>
                  <a:lnTo>
                    <a:pt x="198781" y="7761"/>
                  </a:lnTo>
                  <a:lnTo>
                    <a:pt x="184476" y="3935"/>
                  </a:lnTo>
                  <a:lnTo>
                    <a:pt x="165976" y="1105"/>
                  </a:lnTo>
                  <a:lnTo>
                    <a:pt x="143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2222" y="6026781"/>
              <a:ext cx="196496" cy="20250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67578" y="6026775"/>
              <a:ext cx="176978" cy="198130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475353" y="0"/>
            <a:ext cx="7950834" cy="4615815"/>
            <a:chOff x="475353" y="0"/>
            <a:chExt cx="7950834" cy="4615815"/>
          </a:xfrm>
        </p:grpSpPr>
        <p:sp>
          <p:nvSpPr>
            <p:cNvPr id="38" name="object 38"/>
            <p:cNvSpPr/>
            <p:nvPr/>
          </p:nvSpPr>
          <p:spPr>
            <a:xfrm>
              <a:off x="2228874" y="0"/>
              <a:ext cx="5518785" cy="2331085"/>
            </a:xfrm>
            <a:custGeom>
              <a:avLst/>
              <a:gdLst/>
              <a:ahLst/>
              <a:cxnLst/>
              <a:rect l="l" t="t" r="r" b="b"/>
              <a:pathLst>
                <a:path w="5518784" h="2331085">
                  <a:moveTo>
                    <a:pt x="5518240" y="0"/>
                  </a:moveTo>
                  <a:lnTo>
                    <a:pt x="1408710" y="0"/>
                  </a:lnTo>
                  <a:lnTo>
                    <a:pt x="0" y="2331064"/>
                  </a:lnTo>
                  <a:lnTo>
                    <a:pt x="4109529" y="2331064"/>
                  </a:lnTo>
                  <a:lnTo>
                    <a:pt x="5518240" y="0"/>
                  </a:lnTo>
                  <a:close/>
                </a:path>
              </a:pathLst>
            </a:custGeom>
            <a:solidFill>
              <a:srgbClr val="64B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664267" y="546791"/>
              <a:ext cx="2643505" cy="825500"/>
            </a:xfrm>
            <a:custGeom>
              <a:avLst/>
              <a:gdLst/>
              <a:ahLst/>
              <a:cxnLst/>
              <a:rect l="l" t="t" r="r" b="b"/>
              <a:pathLst>
                <a:path w="2643504" h="825500">
                  <a:moveTo>
                    <a:pt x="267322" y="672490"/>
                  </a:moveTo>
                  <a:lnTo>
                    <a:pt x="264680" y="647395"/>
                  </a:lnTo>
                  <a:lnTo>
                    <a:pt x="263017" y="631444"/>
                  </a:lnTo>
                  <a:lnTo>
                    <a:pt x="249364" y="593547"/>
                  </a:lnTo>
                  <a:lnTo>
                    <a:pt x="247243" y="590778"/>
                  </a:lnTo>
                  <a:lnTo>
                    <a:pt x="225323" y="562203"/>
                  </a:lnTo>
                  <a:lnTo>
                    <a:pt x="189814" y="540893"/>
                  </a:lnTo>
                  <a:lnTo>
                    <a:pt x="186055" y="540283"/>
                  </a:lnTo>
                  <a:lnTo>
                    <a:pt x="186055" y="647395"/>
                  </a:lnTo>
                  <a:lnTo>
                    <a:pt x="82715" y="647395"/>
                  </a:lnTo>
                  <a:lnTo>
                    <a:pt x="87020" y="628789"/>
                  </a:lnTo>
                  <a:lnTo>
                    <a:pt x="96926" y="610412"/>
                  </a:lnTo>
                  <a:lnTo>
                    <a:pt x="113296" y="596366"/>
                  </a:lnTo>
                  <a:lnTo>
                    <a:pt x="137020" y="590778"/>
                  </a:lnTo>
                  <a:lnTo>
                    <a:pt x="161493" y="596684"/>
                  </a:lnTo>
                  <a:lnTo>
                    <a:pt x="176517" y="611238"/>
                  </a:lnTo>
                  <a:lnTo>
                    <a:pt x="184061" y="629729"/>
                  </a:lnTo>
                  <a:lnTo>
                    <a:pt x="186055" y="647395"/>
                  </a:lnTo>
                  <a:lnTo>
                    <a:pt x="186055" y="540283"/>
                  </a:lnTo>
                  <a:lnTo>
                    <a:pt x="141757" y="533019"/>
                  </a:lnTo>
                  <a:lnTo>
                    <a:pt x="89687" y="541743"/>
                  </a:lnTo>
                  <a:lnTo>
                    <a:pt x="49872" y="565188"/>
                  </a:lnTo>
                  <a:lnTo>
                    <a:pt x="21907" y="599198"/>
                  </a:lnTo>
                  <a:lnTo>
                    <a:pt x="5410" y="639673"/>
                  </a:lnTo>
                  <a:lnTo>
                    <a:pt x="0" y="682472"/>
                  </a:lnTo>
                  <a:lnTo>
                    <a:pt x="6413" y="730402"/>
                  </a:lnTo>
                  <a:lnTo>
                    <a:pt x="25349" y="770115"/>
                  </a:lnTo>
                  <a:lnTo>
                    <a:pt x="56032" y="799655"/>
                  </a:lnTo>
                  <a:lnTo>
                    <a:pt x="97790" y="818197"/>
                  </a:lnTo>
                  <a:lnTo>
                    <a:pt x="149974" y="824623"/>
                  </a:lnTo>
                  <a:lnTo>
                    <a:pt x="177698" y="823518"/>
                  </a:lnTo>
                  <a:lnTo>
                    <a:pt x="204139" y="820216"/>
                  </a:lnTo>
                  <a:lnTo>
                    <a:pt x="228955" y="814692"/>
                  </a:lnTo>
                  <a:lnTo>
                    <a:pt x="251853" y="806970"/>
                  </a:lnTo>
                  <a:lnTo>
                    <a:pt x="242430" y="760044"/>
                  </a:lnTo>
                  <a:lnTo>
                    <a:pt x="240055" y="748207"/>
                  </a:lnTo>
                  <a:lnTo>
                    <a:pt x="222173" y="753389"/>
                  </a:lnTo>
                  <a:lnTo>
                    <a:pt x="203606" y="757085"/>
                  </a:lnTo>
                  <a:lnTo>
                    <a:pt x="183921" y="759307"/>
                  </a:lnTo>
                  <a:lnTo>
                    <a:pt x="162674" y="760044"/>
                  </a:lnTo>
                  <a:lnTo>
                    <a:pt x="133451" y="756805"/>
                  </a:lnTo>
                  <a:lnTo>
                    <a:pt x="108724" y="746988"/>
                  </a:lnTo>
                  <a:lnTo>
                    <a:pt x="91173" y="730402"/>
                  </a:lnTo>
                  <a:lnTo>
                    <a:pt x="83426" y="706882"/>
                  </a:lnTo>
                  <a:lnTo>
                    <a:pt x="264185" y="706882"/>
                  </a:lnTo>
                  <a:lnTo>
                    <a:pt x="265328" y="700925"/>
                  </a:lnTo>
                  <a:lnTo>
                    <a:pt x="266331" y="692950"/>
                  </a:lnTo>
                  <a:lnTo>
                    <a:pt x="267042" y="683348"/>
                  </a:lnTo>
                  <a:lnTo>
                    <a:pt x="267322" y="672490"/>
                  </a:lnTo>
                  <a:close/>
                </a:path>
                <a:path w="2643504" h="825500">
                  <a:moveTo>
                    <a:pt x="361302" y="186029"/>
                  </a:moveTo>
                  <a:lnTo>
                    <a:pt x="356730" y="138912"/>
                  </a:lnTo>
                  <a:lnTo>
                    <a:pt x="343649" y="99326"/>
                  </a:lnTo>
                  <a:lnTo>
                    <a:pt x="323049" y="66941"/>
                  </a:lnTo>
                  <a:lnTo>
                    <a:pt x="268605" y="24853"/>
                  </a:lnTo>
                  <a:lnTo>
                    <a:pt x="268605" y="188887"/>
                  </a:lnTo>
                  <a:lnTo>
                    <a:pt x="262547" y="238277"/>
                  </a:lnTo>
                  <a:lnTo>
                    <a:pt x="245186" y="276250"/>
                  </a:lnTo>
                  <a:lnTo>
                    <a:pt x="217703" y="303009"/>
                  </a:lnTo>
                  <a:lnTo>
                    <a:pt x="181292" y="318757"/>
                  </a:lnTo>
                  <a:lnTo>
                    <a:pt x="137172" y="323684"/>
                  </a:lnTo>
                  <a:lnTo>
                    <a:pt x="130581" y="323684"/>
                  </a:lnTo>
                  <a:lnTo>
                    <a:pt x="120764" y="323469"/>
                  </a:lnTo>
                  <a:lnTo>
                    <a:pt x="113131" y="323011"/>
                  </a:lnTo>
                  <a:lnTo>
                    <a:pt x="106629" y="322186"/>
                  </a:lnTo>
                  <a:lnTo>
                    <a:pt x="106629" y="70256"/>
                  </a:lnTo>
                  <a:lnTo>
                    <a:pt x="113423" y="69024"/>
                  </a:lnTo>
                  <a:lnTo>
                    <a:pt x="122250" y="67957"/>
                  </a:lnTo>
                  <a:lnTo>
                    <a:pt x="133210" y="67221"/>
                  </a:lnTo>
                  <a:lnTo>
                    <a:pt x="146418" y="66941"/>
                  </a:lnTo>
                  <a:lnTo>
                    <a:pt x="197294" y="74752"/>
                  </a:lnTo>
                  <a:lnTo>
                    <a:pt x="235800" y="97942"/>
                  </a:lnTo>
                  <a:lnTo>
                    <a:pt x="260172" y="136105"/>
                  </a:lnTo>
                  <a:lnTo>
                    <a:pt x="268605" y="188887"/>
                  </a:lnTo>
                  <a:lnTo>
                    <a:pt x="268605" y="24853"/>
                  </a:lnTo>
                  <a:lnTo>
                    <a:pt x="265722" y="23101"/>
                  </a:lnTo>
                  <a:lnTo>
                    <a:pt x="230174" y="10210"/>
                  </a:lnTo>
                  <a:lnTo>
                    <a:pt x="187807" y="2540"/>
                  </a:lnTo>
                  <a:lnTo>
                    <a:pt x="137248" y="0"/>
                  </a:lnTo>
                  <a:lnTo>
                    <a:pt x="104825" y="558"/>
                  </a:lnTo>
                  <a:lnTo>
                    <a:pt x="73863" y="2184"/>
                  </a:lnTo>
                  <a:lnTo>
                    <a:pt x="45072" y="4787"/>
                  </a:lnTo>
                  <a:lnTo>
                    <a:pt x="19202" y="8267"/>
                  </a:lnTo>
                  <a:lnTo>
                    <a:pt x="19202" y="385991"/>
                  </a:lnTo>
                  <a:lnTo>
                    <a:pt x="37426" y="388124"/>
                  </a:lnTo>
                  <a:lnTo>
                    <a:pt x="59931" y="389940"/>
                  </a:lnTo>
                  <a:lnTo>
                    <a:pt x="86944" y="391198"/>
                  </a:lnTo>
                  <a:lnTo>
                    <a:pt x="118656" y="391668"/>
                  </a:lnTo>
                  <a:lnTo>
                    <a:pt x="172681" y="388620"/>
                  </a:lnTo>
                  <a:lnTo>
                    <a:pt x="220992" y="379399"/>
                  </a:lnTo>
                  <a:lnTo>
                    <a:pt x="262788" y="363855"/>
                  </a:lnTo>
                  <a:lnTo>
                    <a:pt x="297256" y="341845"/>
                  </a:lnTo>
                  <a:lnTo>
                    <a:pt x="314464" y="323684"/>
                  </a:lnTo>
                  <a:lnTo>
                    <a:pt x="322961" y="314731"/>
                  </a:lnTo>
                  <a:lnTo>
                    <a:pt x="343230" y="279895"/>
                  </a:lnTo>
                  <a:lnTo>
                    <a:pt x="356527" y="237096"/>
                  </a:lnTo>
                  <a:lnTo>
                    <a:pt x="361302" y="186029"/>
                  </a:lnTo>
                  <a:close/>
                </a:path>
                <a:path w="2643504" h="825500">
                  <a:moveTo>
                    <a:pt x="560539" y="653288"/>
                  </a:moveTo>
                  <a:lnTo>
                    <a:pt x="552894" y="599808"/>
                  </a:lnTo>
                  <a:lnTo>
                    <a:pt x="531749" y="562317"/>
                  </a:lnTo>
                  <a:lnTo>
                    <a:pt x="499846" y="540245"/>
                  </a:lnTo>
                  <a:lnTo>
                    <a:pt x="459892" y="533019"/>
                  </a:lnTo>
                  <a:lnTo>
                    <a:pt x="428104" y="537514"/>
                  </a:lnTo>
                  <a:lnTo>
                    <a:pt x="403085" y="548754"/>
                  </a:lnTo>
                  <a:lnTo>
                    <a:pt x="384746" y="563384"/>
                  </a:lnTo>
                  <a:lnTo>
                    <a:pt x="372986" y="578002"/>
                  </a:lnTo>
                  <a:lnTo>
                    <a:pt x="371157" y="578002"/>
                  </a:lnTo>
                  <a:lnTo>
                    <a:pt x="367106" y="539292"/>
                  </a:lnTo>
                  <a:lnTo>
                    <a:pt x="291274" y="539292"/>
                  </a:lnTo>
                  <a:lnTo>
                    <a:pt x="292887" y="580250"/>
                  </a:lnTo>
                  <a:lnTo>
                    <a:pt x="293382" y="603427"/>
                  </a:lnTo>
                  <a:lnTo>
                    <a:pt x="293573" y="628523"/>
                  </a:lnTo>
                  <a:lnTo>
                    <a:pt x="293573" y="818629"/>
                  </a:lnTo>
                  <a:lnTo>
                    <a:pt x="381127" y="818629"/>
                  </a:lnTo>
                  <a:lnTo>
                    <a:pt x="381127" y="649681"/>
                  </a:lnTo>
                  <a:lnTo>
                    <a:pt x="381939" y="641426"/>
                  </a:lnTo>
                  <a:lnTo>
                    <a:pt x="412292" y="606056"/>
                  </a:lnTo>
                  <a:lnTo>
                    <a:pt x="428510" y="603186"/>
                  </a:lnTo>
                  <a:lnTo>
                    <a:pt x="448767" y="607606"/>
                  </a:lnTo>
                  <a:lnTo>
                    <a:pt x="462584" y="620014"/>
                  </a:lnTo>
                  <a:lnTo>
                    <a:pt x="470484" y="639165"/>
                  </a:lnTo>
                  <a:lnTo>
                    <a:pt x="472998" y="663816"/>
                  </a:lnTo>
                  <a:lnTo>
                    <a:pt x="472998" y="818629"/>
                  </a:lnTo>
                  <a:lnTo>
                    <a:pt x="560539" y="818629"/>
                  </a:lnTo>
                  <a:lnTo>
                    <a:pt x="560539" y="653288"/>
                  </a:lnTo>
                  <a:close/>
                </a:path>
                <a:path w="2643504" h="825500">
                  <a:moveTo>
                    <a:pt x="640791" y="241515"/>
                  </a:moveTo>
                  <a:lnTo>
                    <a:pt x="636485" y="200469"/>
                  </a:lnTo>
                  <a:lnTo>
                    <a:pt x="622846" y="162560"/>
                  </a:lnTo>
                  <a:lnTo>
                    <a:pt x="598805" y="131229"/>
                  </a:lnTo>
                  <a:lnTo>
                    <a:pt x="563295" y="109905"/>
                  </a:lnTo>
                  <a:lnTo>
                    <a:pt x="559536" y="109296"/>
                  </a:lnTo>
                  <a:lnTo>
                    <a:pt x="559536" y="216408"/>
                  </a:lnTo>
                  <a:lnTo>
                    <a:pt x="456196" y="216408"/>
                  </a:lnTo>
                  <a:lnTo>
                    <a:pt x="460502" y="197815"/>
                  </a:lnTo>
                  <a:lnTo>
                    <a:pt x="470408" y="179438"/>
                  </a:lnTo>
                  <a:lnTo>
                    <a:pt x="486778" y="165392"/>
                  </a:lnTo>
                  <a:lnTo>
                    <a:pt x="510501" y="159791"/>
                  </a:lnTo>
                  <a:lnTo>
                    <a:pt x="534974" y="165696"/>
                  </a:lnTo>
                  <a:lnTo>
                    <a:pt x="549998" y="180263"/>
                  </a:lnTo>
                  <a:lnTo>
                    <a:pt x="557542" y="198742"/>
                  </a:lnTo>
                  <a:lnTo>
                    <a:pt x="559536" y="216408"/>
                  </a:lnTo>
                  <a:lnTo>
                    <a:pt x="559536" y="109296"/>
                  </a:lnTo>
                  <a:lnTo>
                    <a:pt x="515239" y="102044"/>
                  </a:lnTo>
                  <a:lnTo>
                    <a:pt x="463181" y="110769"/>
                  </a:lnTo>
                  <a:lnTo>
                    <a:pt x="423354" y="134200"/>
                  </a:lnTo>
                  <a:lnTo>
                    <a:pt x="395401" y="168224"/>
                  </a:lnTo>
                  <a:lnTo>
                    <a:pt x="378904" y="208699"/>
                  </a:lnTo>
                  <a:lnTo>
                    <a:pt x="373494" y="251485"/>
                  </a:lnTo>
                  <a:lnTo>
                    <a:pt x="379907" y="299415"/>
                  </a:lnTo>
                  <a:lnTo>
                    <a:pt x="379945" y="299707"/>
                  </a:lnTo>
                  <a:lnTo>
                    <a:pt x="398843" y="339140"/>
                  </a:lnTo>
                  <a:lnTo>
                    <a:pt x="429526" y="368681"/>
                  </a:lnTo>
                  <a:lnTo>
                    <a:pt x="471284" y="387210"/>
                  </a:lnTo>
                  <a:lnTo>
                    <a:pt x="523455" y="393649"/>
                  </a:lnTo>
                  <a:lnTo>
                    <a:pt x="551192" y="392544"/>
                  </a:lnTo>
                  <a:lnTo>
                    <a:pt x="577621" y="389229"/>
                  </a:lnTo>
                  <a:lnTo>
                    <a:pt x="602449" y="383717"/>
                  </a:lnTo>
                  <a:lnTo>
                    <a:pt x="625335" y="375983"/>
                  </a:lnTo>
                  <a:lnTo>
                    <a:pt x="615911" y="329069"/>
                  </a:lnTo>
                  <a:lnTo>
                    <a:pt x="613537" y="317220"/>
                  </a:lnTo>
                  <a:lnTo>
                    <a:pt x="595655" y="322402"/>
                  </a:lnTo>
                  <a:lnTo>
                    <a:pt x="577100" y="326110"/>
                  </a:lnTo>
                  <a:lnTo>
                    <a:pt x="557415" y="328333"/>
                  </a:lnTo>
                  <a:lnTo>
                    <a:pt x="536168" y="329069"/>
                  </a:lnTo>
                  <a:lnTo>
                    <a:pt x="506933" y="325831"/>
                  </a:lnTo>
                  <a:lnTo>
                    <a:pt x="482219" y="316001"/>
                  </a:lnTo>
                  <a:lnTo>
                    <a:pt x="464654" y="299415"/>
                  </a:lnTo>
                  <a:lnTo>
                    <a:pt x="456907" y="275907"/>
                  </a:lnTo>
                  <a:lnTo>
                    <a:pt x="637679" y="275907"/>
                  </a:lnTo>
                  <a:lnTo>
                    <a:pt x="638810" y="269951"/>
                  </a:lnTo>
                  <a:lnTo>
                    <a:pt x="639813" y="261975"/>
                  </a:lnTo>
                  <a:lnTo>
                    <a:pt x="640524" y="252374"/>
                  </a:lnTo>
                  <a:lnTo>
                    <a:pt x="640791" y="241515"/>
                  </a:lnTo>
                  <a:close/>
                </a:path>
                <a:path w="2643504" h="825500">
                  <a:moveTo>
                    <a:pt x="827519" y="108305"/>
                  </a:moveTo>
                  <a:lnTo>
                    <a:pt x="764565" y="108305"/>
                  </a:lnTo>
                  <a:lnTo>
                    <a:pt x="764565" y="28651"/>
                  </a:lnTo>
                  <a:lnTo>
                    <a:pt x="679056" y="48285"/>
                  </a:lnTo>
                  <a:lnTo>
                    <a:pt x="679056" y="108305"/>
                  </a:lnTo>
                  <a:lnTo>
                    <a:pt x="641692" y="108305"/>
                  </a:lnTo>
                  <a:lnTo>
                    <a:pt x="641692" y="172377"/>
                  </a:lnTo>
                  <a:lnTo>
                    <a:pt x="679056" y="172377"/>
                  </a:lnTo>
                  <a:lnTo>
                    <a:pt x="679056" y="286613"/>
                  </a:lnTo>
                  <a:lnTo>
                    <a:pt x="680554" y="313956"/>
                  </a:lnTo>
                  <a:lnTo>
                    <a:pt x="692607" y="355066"/>
                  </a:lnTo>
                  <a:lnTo>
                    <a:pt x="730834" y="386956"/>
                  </a:lnTo>
                  <a:lnTo>
                    <a:pt x="769124" y="393636"/>
                  </a:lnTo>
                  <a:lnTo>
                    <a:pt x="786714" y="393039"/>
                  </a:lnTo>
                  <a:lnTo>
                    <a:pt x="802386" y="391426"/>
                  </a:lnTo>
                  <a:lnTo>
                    <a:pt x="815594" y="389051"/>
                  </a:lnTo>
                  <a:lnTo>
                    <a:pt x="825754" y="386181"/>
                  </a:lnTo>
                  <a:lnTo>
                    <a:pt x="825055" y="320205"/>
                  </a:lnTo>
                  <a:lnTo>
                    <a:pt x="820039" y="321195"/>
                  </a:lnTo>
                  <a:lnTo>
                    <a:pt x="814031" y="322033"/>
                  </a:lnTo>
                  <a:lnTo>
                    <a:pt x="807034" y="322592"/>
                  </a:lnTo>
                  <a:lnTo>
                    <a:pt x="799058" y="322795"/>
                  </a:lnTo>
                  <a:lnTo>
                    <a:pt x="782675" y="319849"/>
                  </a:lnTo>
                  <a:lnTo>
                    <a:pt x="772033" y="310819"/>
                  </a:lnTo>
                  <a:lnTo>
                    <a:pt x="766292" y="295478"/>
                  </a:lnTo>
                  <a:lnTo>
                    <a:pt x="764565" y="273583"/>
                  </a:lnTo>
                  <a:lnTo>
                    <a:pt x="764565" y="172377"/>
                  </a:lnTo>
                  <a:lnTo>
                    <a:pt x="827519" y="172377"/>
                  </a:lnTo>
                  <a:lnTo>
                    <a:pt x="827519" y="108305"/>
                  </a:lnTo>
                  <a:close/>
                </a:path>
                <a:path w="2643504" h="825500">
                  <a:moveTo>
                    <a:pt x="975537" y="550989"/>
                  </a:moveTo>
                  <a:lnTo>
                    <a:pt x="964425" y="499884"/>
                  </a:lnTo>
                  <a:lnTo>
                    <a:pt x="934466" y="462038"/>
                  </a:lnTo>
                  <a:lnTo>
                    <a:pt x="888822" y="439915"/>
                  </a:lnTo>
                  <a:lnTo>
                    <a:pt x="888822" y="553478"/>
                  </a:lnTo>
                  <a:lnTo>
                    <a:pt x="883615" y="579666"/>
                  </a:lnTo>
                  <a:lnTo>
                    <a:pt x="868654" y="599274"/>
                  </a:lnTo>
                  <a:lnTo>
                    <a:pt x="844981" y="611581"/>
                  </a:lnTo>
                  <a:lnTo>
                    <a:pt x="813625" y="615835"/>
                  </a:lnTo>
                  <a:lnTo>
                    <a:pt x="807123" y="615835"/>
                  </a:lnTo>
                  <a:lnTo>
                    <a:pt x="797026" y="615315"/>
                  </a:lnTo>
                  <a:lnTo>
                    <a:pt x="790359" y="614591"/>
                  </a:lnTo>
                  <a:lnTo>
                    <a:pt x="784542" y="613537"/>
                  </a:lnTo>
                  <a:lnTo>
                    <a:pt x="784542" y="499884"/>
                  </a:lnTo>
                  <a:lnTo>
                    <a:pt x="790384" y="498817"/>
                  </a:lnTo>
                  <a:lnTo>
                    <a:pt x="798334" y="497903"/>
                  </a:lnTo>
                  <a:lnTo>
                    <a:pt x="808316" y="497255"/>
                  </a:lnTo>
                  <a:lnTo>
                    <a:pt x="820293" y="497014"/>
                  </a:lnTo>
                  <a:lnTo>
                    <a:pt x="849630" y="500862"/>
                  </a:lnTo>
                  <a:lnTo>
                    <a:pt x="871118" y="511975"/>
                  </a:lnTo>
                  <a:lnTo>
                    <a:pt x="884326" y="529717"/>
                  </a:lnTo>
                  <a:lnTo>
                    <a:pt x="888822" y="553478"/>
                  </a:lnTo>
                  <a:lnTo>
                    <a:pt x="888822" y="439915"/>
                  </a:lnTo>
                  <a:lnTo>
                    <a:pt x="885647" y="438759"/>
                  </a:lnTo>
                  <a:lnTo>
                    <a:pt x="853516" y="432917"/>
                  </a:lnTo>
                  <a:lnTo>
                    <a:pt x="815975" y="430974"/>
                  </a:lnTo>
                  <a:lnTo>
                    <a:pt x="778789" y="431609"/>
                  </a:lnTo>
                  <a:lnTo>
                    <a:pt x="746975" y="433349"/>
                  </a:lnTo>
                  <a:lnTo>
                    <a:pt x="720115" y="435914"/>
                  </a:lnTo>
                  <a:lnTo>
                    <a:pt x="697788" y="439064"/>
                  </a:lnTo>
                  <a:lnTo>
                    <a:pt x="697788" y="818629"/>
                  </a:lnTo>
                  <a:lnTo>
                    <a:pt x="784542" y="818629"/>
                  </a:lnTo>
                  <a:lnTo>
                    <a:pt x="784542" y="680910"/>
                  </a:lnTo>
                  <a:lnTo>
                    <a:pt x="790917" y="681723"/>
                  </a:lnTo>
                  <a:lnTo>
                    <a:pt x="798093" y="682345"/>
                  </a:lnTo>
                  <a:lnTo>
                    <a:pt x="805967" y="682739"/>
                  </a:lnTo>
                  <a:lnTo>
                    <a:pt x="814412" y="682879"/>
                  </a:lnTo>
                  <a:lnTo>
                    <a:pt x="844334" y="680910"/>
                  </a:lnTo>
                  <a:lnTo>
                    <a:pt x="885291" y="672947"/>
                  </a:lnTo>
                  <a:lnTo>
                    <a:pt x="940168" y="642073"/>
                  </a:lnTo>
                  <a:lnTo>
                    <a:pt x="966508" y="602703"/>
                  </a:lnTo>
                  <a:lnTo>
                    <a:pt x="973251" y="578142"/>
                  </a:lnTo>
                  <a:lnTo>
                    <a:pt x="975537" y="550989"/>
                  </a:lnTo>
                  <a:close/>
                </a:path>
                <a:path w="2643504" h="825500">
                  <a:moveTo>
                    <a:pt x="1100467" y="241515"/>
                  </a:moveTo>
                  <a:lnTo>
                    <a:pt x="1096162" y="200469"/>
                  </a:lnTo>
                  <a:lnTo>
                    <a:pt x="1082522" y="162560"/>
                  </a:lnTo>
                  <a:lnTo>
                    <a:pt x="1058481" y="131229"/>
                  </a:lnTo>
                  <a:lnTo>
                    <a:pt x="1022972" y="109905"/>
                  </a:lnTo>
                  <a:lnTo>
                    <a:pt x="1019213" y="109296"/>
                  </a:lnTo>
                  <a:lnTo>
                    <a:pt x="1019213" y="216408"/>
                  </a:lnTo>
                  <a:lnTo>
                    <a:pt x="915873" y="216408"/>
                  </a:lnTo>
                  <a:lnTo>
                    <a:pt x="920178" y="197815"/>
                  </a:lnTo>
                  <a:lnTo>
                    <a:pt x="930084" y="179438"/>
                  </a:lnTo>
                  <a:lnTo>
                    <a:pt x="946454" y="165392"/>
                  </a:lnTo>
                  <a:lnTo>
                    <a:pt x="970178" y="159791"/>
                  </a:lnTo>
                  <a:lnTo>
                    <a:pt x="994651" y="165696"/>
                  </a:lnTo>
                  <a:lnTo>
                    <a:pt x="1009675" y="180263"/>
                  </a:lnTo>
                  <a:lnTo>
                    <a:pt x="1017219" y="198742"/>
                  </a:lnTo>
                  <a:lnTo>
                    <a:pt x="1019213" y="216408"/>
                  </a:lnTo>
                  <a:lnTo>
                    <a:pt x="1019213" y="109296"/>
                  </a:lnTo>
                  <a:lnTo>
                    <a:pt x="974915" y="102044"/>
                  </a:lnTo>
                  <a:lnTo>
                    <a:pt x="922858" y="110769"/>
                  </a:lnTo>
                  <a:lnTo>
                    <a:pt x="883031" y="134200"/>
                  </a:lnTo>
                  <a:lnTo>
                    <a:pt x="855078" y="168224"/>
                  </a:lnTo>
                  <a:lnTo>
                    <a:pt x="838581" y="208699"/>
                  </a:lnTo>
                  <a:lnTo>
                    <a:pt x="833170" y="251485"/>
                  </a:lnTo>
                  <a:lnTo>
                    <a:pt x="839584" y="299415"/>
                  </a:lnTo>
                  <a:lnTo>
                    <a:pt x="839622" y="299707"/>
                  </a:lnTo>
                  <a:lnTo>
                    <a:pt x="858520" y="339140"/>
                  </a:lnTo>
                  <a:lnTo>
                    <a:pt x="889203" y="368681"/>
                  </a:lnTo>
                  <a:lnTo>
                    <a:pt x="930960" y="387210"/>
                  </a:lnTo>
                  <a:lnTo>
                    <a:pt x="983132" y="393649"/>
                  </a:lnTo>
                  <a:lnTo>
                    <a:pt x="1010869" y="392544"/>
                  </a:lnTo>
                  <a:lnTo>
                    <a:pt x="1037297" y="389229"/>
                  </a:lnTo>
                  <a:lnTo>
                    <a:pt x="1062126" y="383717"/>
                  </a:lnTo>
                  <a:lnTo>
                    <a:pt x="1085011" y="375983"/>
                  </a:lnTo>
                  <a:lnTo>
                    <a:pt x="1075588" y="329069"/>
                  </a:lnTo>
                  <a:lnTo>
                    <a:pt x="1073213" y="317220"/>
                  </a:lnTo>
                  <a:lnTo>
                    <a:pt x="1055331" y="322402"/>
                  </a:lnTo>
                  <a:lnTo>
                    <a:pt x="1036777" y="326110"/>
                  </a:lnTo>
                  <a:lnTo>
                    <a:pt x="1017092" y="328333"/>
                  </a:lnTo>
                  <a:lnTo>
                    <a:pt x="995845" y="329069"/>
                  </a:lnTo>
                  <a:lnTo>
                    <a:pt x="966609" y="325831"/>
                  </a:lnTo>
                  <a:lnTo>
                    <a:pt x="941895" y="316001"/>
                  </a:lnTo>
                  <a:lnTo>
                    <a:pt x="924331" y="299415"/>
                  </a:lnTo>
                  <a:lnTo>
                    <a:pt x="916584" y="275907"/>
                  </a:lnTo>
                  <a:lnTo>
                    <a:pt x="1097356" y="275907"/>
                  </a:lnTo>
                  <a:lnTo>
                    <a:pt x="1098486" y="269951"/>
                  </a:lnTo>
                  <a:lnTo>
                    <a:pt x="1099489" y="261975"/>
                  </a:lnTo>
                  <a:lnTo>
                    <a:pt x="1100201" y="252374"/>
                  </a:lnTo>
                  <a:lnTo>
                    <a:pt x="1100467" y="241515"/>
                  </a:lnTo>
                  <a:close/>
                </a:path>
                <a:path w="2643504" h="825500">
                  <a:moveTo>
                    <a:pt x="1266190" y="676173"/>
                  </a:moveTo>
                  <a:lnTo>
                    <a:pt x="1259560" y="628891"/>
                  </a:lnTo>
                  <a:lnTo>
                    <a:pt x="1240561" y="589343"/>
                  </a:lnTo>
                  <a:lnTo>
                    <a:pt x="1210602" y="559142"/>
                  </a:lnTo>
                  <a:lnTo>
                    <a:pt x="1176096" y="542315"/>
                  </a:lnTo>
                  <a:lnTo>
                    <a:pt x="1176096" y="678573"/>
                  </a:lnTo>
                  <a:lnTo>
                    <a:pt x="1172273" y="712241"/>
                  </a:lnTo>
                  <a:lnTo>
                    <a:pt x="1172184" y="713003"/>
                  </a:lnTo>
                  <a:lnTo>
                    <a:pt x="1161046" y="739622"/>
                  </a:lnTo>
                  <a:lnTo>
                    <a:pt x="1143508" y="756780"/>
                  </a:lnTo>
                  <a:lnTo>
                    <a:pt x="1120432" y="762863"/>
                  </a:lnTo>
                  <a:lnTo>
                    <a:pt x="1095717" y="756475"/>
                  </a:lnTo>
                  <a:lnTo>
                    <a:pt x="1077696" y="738822"/>
                  </a:lnTo>
                  <a:lnTo>
                    <a:pt x="1066647" y="712241"/>
                  </a:lnTo>
                  <a:lnTo>
                    <a:pt x="1062901" y="679030"/>
                  </a:lnTo>
                  <a:lnTo>
                    <a:pt x="1066038" y="648436"/>
                  </a:lnTo>
                  <a:lnTo>
                    <a:pt x="1076071" y="621512"/>
                  </a:lnTo>
                  <a:lnTo>
                    <a:pt x="1093914" y="602348"/>
                  </a:lnTo>
                  <a:lnTo>
                    <a:pt x="1120508" y="595045"/>
                  </a:lnTo>
                  <a:lnTo>
                    <a:pt x="1145933" y="602348"/>
                  </a:lnTo>
                  <a:lnTo>
                    <a:pt x="1163142" y="621372"/>
                  </a:lnTo>
                  <a:lnTo>
                    <a:pt x="1172972" y="648144"/>
                  </a:lnTo>
                  <a:lnTo>
                    <a:pt x="1176096" y="678573"/>
                  </a:lnTo>
                  <a:lnTo>
                    <a:pt x="1176096" y="542315"/>
                  </a:lnTo>
                  <a:lnTo>
                    <a:pt x="1170940" y="539800"/>
                  </a:lnTo>
                  <a:lnTo>
                    <a:pt x="1123022" y="533006"/>
                  </a:lnTo>
                  <a:lnTo>
                    <a:pt x="1072286" y="539800"/>
                  </a:lnTo>
                  <a:lnTo>
                    <a:pt x="1072578" y="539800"/>
                  </a:lnTo>
                  <a:lnTo>
                    <a:pt x="1031100" y="559142"/>
                  </a:lnTo>
                  <a:lnTo>
                    <a:pt x="999655" y="589965"/>
                  </a:lnTo>
                  <a:lnTo>
                    <a:pt x="979741" y="630986"/>
                  </a:lnTo>
                  <a:lnTo>
                    <a:pt x="972794" y="680986"/>
                  </a:lnTo>
                  <a:lnTo>
                    <a:pt x="980046" y="730592"/>
                  </a:lnTo>
                  <a:lnTo>
                    <a:pt x="1000340" y="770610"/>
                  </a:lnTo>
                  <a:lnTo>
                    <a:pt x="1031544" y="800227"/>
                  </a:lnTo>
                  <a:lnTo>
                    <a:pt x="1071473" y="818603"/>
                  </a:lnTo>
                  <a:lnTo>
                    <a:pt x="1117993" y="824903"/>
                  </a:lnTo>
                  <a:lnTo>
                    <a:pt x="1162367" y="819238"/>
                  </a:lnTo>
                  <a:lnTo>
                    <a:pt x="1202740" y="801954"/>
                  </a:lnTo>
                  <a:lnTo>
                    <a:pt x="1235748" y="772617"/>
                  </a:lnTo>
                  <a:lnTo>
                    <a:pt x="1240942" y="762863"/>
                  </a:lnTo>
                  <a:lnTo>
                    <a:pt x="1258023" y="730834"/>
                  </a:lnTo>
                  <a:lnTo>
                    <a:pt x="1266190" y="676173"/>
                  </a:lnTo>
                  <a:close/>
                </a:path>
                <a:path w="2643504" h="825500">
                  <a:moveTo>
                    <a:pt x="1299451" y="103657"/>
                  </a:moveTo>
                  <a:lnTo>
                    <a:pt x="1292936" y="102235"/>
                  </a:lnTo>
                  <a:lnTo>
                    <a:pt x="1288834" y="102031"/>
                  </a:lnTo>
                  <a:lnTo>
                    <a:pt x="1280769" y="102031"/>
                  </a:lnTo>
                  <a:lnTo>
                    <a:pt x="1259446" y="105346"/>
                  </a:lnTo>
                  <a:lnTo>
                    <a:pt x="1238021" y="115709"/>
                  </a:lnTo>
                  <a:lnTo>
                    <a:pt x="1218984" y="133718"/>
                  </a:lnTo>
                  <a:lnTo>
                    <a:pt x="1204861" y="160020"/>
                  </a:lnTo>
                  <a:lnTo>
                    <a:pt x="1202728" y="160020"/>
                  </a:lnTo>
                  <a:lnTo>
                    <a:pt x="1199527" y="108318"/>
                  </a:lnTo>
                  <a:lnTo>
                    <a:pt x="1124407" y="108318"/>
                  </a:lnTo>
                  <a:lnTo>
                    <a:pt x="1125423" y="127088"/>
                  </a:lnTo>
                  <a:lnTo>
                    <a:pt x="1126134" y="147993"/>
                  </a:lnTo>
                  <a:lnTo>
                    <a:pt x="1126566" y="172085"/>
                  </a:lnTo>
                  <a:lnTo>
                    <a:pt x="1126705" y="200393"/>
                  </a:lnTo>
                  <a:lnTo>
                    <a:pt x="1126705" y="387654"/>
                  </a:lnTo>
                  <a:lnTo>
                    <a:pt x="1214259" y="387654"/>
                  </a:lnTo>
                  <a:lnTo>
                    <a:pt x="1214259" y="239268"/>
                  </a:lnTo>
                  <a:lnTo>
                    <a:pt x="1214780" y="232498"/>
                  </a:lnTo>
                  <a:lnTo>
                    <a:pt x="1236014" y="194741"/>
                  </a:lnTo>
                  <a:lnTo>
                    <a:pt x="1275816" y="182892"/>
                  </a:lnTo>
                  <a:lnTo>
                    <a:pt x="1285633" y="182892"/>
                  </a:lnTo>
                  <a:lnTo>
                    <a:pt x="1292669" y="183908"/>
                  </a:lnTo>
                  <a:lnTo>
                    <a:pt x="1299451" y="185331"/>
                  </a:lnTo>
                  <a:lnTo>
                    <a:pt x="1299451" y="103657"/>
                  </a:lnTo>
                  <a:close/>
                </a:path>
                <a:path w="2643504" h="825500">
                  <a:moveTo>
                    <a:pt x="1583131" y="108305"/>
                  </a:moveTo>
                  <a:lnTo>
                    <a:pt x="1507223" y="108305"/>
                  </a:lnTo>
                  <a:lnTo>
                    <a:pt x="1504327" y="141097"/>
                  </a:lnTo>
                  <a:lnTo>
                    <a:pt x="1504276" y="141706"/>
                  </a:lnTo>
                  <a:lnTo>
                    <a:pt x="1503121" y="141706"/>
                  </a:lnTo>
                  <a:lnTo>
                    <a:pt x="1493266" y="129298"/>
                  </a:lnTo>
                  <a:lnTo>
                    <a:pt x="1493266" y="216585"/>
                  </a:lnTo>
                  <a:lnTo>
                    <a:pt x="1493266" y="270497"/>
                  </a:lnTo>
                  <a:lnTo>
                    <a:pt x="1473873" y="311404"/>
                  </a:lnTo>
                  <a:lnTo>
                    <a:pt x="1444371" y="321335"/>
                  </a:lnTo>
                  <a:lnTo>
                    <a:pt x="1420126" y="315607"/>
                  </a:lnTo>
                  <a:lnTo>
                    <a:pt x="1402232" y="299872"/>
                  </a:lnTo>
                  <a:lnTo>
                    <a:pt x="1391145" y="276326"/>
                  </a:lnTo>
                  <a:lnTo>
                    <a:pt x="1387335" y="247180"/>
                  </a:lnTo>
                  <a:lnTo>
                    <a:pt x="1391805" y="213398"/>
                  </a:lnTo>
                  <a:lnTo>
                    <a:pt x="1403997" y="188429"/>
                  </a:lnTo>
                  <a:lnTo>
                    <a:pt x="1422171" y="172974"/>
                  </a:lnTo>
                  <a:lnTo>
                    <a:pt x="1444523" y="167665"/>
                  </a:lnTo>
                  <a:lnTo>
                    <a:pt x="1461262" y="170446"/>
                  </a:lnTo>
                  <a:lnTo>
                    <a:pt x="1491538" y="206121"/>
                  </a:lnTo>
                  <a:lnTo>
                    <a:pt x="1493266" y="216585"/>
                  </a:lnTo>
                  <a:lnTo>
                    <a:pt x="1493266" y="129298"/>
                  </a:lnTo>
                  <a:lnTo>
                    <a:pt x="1490510" y="125818"/>
                  </a:lnTo>
                  <a:lnTo>
                    <a:pt x="1473758" y="113258"/>
                  </a:lnTo>
                  <a:lnTo>
                    <a:pt x="1452435" y="105003"/>
                  </a:lnTo>
                  <a:lnTo>
                    <a:pt x="1426108" y="102031"/>
                  </a:lnTo>
                  <a:lnTo>
                    <a:pt x="1386357" y="108686"/>
                  </a:lnTo>
                  <a:lnTo>
                    <a:pt x="1351457" y="127889"/>
                  </a:lnTo>
                  <a:lnTo>
                    <a:pt x="1323670" y="158470"/>
                  </a:lnTo>
                  <a:lnTo>
                    <a:pt x="1305331" y="199301"/>
                  </a:lnTo>
                  <a:lnTo>
                    <a:pt x="1298702" y="249199"/>
                  </a:lnTo>
                  <a:lnTo>
                    <a:pt x="1307528" y="304177"/>
                  </a:lnTo>
                  <a:lnTo>
                    <a:pt x="1332052" y="347027"/>
                  </a:lnTo>
                  <a:lnTo>
                    <a:pt x="1332141" y="347179"/>
                  </a:lnTo>
                  <a:lnTo>
                    <a:pt x="1369745" y="375183"/>
                  </a:lnTo>
                  <a:lnTo>
                    <a:pt x="1417574" y="385178"/>
                  </a:lnTo>
                  <a:lnTo>
                    <a:pt x="1440776" y="382765"/>
                  </a:lnTo>
                  <a:lnTo>
                    <a:pt x="1461490" y="375729"/>
                  </a:lnTo>
                  <a:lnTo>
                    <a:pt x="1479219" y="364401"/>
                  </a:lnTo>
                  <a:lnTo>
                    <a:pt x="1493494" y="349123"/>
                  </a:lnTo>
                  <a:lnTo>
                    <a:pt x="1494637" y="349123"/>
                  </a:lnTo>
                  <a:lnTo>
                    <a:pt x="1494637" y="367080"/>
                  </a:lnTo>
                  <a:lnTo>
                    <a:pt x="1489062" y="400342"/>
                  </a:lnTo>
                  <a:lnTo>
                    <a:pt x="1473669" y="423202"/>
                  </a:lnTo>
                  <a:lnTo>
                    <a:pt x="1450530" y="436384"/>
                  </a:lnTo>
                  <a:lnTo>
                    <a:pt x="1421688" y="440626"/>
                  </a:lnTo>
                  <a:lnTo>
                    <a:pt x="1397546" y="438772"/>
                  </a:lnTo>
                  <a:lnTo>
                    <a:pt x="1382052" y="435419"/>
                  </a:lnTo>
                  <a:lnTo>
                    <a:pt x="1382052" y="413423"/>
                  </a:lnTo>
                  <a:lnTo>
                    <a:pt x="1294511" y="413423"/>
                  </a:lnTo>
                  <a:lnTo>
                    <a:pt x="1294511" y="818629"/>
                  </a:lnTo>
                  <a:lnTo>
                    <a:pt x="1382052" y="818629"/>
                  </a:lnTo>
                  <a:lnTo>
                    <a:pt x="1382052" y="503428"/>
                  </a:lnTo>
                  <a:lnTo>
                    <a:pt x="1396072" y="505536"/>
                  </a:lnTo>
                  <a:lnTo>
                    <a:pt x="1454912" y="505307"/>
                  </a:lnTo>
                  <a:lnTo>
                    <a:pt x="1512976" y="489178"/>
                  </a:lnTo>
                  <a:lnTo>
                    <a:pt x="1558086" y="448729"/>
                  </a:lnTo>
                  <a:lnTo>
                    <a:pt x="1578521" y="385356"/>
                  </a:lnTo>
                  <a:lnTo>
                    <a:pt x="1580718" y="321335"/>
                  </a:lnTo>
                  <a:lnTo>
                    <a:pt x="1580845" y="172974"/>
                  </a:lnTo>
                  <a:lnTo>
                    <a:pt x="1580883" y="167665"/>
                  </a:lnTo>
                  <a:lnTo>
                    <a:pt x="1580908" y="163537"/>
                  </a:lnTo>
                  <a:lnTo>
                    <a:pt x="1581416" y="141706"/>
                  </a:lnTo>
                  <a:lnTo>
                    <a:pt x="1581988" y="127889"/>
                  </a:lnTo>
                  <a:lnTo>
                    <a:pt x="1582077" y="125818"/>
                  </a:lnTo>
                  <a:lnTo>
                    <a:pt x="1582191" y="123075"/>
                  </a:lnTo>
                  <a:lnTo>
                    <a:pt x="1583105" y="108686"/>
                  </a:lnTo>
                  <a:lnTo>
                    <a:pt x="1583131" y="108305"/>
                  </a:lnTo>
                  <a:close/>
                </a:path>
                <a:path w="2643504" h="825500">
                  <a:moveTo>
                    <a:pt x="1691779" y="539292"/>
                  </a:moveTo>
                  <a:lnTo>
                    <a:pt x="1599844" y="539292"/>
                  </a:lnTo>
                  <a:lnTo>
                    <a:pt x="1563763" y="669188"/>
                  </a:lnTo>
                  <a:lnTo>
                    <a:pt x="1559242" y="686689"/>
                  </a:lnTo>
                  <a:lnTo>
                    <a:pt x="1555203" y="703516"/>
                  </a:lnTo>
                  <a:lnTo>
                    <a:pt x="1551571" y="720166"/>
                  </a:lnTo>
                  <a:lnTo>
                    <a:pt x="1548218" y="737133"/>
                  </a:lnTo>
                  <a:lnTo>
                    <a:pt x="1546352" y="737133"/>
                  </a:lnTo>
                  <a:lnTo>
                    <a:pt x="1535049" y="686600"/>
                  </a:lnTo>
                  <a:lnTo>
                    <a:pt x="1492427" y="539292"/>
                  </a:lnTo>
                  <a:lnTo>
                    <a:pt x="1397609" y="539292"/>
                  </a:lnTo>
                  <a:lnTo>
                    <a:pt x="1499857" y="818629"/>
                  </a:lnTo>
                  <a:lnTo>
                    <a:pt x="1587080" y="818629"/>
                  </a:lnTo>
                  <a:lnTo>
                    <a:pt x="1691779" y="539292"/>
                  </a:lnTo>
                  <a:close/>
                </a:path>
                <a:path w="2643504" h="825500">
                  <a:moveTo>
                    <a:pt x="1876171" y="241515"/>
                  </a:moveTo>
                  <a:lnTo>
                    <a:pt x="1873529" y="216408"/>
                  </a:lnTo>
                  <a:lnTo>
                    <a:pt x="1871853" y="200469"/>
                  </a:lnTo>
                  <a:lnTo>
                    <a:pt x="1858213" y="162560"/>
                  </a:lnTo>
                  <a:lnTo>
                    <a:pt x="1856092" y="159791"/>
                  </a:lnTo>
                  <a:lnTo>
                    <a:pt x="1834172" y="131229"/>
                  </a:lnTo>
                  <a:lnTo>
                    <a:pt x="1798662" y="109905"/>
                  </a:lnTo>
                  <a:lnTo>
                    <a:pt x="1794903" y="109296"/>
                  </a:lnTo>
                  <a:lnTo>
                    <a:pt x="1794903" y="216408"/>
                  </a:lnTo>
                  <a:lnTo>
                    <a:pt x="1691563" y="216408"/>
                  </a:lnTo>
                  <a:lnTo>
                    <a:pt x="1695869" y="197815"/>
                  </a:lnTo>
                  <a:lnTo>
                    <a:pt x="1705775" y="179438"/>
                  </a:lnTo>
                  <a:lnTo>
                    <a:pt x="1722145" y="165392"/>
                  </a:lnTo>
                  <a:lnTo>
                    <a:pt x="1745881" y="159791"/>
                  </a:lnTo>
                  <a:lnTo>
                    <a:pt x="1770341" y="165696"/>
                  </a:lnTo>
                  <a:lnTo>
                    <a:pt x="1785366" y="180263"/>
                  </a:lnTo>
                  <a:lnTo>
                    <a:pt x="1792909" y="198742"/>
                  </a:lnTo>
                  <a:lnTo>
                    <a:pt x="1794903" y="216408"/>
                  </a:lnTo>
                  <a:lnTo>
                    <a:pt x="1794903" y="109296"/>
                  </a:lnTo>
                  <a:lnTo>
                    <a:pt x="1750606" y="102044"/>
                  </a:lnTo>
                  <a:lnTo>
                    <a:pt x="1698548" y="110769"/>
                  </a:lnTo>
                  <a:lnTo>
                    <a:pt x="1658721" y="134200"/>
                  </a:lnTo>
                  <a:lnTo>
                    <a:pt x="1630756" y="168224"/>
                  </a:lnTo>
                  <a:lnTo>
                    <a:pt x="1614271" y="208699"/>
                  </a:lnTo>
                  <a:lnTo>
                    <a:pt x="1608861" y="251485"/>
                  </a:lnTo>
                  <a:lnTo>
                    <a:pt x="1615274" y="299415"/>
                  </a:lnTo>
                  <a:lnTo>
                    <a:pt x="1615313" y="299707"/>
                  </a:lnTo>
                  <a:lnTo>
                    <a:pt x="1634210" y="339140"/>
                  </a:lnTo>
                  <a:lnTo>
                    <a:pt x="1664881" y="368681"/>
                  </a:lnTo>
                  <a:lnTo>
                    <a:pt x="1706651" y="387210"/>
                  </a:lnTo>
                  <a:lnTo>
                    <a:pt x="1758835" y="393649"/>
                  </a:lnTo>
                  <a:lnTo>
                    <a:pt x="1786559" y="392544"/>
                  </a:lnTo>
                  <a:lnTo>
                    <a:pt x="1812988" y="389229"/>
                  </a:lnTo>
                  <a:lnTo>
                    <a:pt x="1837817" y="383717"/>
                  </a:lnTo>
                  <a:lnTo>
                    <a:pt x="1860702" y="375983"/>
                  </a:lnTo>
                  <a:lnTo>
                    <a:pt x="1851291" y="329069"/>
                  </a:lnTo>
                  <a:lnTo>
                    <a:pt x="1848916" y="317220"/>
                  </a:lnTo>
                  <a:lnTo>
                    <a:pt x="1831022" y="322402"/>
                  </a:lnTo>
                  <a:lnTo>
                    <a:pt x="1812467" y="326110"/>
                  </a:lnTo>
                  <a:lnTo>
                    <a:pt x="1792782" y="328333"/>
                  </a:lnTo>
                  <a:lnTo>
                    <a:pt x="1771535" y="329069"/>
                  </a:lnTo>
                  <a:lnTo>
                    <a:pt x="1742300" y="325831"/>
                  </a:lnTo>
                  <a:lnTo>
                    <a:pt x="1717573" y="316001"/>
                  </a:lnTo>
                  <a:lnTo>
                    <a:pt x="1700022" y="299415"/>
                  </a:lnTo>
                  <a:lnTo>
                    <a:pt x="1692275" y="275907"/>
                  </a:lnTo>
                  <a:lnTo>
                    <a:pt x="1873046" y="275907"/>
                  </a:lnTo>
                  <a:lnTo>
                    <a:pt x="1874177" y="269951"/>
                  </a:lnTo>
                  <a:lnTo>
                    <a:pt x="1875180" y="261975"/>
                  </a:lnTo>
                  <a:lnTo>
                    <a:pt x="1875891" y="252374"/>
                  </a:lnTo>
                  <a:lnTo>
                    <a:pt x="1876171" y="241515"/>
                  </a:lnTo>
                  <a:close/>
                </a:path>
                <a:path w="2643504" h="825500">
                  <a:moveTo>
                    <a:pt x="1974659" y="676173"/>
                  </a:moveTo>
                  <a:lnTo>
                    <a:pt x="1968017" y="628891"/>
                  </a:lnTo>
                  <a:lnTo>
                    <a:pt x="1949030" y="589343"/>
                  </a:lnTo>
                  <a:lnTo>
                    <a:pt x="1919058" y="559142"/>
                  </a:lnTo>
                  <a:lnTo>
                    <a:pt x="1884553" y="542315"/>
                  </a:lnTo>
                  <a:lnTo>
                    <a:pt x="1884553" y="678573"/>
                  </a:lnTo>
                  <a:lnTo>
                    <a:pt x="1880743" y="712241"/>
                  </a:lnTo>
                  <a:lnTo>
                    <a:pt x="1880654" y="713003"/>
                  </a:lnTo>
                  <a:lnTo>
                    <a:pt x="1869503" y="739622"/>
                  </a:lnTo>
                  <a:lnTo>
                    <a:pt x="1851964" y="756780"/>
                  </a:lnTo>
                  <a:lnTo>
                    <a:pt x="1828888" y="762863"/>
                  </a:lnTo>
                  <a:lnTo>
                    <a:pt x="1804187" y="756475"/>
                  </a:lnTo>
                  <a:lnTo>
                    <a:pt x="1786153" y="738822"/>
                  </a:lnTo>
                  <a:lnTo>
                    <a:pt x="1775117" y="712241"/>
                  </a:lnTo>
                  <a:lnTo>
                    <a:pt x="1771357" y="679030"/>
                  </a:lnTo>
                  <a:lnTo>
                    <a:pt x="1774494" y="648436"/>
                  </a:lnTo>
                  <a:lnTo>
                    <a:pt x="1784527" y="621512"/>
                  </a:lnTo>
                  <a:lnTo>
                    <a:pt x="1802371" y="602348"/>
                  </a:lnTo>
                  <a:lnTo>
                    <a:pt x="1828965" y="595045"/>
                  </a:lnTo>
                  <a:lnTo>
                    <a:pt x="1854390" y="602348"/>
                  </a:lnTo>
                  <a:lnTo>
                    <a:pt x="1871611" y="621372"/>
                  </a:lnTo>
                  <a:lnTo>
                    <a:pt x="1881441" y="648144"/>
                  </a:lnTo>
                  <a:lnTo>
                    <a:pt x="1884553" y="678573"/>
                  </a:lnTo>
                  <a:lnTo>
                    <a:pt x="1884553" y="542315"/>
                  </a:lnTo>
                  <a:lnTo>
                    <a:pt x="1879396" y="539800"/>
                  </a:lnTo>
                  <a:lnTo>
                    <a:pt x="1831492" y="533006"/>
                  </a:lnTo>
                  <a:lnTo>
                    <a:pt x="1780743" y="539800"/>
                  </a:lnTo>
                  <a:lnTo>
                    <a:pt x="1781035" y="539800"/>
                  </a:lnTo>
                  <a:lnTo>
                    <a:pt x="1739569" y="559142"/>
                  </a:lnTo>
                  <a:lnTo>
                    <a:pt x="1708111" y="589965"/>
                  </a:lnTo>
                  <a:lnTo>
                    <a:pt x="1688211" y="630986"/>
                  </a:lnTo>
                  <a:lnTo>
                    <a:pt x="1681264" y="680986"/>
                  </a:lnTo>
                  <a:lnTo>
                    <a:pt x="1688503" y="730592"/>
                  </a:lnTo>
                  <a:lnTo>
                    <a:pt x="1708810" y="770610"/>
                  </a:lnTo>
                  <a:lnTo>
                    <a:pt x="1740001" y="800227"/>
                  </a:lnTo>
                  <a:lnTo>
                    <a:pt x="1779943" y="818603"/>
                  </a:lnTo>
                  <a:lnTo>
                    <a:pt x="1826463" y="824903"/>
                  </a:lnTo>
                  <a:lnTo>
                    <a:pt x="1870824" y="819238"/>
                  </a:lnTo>
                  <a:lnTo>
                    <a:pt x="1911197" y="801954"/>
                  </a:lnTo>
                  <a:lnTo>
                    <a:pt x="1944204" y="772617"/>
                  </a:lnTo>
                  <a:lnTo>
                    <a:pt x="1949399" y="762863"/>
                  </a:lnTo>
                  <a:lnTo>
                    <a:pt x="1966480" y="730834"/>
                  </a:lnTo>
                  <a:lnTo>
                    <a:pt x="1974659" y="676173"/>
                  </a:lnTo>
                  <a:close/>
                </a:path>
                <a:path w="2643504" h="825500">
                  <a:moveTo>
                    <a:pt x="2169388" y="222300"/>
                  </a:moveTo>
                  <a:lnTo>
                    <a:pt x="2161743" y="168833"/>
                  </a:lnTo>
                  <a:lnTo>
                    <a:pt x="2140597" y="131343"/>
                  </a:lnTo>
                  <a:lnTo>
                    <a:pt x="2108695" y="109270"/>
                  </a:lnTo>
                  <a:lnTo>
                    <a:pt x="2068741" y="102031"/>
                  </a:lnTo>
                  <a:lnTo>
                    <a:pt x="2036953" y="106540"/>
                  </a:lnTo>
                  <a:lnTo>
                    <a:pt x="2011934" y="117779"/>
                  </a:lnTo>
                  <a:lnTo>
                    <a:pt x="1993595" y="132397"/>
                  </a:lnTo>
                  <a:lnTo>
                    <a:pt x="1981847" y="147015"/>
                  </a:lnTo>
                  <a:lnTo>
                    <a:pt x="1980006" y="147015"/>
                  </a:lnTo>
                  <a:lnTo>
                    <a:pt x="1975954" y="108318"/>
                  </a:lnTo>
                  <a:lnTo>
                    <a:pt x="1900123" y="108318"/>
                  </a:lnTo>
                  <a:lnTo>
                    <a:pt x="1901736" y="149275"/>
                  </a:lnTo>
                  <a:lnTo>
                    <a:pt x="1902244" y="172440"/>
                  </a:lnTo>
                  <a:lnTo>
                    <a:pt x="1902434" y="197535"/>
                  </a:lnTo>
                  <a:lnTo>
                    <a:pt x="1902434" y="387654"/>
                  </a:lnTo>
                  <a:lnTo>
                    <a:pt x="1989975" y="387654"/>
                  </a:lnTo>
                  <a:lnTo>
                    <a:pt x="1989975" y="218706"/>
                  </a:lnTo>
                  <a:lnTo>
                    <a:pt x="1990801" y="210439"/>
                  </a:lnTo>
                  <a:lnTo>
                    <a:pt x="2021141" y="175082"/>
                  </a:lnTo>
                  <a:lnTo>
                    <a:pt x="2037372" y="172212"/>
                  </a:lnTo>
                  <a:lnTo>
                    <a:pt x="2057615" y="176618"/>
                  </a:lnTo>
                  <a:lnTo>
                    <a:pt x="2071433" y="189026"/>
                  </a:lnTo>
                  <a:lnTo>
                    <a:pt x="2079320" y="208178"/>
                  </a:lnTo>
                  <a:lnTo>
                    <a:pt x="2081847" y="232841"/>
                  </a:lnTo>
                  <a:lnTo>
                    <a:pt x="2081847" y="387654"/>
                  </a:lnTo>
                  <a:lnTo>
                    <a:pt x="2169388" y="387654"/>
                  </a:lnTo>
                  <a:lnTo>
                    <a:pt x="2169388" y="222300"/>
                  </a:lnTo>
                  <a:close/>
                </a:path>
                <a:path w="2643504" h="825500">
                  <a:moveTo>
                    <a:pt x="2370277" y="108305"/>
                  </a:moveTo>
                  <a:lnTo>
                    <a:pt x="2307336" y="108305"/>
                  </a:lnTo>
                  <a:lnTo>
                    <a:pt x="2307336" y="28651"/>
                  </a:lnTo>
                  <a:lnTo>
                    <a:pt x="2221814" y="48285"/>
                  </a:lnTo>
                  <a:lnTo>
                    <a:pt x="2221814" y="108305"/>
                  </a:lnTo>
                  <a:lnTo>
                    <a:pt x="2184463" y="108305"/>
                  </a:lnTo>
                  <a:lnTo>
                    <a:pt x="2184463" y="172377"/>
                  </a:lnTo>
                  <a:lnTo>
                    <a:pt x="2221814" y="172377"/>
                  </a:lnTo>
                  <a:lnTo>
                    <a:pt x="2221814" y="286613"/>
                  </a:lnTo>
                  <a:lnTo>
                    <a:pt x="2223312" y="313956"/>
                  </a:lnTo>
                  <a:lnTo>
                    <a:pt x="2235365" y="355066"/>
                  </a:lnTo>
                  <a:lnTo>
                    <a:pt x="2273604" y="386956"/>
                  </a:lnTo>
                  <a:lnTo>
                    <a:pt x="2311882" y="393636"/>
                  </a:lnTo>
                  <a:lnTo>
                    <a:pt x="2329472" y="393039"/>
                  </a:lnTo>
                  <a:lnTo>
                    <a:pt x="2345156" y="391426"/>
                  </a:lnTo>
                  <a:lnTo>
                    <a:pt x="2358364" y="389051"/>
                  </a:lnTo>
                  <a:lnTo>
                    <a:pt x="2368537" y="386181"/>
                  </a:lnTo>
                  <a:lnTo>
                    <a:pt x="2367826" y="320205"/>
                  </a:lnTo>
                  <a:lnTo>
                    <a:pt x="2362809" y="321195"/>
                  </a:lnTo>
                  <a:lnTo>
                    <a:pt x="2356802" y="322033"/>
                  </a:lnTo>
                  <a:lnTo>
                    <a:pt x="2349804" y="322592"/>
                  </a:lnTo>
                  <a:lnTo>
                    <a:pt x="2341842" y="322795"/>
                  </a:lnTo>
                  <a:lnTo>
                    <a:pt x="2325459" y="319849"/>
                  </a:lnTo>
                  <a:lnTo>
                    <a:pt x="2314816" y="310819"/>
                  </a:lnTo>
                  <a:lnTo>
                    <a:pt x="2309063" y="295478"/>
                  </a:lnTo>
                  <a:lnTo>
                    <a:pt x="2307336" y="273583"/>
                  </a:lnTo>
                  <a:lnTo>
                    <a:pt x="2307336" y="172377"/>
                  </a:lnTo>
                  <a:lnTo>
                    <a:pt x="2370277" y="172377"/>
                  </a:lnTo>
                  <a:lnTo>
                    <a:pt x="2370277" y="108305"/>
                  </a:lnTo>
                  <a:close/>
                </a:path>
                <a:path w="2643504" h="825500">
                  <a:moveTo>
                    <a:pt x="2643238" y="241515"/>
                  </a:moveTo>
                  <a:lnTo>
                    <a:pt x="2638933" y="200469"/>
                  </a:lnTo>
                  <a:lnTo>
                    <a:pt x="2625293" y="162560"/>
                  </a:lnTo>
                  <a:lnTo>
                    <a:pt x="2601252" y="131229"/>
                  </a:lnTo>
                  <a:lnTo>
                    <a:pt x="2565730" y="109905"/>
                  </a:lnTo>
                  <a:lnTo>
                    <a:pt x="2561971" y="109296"/>
                  </a:lnTo>
                  <a:lnTo>
                    <a:pt x="2561971" y="216408"/>
                  </a:lnTo>
                  <a:lnTo>
                    <a:pt x="2458643" y="216408"/>
                  </a:lnTo>
                  <a:lnTo>
                    <a:pt x="2462949" y="197815"/>
                  </a:lnTo>
                  <a:lnTo>
                    <a:pt x="2472842" y="179438"/>
                  </a:lnTo>
                  <a:lnTo>
                    <a:pt x="2489225" y="165392"/>
                  </a:lnTo>
                  <a:lnTo>
                    <a:pt x="2512949" y="159791"/>
                  </a:lnTo>
                  <a:lnTo>
                    <a:pt x="2537422" y="165696"/>
                  </a:lnTo>
                  <a:lnTo>
                    <a:pt x="2552446" y="180263"/>
                  </a:lnTo>
                  <a:lnTo>
                    <a:pt x="2559977" y="198742"/>
                  </a:lnTo>
                  <a:lnTo>
                    <a:pt x="2561971" y="216408"/>
                  </a:lnTo>
                  <a:lnTo>
                    <a:pt x="2561971" y="109296"/>
                  </a:lnTo>
                  <a:lnTo>
                    <a:pt x="2517686" y="102044"/>
                  </a:lnTo>
                  <a:lnTo>
                    <a:pt x="2465616" y="110769"/>
                  </a:lnTo>
                  <a:lnTo>
                    <a:pt x="2425801" y="134200"/>
                  </a:lnTo>
                  <a:lnTo>
                    <a:pt x="2397836" y="168224"/>
                  </a:lnTo>
                  <a:lnTo>
                    <a:pt x="2381339" y="208699"/>
                  </a:lnTo>
                  <a:lnTo>
                    <a:pt x="2375928" y="251485"/>
                  </a:lnTo>
                  <a:lnTo>
                    <a:pt x="2382342" y="299415"/>
                  </a:lnTo>
                  <a:lnTo>
                    <a:pt x="2382380" y="299707"/>
                  </a:lnTo>
                  <a:lnTo>
                    <a:pt x="2401290" y="339140"/>
                  </a:lnTo>
                  <a:lnTo>
                    <a:pt x="2431961" y="368681"/>
                  </a:lnTo>
                  <a:lnTo>
                    <a:pt x="2473731" y="387210"/>
                  </a:lnTo>
                  <a:lnTo>
                    <a:pt x="2525903" y="393649"/>
                  </a:lnTo>
                  <a:lnTo>
                    <a:pt x="2553627" y="392544"/>
                  </a:lnTo>
                  <a:lnTo>
                    <a:pt x="2580068" y="389229"/>
                  </a:lnTo>
                  <a:lnTo>
                    <a:pt x="2604884" y="383717"/>
                  </a:lnTo>
                  <a:lnTo>
                    <a:pt x="2627769" y="375983"/>
                  </a:lnTo>
                  <a:lnTo>
                    <a:pt x="2618359" y="329069"/>
                  </a:lnTo>
                  <a:lnTo>
                    <a:pt x="2615984" y="317220"/>
                  </a:lnTo>
                  <a:lnTo>
                    <a:pt x="2598102" y="322402"/>
                  </a:lnTo>
                  <a:lnTo>
                    <a:pt x="2579535" y="326110"/>
                  </a:lnTo>
                  <a:lnTo>
                    <a:pt x="2559850" y="328333"/>
                  </a:lnTo>
                  <a:lnTo>
                    <a:pt x="2538603" y="329069"/>
                  </a:lnTo>
                  <a:lnTo>
                    <a:pt x="2509367" y="325831"/>
                  </a:lnTo>
                  <a:lnTo>
                    <a:pt x="2484653" y="316001"/>
                  </a:lnTo>
                  <a:lnTo>
                    <a:pt x="2467089" y="299415"/>
                  </a:lnTo>
                  <a:lnTo>
                    <a:pt x="2459355" y="275907"/>
                  </a:lnTo>
                  <a:lnTo>
                    <a:pt x="2640126" y="275907"/>
                  </a:lnTo>
                  <a:lnTo>
                    <a:pt x="2641257" y="269951"/>
                  </a:lnTo>
                  <a:lnTo>
                    <a:pt x="2642260" y="261975"/>
                  </a:lnTo>
                  <a:lnTo>
                    <a:pt x="2642971" y="252374"/>
                  </a:lnTo>
                  <a:lnTo>
                    <a:pt x="2643238" y="2415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246035" y="1853346"/>
              <a:ext cx="6544309" cy="2045335"/>
            </a:xfrm>
            <a:custGeom>
              <a:avLst/>
              <a:gdLst/>
              <a:ahLst/>
              <a:cxnLst/>
              <a:rect l="l" t="t" r="r" b="b"/>
              <a:pathLst>
                <a:path w="6544309" h="2045335">
                  <a:moveTo>
                    <a:pt x="6544303" y="0"/>
                  </a:moveTo>
                  <a:lnTo>
                    <a:pt x="3926582" y="219888"/>
                  </a:lnTo>
                  <a:lnTo>
                    <a:pt x="0" y="607311"/>
                  </a:lnTo>
                  <a:lnTo>
                    <a:pt x="209417" y="1560161"/>
                  </a:lnTo>
                  <a:lnTo>
                    <a:pt x="1120384" y="1738166"/>
                  </a:lnTo>
                  <a:lnTo>
                    <a:pt x="1664483" y="2044817"/>
                  </a:lnTo>
                  <a:lnTo>
                    <a:pt x="3335751" y="1891136"/>
                  </a:lnTo>
                  <a:lnTo>
                    <a:pt x="6251118" y="1277448"/>
                  </a:lnTo>
                  <a:lnTo>
                    <a:pt x="6544303" y="0"/>
                  </a:lnTo>
                  <a:close/>
                </a:path>
              </a:pathLst>
            </a:custGeom>
            <a:solidFill>
              <a:srgbClr val="004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5353" y="1649051"/>
              <a:ext cx="7950233" cy="2966612"/>
            </a:xfrm>
            <a:prstGeom prst="rect">
              <a:avLst/>
            </a:prstGeom>
          </p:spPr>
        </p:pic>
      </p:grpSp>
      <p:sp>
        <p:nvSpPr>
          <p:cNvPr id="42" name="object 42"/>
          <p:cNvSpPr/>
          <p:nvPr/>
        </p:nvSpPr>
        <p:spPr>
          <a:xfrm>
            <a:off x="8340103" y="869104"/>
            <a:ext cx="954405" cy="970280"/>
          </a:xfrm>
          <a:custGeom>
            <a:avLst/>
            <a:gdLst/>
            <a:ahLst/>
            <a:cxnLst/>
            <a:rect l="l" t="t" r="r" b="b"/>
            <a:pathLst>
              <a:path w="954404" h="970280">
                <a:moveTo>
                  <a:pt x="272224" y="64922"/>
                </a:moveTo>
                <a:lnTo>
                  <a:pt x="263613" y="14947"/>
                </a:lnTo>
                <a:lnTo>
                  <a:pt x="237439" y="0"/>
                </a:lnTo>
                <a:lnTo>
                  <a:pt x="219862" y="3632"/>
                </a:lnTo>
                <a:lnTo>
                  <a:pt x="186016" y="25514"/>
                </a:lnTo>
                <a:lnTo>
                  <a:pt x="144157" y="78625"/>
                </a:lnTo>
                <a:lnTo>
                  <a:pt x="118084" y="125730"/>
                </a:lnTo>
                <a:lnTo>
                  <a:pt x="96659" y="175348"/>
                </a:lnTo>
                <a:lnTo>
                  <a:pt x="78155" y="226390"/>
                </a:lnTo>
                <a:lnTo>
                  <a:pt x="64528" y="272910"/>
                </a:lnTo>
                <a:lnTo>
                  <a:pt x="50825" y="331050"/>
                </a:lnTo>
                <a:lnTo>
                  <a:pt x="37630" y="395808"/>
                </a:lnTo>
                <a:lnTo>
                  <a:pt x="25539" y="462203"/>
                </a:lnTo>
                <a:lnTo>
                  <a:pt x="15138" y="525233"/>
                </a:lnTo>
                <a:lnTo>
                  <a:pt x="7010" y="579907"/>
                </a:lnTo>
                <a:lnTo>
                  <a:pt x="1778" y="621233"/>
                </a:lnTo>
                <a:lnTo>
                  <a:pt x="0" y="644220"/>
                </a:lnTo>
                <a:lnTo>
                  <a:pt x="25" y="645922"/>
                </a:lnTo>
                <a:lnTo>
                  <a:pt x="406" y="647611"/>
                </a:lnTo>
                <a:lnTo>
                  <a:pt x="1041" y="649300"/>
                </a:lnTo>
                <a:lnTo>
                  <a:pt x="6311" y="656844"/>
                </a:lnTo>
                <a:lnTo>
                  <a:pt x="14173" y="660793"/>
                </a:lnTo>
                <a:lnTo>
                  <a:pt x="22974" y="660768"/>
                </a:lnTo>
                <a:lnTo>
                  <a:pt x="60363" y="610108"/>
                </a:lnTo>
                <a:lnTo>
                  <a:pt x="84950" y="566254"/>
                </a:lnTo>
                <a:lnTo>
                  <a:pt x="108064" y="521639"/>
                </a:lnTo>
                <a:lnTo>
                  <a:pt x="129984" y="476389"/>
                </a:lnTo>
                <a:lnTo>
                  <a:pt x="151028" y="430669"/>
                </a:lnTo>
                <a:lnTo>
                  <a:pt x="171475" y="384644"/>
                </a:lnTo>
                <a:lnTo>
                  <a:pt x="191643" y="338455"/>
                </a:lnTo>
                <a:lnTo>
                  <a:pt x="211353" y="291604"/>
                </a:lnTo>
                <a:lnTo>
                  <a:pt x="229514" y="244284"/>
                </a:lnTo>
                <a:lnTo>
                  <a:pt x="245605" y="196303"/>
                </a:lnTo>
                <a:lnTo>
                  <a:pt x="259118" y="147510"/>
                </a:lnTo>
                <a:lnTo>
                  <a:pt x="269519" y="97701"/>
                </a:lnTo>
                <a:lnTo>
                  <a:pt x="272224" y="64922"/>
                </a:lnTo>
                <a:close/>
              </a:path>
              <a:path w="954404" h="970280">
                <a:moveTo>
                  <a:pt x="665619" y="306920"/>
                </a:moveTo>
                <a:lnTo>
                  <a:pt x="657009" y="269709"/>
                </a:lnTo>
                <a:lnTo>
                  <a:pt x="613041" y="245795"/>
                </a:lnTo>
                <a:lnTo>
                  <a:pt x="594944" y="251193"/>
                </a:lnTo>
                <a:lnTo>
                  <a:pt x="530288" y="285013"/>
                </a:lnTo>
                <a:lnTo>
                  <a:pt x="492455" y="314680"/>
                </a:lnTo>
                <a:lnTo>
                  <a:pt x="457847" y="348221"/>
                </a:lnTo>
                <a:lnTo>
                  <a:pt x="425907" y="384708"/>
                </a:lnTo>
                <a:lnTo>
                  <a:pt x="359219" y="466661"/>
                </a:lnTo>
                <a:lnTo>
                  <a:pt x="259829" y="590130"/>
                </a:lnTo>
                <a:lnTo>
                  <a:pt x="128003" y="755332"/>
                </a:lnTo>
                <a:lnTo>
                  <a:pt x="123964" y="767588"/>
                </a:lnTo>
                <a:lnTo>
                  <a:pt x="124117" y="774382"/>
                </a:lnTo>
                <a:lnTo>
                  <a:pt x="125945" y="779538"/>
                </a:lnTo>
                <a:lnTo>
                  <a:pt x="130238" y="782840"/>
                </a:lnTo>
                <a:lnTo>
                  <a:pt x="136652" y="784999"/>
                </a:lnTo>
                <a:lnTo>
                  <a:pt x="143471" y="785647"/>
                </a:lnTo>
                <a:lnTo>
                  <a:pt x="149009" y="784402"/>
                </a:lnTo>
                <a:lnTo>
                  <a:pt x="204101" y="754722"/>
                </a:lnTo>
                <a:lnTo>
                  <a:pt x="257492" y="722198"/>
                </a:lnTo>
                <a:lnTo>
                  <a:pt x="301409" y="692035"/>
                </a:lnTo>
                <a:lnTo>
                  <a:pt x="344741" y="661123"/>
                </a:lnTo>
                <a:lnTo>
                  <a:pt x="387375" y="629285"/>
                </a:lnTo>
                <a:lnTo>
                  <a:pt x="429171" y="596404"/>
                </a:lnTo>
                <a:lnTo>
                  <a:pt x="470001" y="562305"/>
                </a:lnTo>
                <a:lnTo>
                  <a:pt x="509752" y="526834"/>
                </a:lnTo>
                <a:lnTo>
                  <a:pt x="548271" y="489864"/>
                </a:lnTo>
                <a:lnTo>
                  <a:pt x="585444" y="451218"/>
                </a:lnTo>
                <a:lnTo>
                  <a:pt x="618223" y="410997"/>
                </a:lnTo>
                <a:lnTo>
                  <a:pt x="647382" y="367779"/>
                </a:lnTo>
                <a:lnTo>
                  <a:pt x="663613" y="328244"/>
                </a:lnTo>
                <a:lnTo>
                  <a:pt x="665619" y="306920"/>
                </a:lnTo>
                <a:close/>
              </a:path>
              <a:path w="954404" h="970280">
                <a:moveTo>
                  <a:pt x="954265" y="819658"/>
                </a:moveTo>
                <a:lnTo>
                  <a:pt x="940282" y="794867"/>
                </a:lnTo>
                <a:lnTo>
                  <a:pt x="909574" y="777290"/>
                </a:lnTo>
                <a:lnTo>
                  <a:pt x="875449" y="769124"/>
                </a:lnTo>
                <a:lnTo>
                  <a:pt x="840968" y="766216"/>
                </a:lnTo>
                <a:lnTo>
                  <a:pt x="806335" y="767295"/>
                </a:lnTo>
                <a:lnTo>
                  <a:pt x="722071" y="778535"/>
                </a:lnTo>
                <a:lnTo>
                  <a:pt x="672617" y="786930"/>
                </a:lnTo>
                <a:lnTo>
                  <a:pt x="623392" y="796315"/>
                </a:lnTo>
                <a:lnTo>
                  <a:pt x="574408" y="806678"/>
                </a:lnTo>
                <a:lnTo>
                  <a:pt x="525653" y="818032"/>
                </a:lnTo>
                <a:lnTo>
                  <a:pt x="477139" y="830376"/>
                </a:lnTo>
                <a:lnTo>
                  <a:pt x="428853" y="843699"/>
                </a:lnTo>
                <a:lnTo>
                  <a:pt x="380796" y="857999"/>
                </a:lnTo>
                <a:lnTo>
                  <a:pt x="332994" y="873290"/>
                </a:lnTo>
                <a:lnTo>
                  <a:pt x="285419" y="889558"/>
                </a:lnTo>
                <a:lnTo>
                  <a:pt x="238086" y="906818"/>
                </a:lnTo>
                <a:lnTo>
                  <a:pt x="213563" y="938364"/>
                </a:lnTo>
                <a:lnTo>
                  <a:pt x="217220" y="949477"/>
                </a:lnTo>
                <a:lnTo>
                  <a:pt x="285800" y="967943"/>
                </a:lnTo>
                <a:lnTo>
                  <a:pt x="338239" y="969416"/>
                </a:lnTo>
                <a:lnTo>
                  <a:pt x="390639" y="970203"/>
                </a:lnTo>
                <a:lnTo>
                  <a:pt x="442988" y="970140"/>
                </a:lnTo>
                <a:lnTo>
                  <a:pt x="495287" y="969086"/>
                </a:lnTo>
                <a:lnTo>
                  <a:pt x="547535" y="966889"/>
                </a:lnTo>
                <a:lnTo>
                  <a:pt x="599706" y="963396"/>
                </a:lnTo>
                <a:lnTo>
                  <a:pt x="651814" y="958481"/>
                </a:lnTo>
                <a:lnTo>
                  <a:pt x="703859" y="951966"/>
                </a:lnTo>
                <a:lnTo>
                  <a:pt x="755815" y="943737"/>
                </a:lnTo>
                <a:lnTo>
                  <a:pt x="798449" y="935482"/>
                </a:lnTo>
                <a:lnTo>
                  <a:pt x="840206" y="924471"/>
                </a:lnTo>
                <a:lnTo>
                  <a:pt x="880364" y="908672"/>
                </a:lnTo>
                <a:lnTo>
                  <a:pt x="918197" y="886028"/>
                </a:lnTo>
                <a:lnTo>
                  <a:pt x="950937" y="848194"/>
                </a:lnTo>
                <a:lnTo>
                  <a:pt x="954265" y="819658"/>
                </a:lnTo>
                <a:close/>
              </a:path>
            </a:pathLst>
          </a:custGeom>
          <a:solidFill>
            <a:srgbClr val="0045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object 43"/>
          <p:cNvGrpSpPr/>
          <p:nvPr/>
        </p:nvGrpSpPr>
        <p:grpSpPr>
          <a:xfrm>
            <a:off x="12455587" y="3788317"/>
            <a:ext cx="7093584" cy="746125"/>
            <a:chOff x="12455587" y="3788317"/>
            <a:chExt cx="7093584" cy="746125"/>
          </a:xfrm>
        </p:grpSpPr>
        <p:sp>
          <p:nvSpPr>
            <p:cNvPr id="44" name="object 44"/>
            <p:cNvSpPr/>
            <p:nvPr/>
          </p:nvSpPr>
          <p:spPr>
            <a:xfrm>
              <a:off x="12455587" y="3788317"/>
              <a:ext cx="7093584" cy="746125"/>
            </a:xfrm>
            <a:custGeom>
              <a:avLst/>
              <a:gdLst/>
              <a:ahLst/>
              <a:cxnLst/>
              <a:rect l="l" t="t" r="r" b="b"/>
              <a:pathLst>
                <a:path w="7093584" h="746125">
                  <a:moveTo>
                    <a:pt x="7009985" y="0"/>
                  </a:moveTo>
                  <a:lnTo>
                    <a:pt x="83568" y="0"/>
                  </a:lnTo>
                  <a:lnTo>
                    <a:pt x="51118" y="6593"/>
                  </a:lnTo>
                  <a:lnTo>
                    <a:pt x="24546" y="24546"/>
                  </a:lnTo>
                  <a:lnTo>
                    <a:pt x="6593" y="51118"/>
                  </a:lnTo>
                  <a:lnTo>
                    <a:pt x="0" y="83568"/>
                  </a:lnTo>
                  <a:lnTo>
                    <a:pt x="0" y="662492"/>
                  </a:lnTo>
                  <a:lnTo>
                    <a:pt x="6593" y="694938"/>
                  </a:lnTo>
                  <a:lnTo>
                    <a:pt x="24546" y="721510"/>
                  </a:lnTo>
                  <a:lnTo>
                    <a:pt x="51118" y="739466"/>
                  </a:lnTo>
                  <a:lnTo>
                    <a:pt x="83568" y="746061"/>
                  </a:lnTo>
                  <a:lnTo>
                    <a:pt x="7009985" y="746061"/>
                  </a:lnTo>
                  <a:lnTo>
                    <a:pt x="7042435" y="739466"/>
                  </a:lnTo>
                  <a:lnTo>
                    <a:pt x="7069007" y="721510"/>
                  </a:lnTo>
                  <a:lnTo>
                    <a:pt x="7086960" y="694938"/>
                  </a:lnTo>
                  <a:lnTo>
                    <a:pt x="7093553" y="662492"/>
                  </a:lnTo>
                  <a:lnTo>
                    <a:pt x="7093553" y="83568"/>
                  </a:lnTo>
                  <a:lnTo>
                    <a:pt x="7086960" y="51118"/>
                  </a:lnTo>
                  <a:lnTo>
                    <a:pt x="7069007" y="24546"/>
                  </a:lnTo>
                  <a:lnTo>
                    <a:pt x="7042435" y="6593"/>
                  </a:lnTo>
                  <a:lnTo>
                    <a:pt x="7009985" y="0"/>
                  </a:lnTo>
                  <a:close/>
                </a:path>
              </a:pathLst>
            </a:custGeom>
            <a:solidFill>
              <a:srgbClr val="64B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595600" y="3856583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397873" y="3856583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7450167" y="3856583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8018216" y="3972567"/>
            <a:ext cx="874394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EAN</a:t>
            </a:r>
            <a:r>
              <a:rPr sz="21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14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5989304" y="3972567"/>
            <a:ext cx="81661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EAN13</a:t>
            </a:r>
            <a:endParaRPr sz="2150">
              <a:latin typeface="Trebuchet MS"/>
              <a:cs typeface="Trebuchet MS"/>
            </a:endParaRPr>
          </a:p>
        </p:txBody>
      </p:sp>
      <p:graphicFrame>
        <p:nvGraphicFramePr>
          <p:cNvPr id="50" name="object 50"/>
          <p:cNvGraphicFramePr>
            <a:graphicFrameLocks noGrp="1"/>
          </p:cNvGraphicFramePr>
          <p:nvPr/>
        </p:nvGraphicFramePr>
        <p:xfrm>
          <a:off x="12446135" y="4620094"/>
          <a:ext cx="7094217" cy="906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8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9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974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1000</a:t>
                      </a:r>
                      <a:r>
                        <a:rPr sz="215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65" dirty="0">
                          <a:latin typeface="Trebuchet MS"/>
                          <a:cs typeface="Trebuchet MS"/>
                        </a:rPr>
                        <a:t>g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270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24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1C1C1B"/>
                      </a:solidFill>
                      <a:prstDash val="solid"/>
                    </a:lnL>
                    <a:lnR w="1270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7707633439889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1C1C1B"/>
                      </a:solidFill>
                      <a:prstDash val="solid"/>
                    </a:lnL>
                    <a:lnR w="1270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17707633439886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3000</a:t>
                      </a:r>
                      <a:r>
                        <a:rPr sz="215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65" dirty="0">
                          <a:latin typeface="Trebuchet MS"/>
                          <a:cs typeface="Trebuchet MS"/>
                        </a:rPr>
                        <a:t>g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270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1C1C1B"/>
                      </a:solidFill>
                      <a:prstDash val="solid"/>
                    </a:lnL>
                    <a:lnR w="1270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7707633433160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1C1C1B"/>
                      </a:solidFill>
                      <a:prstDash val="solid"/>
                    </a:lnL>
                    <a:lnR w="1270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17707633433167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" name="object 51"/>
          <p:cNvSpPr txBox="1"/>
          <p:nvPr/>
        </p:nvSpPr>
        <p:spPr>
          <a:xfrm>
            <a:off x="12663309" y="3972567"/>
            <a:ext cx="6496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65" dirty="0">
                <a:solidFill>
                  <a:srgbClr val="FFFFFF"/>
                </a:solidFill>
                <a:latin typeface="Trebuchet MS"/>
                <a:cs typeface="Trebuchet MS"/>
              </a:rPr>
              <a:t>Cont.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3897858" y="3859516"/>
            <a:ext cx="1143000" cy="57848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00330" marR="5080" indent="-88265">
              <a:lnSpc>
                <a:spcPct val="68800"/>
              </a:lnSpc>
              <a:spcBef>
                <a:spcPts val="905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Unidades </a:t>
            </a: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15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Trebuchet MS"/>
                <a:cs typeface="Trebuchet MS"/>
              </a:rPr>
              <a:t>caja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4538827" y="2975114"/>
            <a:ext cx="5005705" cy="634365"/>
          </a:xfrm>
          <a:custGeom>
            <a:avLst/>
            <a:gdLst/>
            <a:ahLst/>
            <a:cxnLst/>
            <a:rect l="l" t="t" r="r" b="b"/>
            <a:pathLst>
              <a:path w="5005705" h="634364">
                <a:moveTo>
                  <a:pt x="4940373" y="633907"/>
                </a:moveTo>
                <a:lnTo>
                  <a:pt x="64699" y="633907"/>
                </a:lnTo>
                <a:lnTo>
                  <a:pt x="39579" y="628801"/>
                </a:lnTo>
                <a:lnTo>
                  <a:pt x="19007" y="614898"/>
                </a:lnTo>
                <a:lnTo>
                  <a:pt x="5105" y="594323"/>
                </a:lnTo>
                <a:lnTo>
                  <a:pt x="0" y="569197"/>
                </a:lnTo>
                <a:lnTo>
                  <a:pt x="0" y="64699"/>
                </a:lnTo>
                <a:lnTo>
                  <a:pt x="5105" y="39575"/>
                </a:lnTo>
                <a:lnTo>
                  <a:pt x="19007" y="19003"/>
                </a:lnTo>
                <a:lnTo>
                  <a:pt x="39579" y="5104"/>
                </a:lnTo>
                <a:lnTo>
                  <a:pt x="64699" y="0"/>
                </a:lnTo>
                <a:lnTo>
                  <a:pt x="4940373" y="0"/>
                </a:lnTo>
                <a:lnTo>
                  <a:pt x="4965498" y="5104"/>
                </a:lnTo>
                <a:lnTo>
                  <a:pt x="4986074" y="19003"/>
                </a:lnTo>
                <a:lnTo>
                  <a:pt x="4999977" y="39575"/>
                </a:lnTo>
                <a:lnTo>
                  <a:pt x="5005083" y="64699"/>
                </a:lnTo>
                <a:lnTo>
                  <a:pt x="5005083" y="569197"/>
                </a:lnTo>
                <a:lnTo>
                  <a:pt x="4999977" y="594323"/>
                </a:lnTo>
                <a:lnTo>
                  <a:pt x="4986074" y="614898"/>
                </a:lnTo>
                <a:lnTo>
                  <a:pt x="4965498" y="628801"/>
                </a:lnTo>
                <a:lnTo>
                  <a:pt x="4940373" y="633907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6604166" y="3110758"/>
            <a:ext cx="74803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0" dirty="0">
                <a:latin typeface="Trebuchet MS"/>
                <a:cs typeface="Trebuchet MS"/>
              </a:rPr>
              <a:t>Limón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2466055" y="2975107"/>
            <a:ext cx="1984375" cy="629285"/>
          </a:xfrm>
          <a:custGeom>
            <a:avLst/>
            <a:gdLst/>
            <a:ahLst/>
            <a:cxnLst/>
            <a:rect l="l" t="t" r="r" b="b"/>
            <a:pathLst>
              <a:path w="1984375" h="629285">
                <a:moveTo>
                  <a:pt x="1943186" y="0"/>
                </a:moveTo>
                <a:lnTo>
                  <a:pt x="40574" y="0"/>
                </a:lnTo>
                <a:lnTo>
                  <a:pt x="24821" y="3202"/>
                </a:lnTo>
                <a:lnTo>
                  <a:pt x="11919" y="11921"/>
                </a:lnTo>
                <a:lnTo>
                  <a:pt x="3201" y="24825"/>
                </a:lnTo>
                <a:lnTo>
                  <a:pt x="0" y="40585"/>
                </a:lnTo>
                <a:lnTo>
                  <a:pt x="0" y="588453"/>
                </a:lnTo>
                <a:lnTo>
                  <a:pt x="3201" y="604212"/>
                </a:lnTo>
                <a:lnTo>
                  <a:pt x="11919" y="617117"/>
                </a:lnTo>
                <a:lnTo>
                  <a:pt x="24821" y="625836"/>
                </a:lnTo>
                <a:lnTo>
                  <a:pt x="40574" y="629038"/>
                </a:lnTo>
                <a:lnTo>
                  <a:pt x="1943186" y="629038"/>
                </a:lnTo>
                <a:lnTo>
                  <a:pt x="1958940" y="625836"/>
                </a:lnTo>
                <a:lnTo>
                  <a:pt x="1971841" y="617117"/>
                </a:lnTo>
                <a:lnTo>
                  <a:pt x="1980559" y="604212"/>
                </a:lnTo>
                <a:lnTo>
                  <a:pt x="1983761" y="588453"/>
                </a:lnTo>
                <a:lnTo>
                  <a:pt x="1983761" y="40585"/>
                </a:lnTo>
                <a:lnTo>
                  <a:pt x="1980559" y="24825"/>
                </a:lnTo>
                <a:lnTo>
                  <a:pt x="1971841" y="11921"/>
                </a:lnTo>
                <a:lnTo>
                  <a:pt x="1958940" y="3202"/>
                </a:lnTo>
                <a:lnTo>
                  <a:pt x="1943186" y="0"/>
                </a:lnTo>
                <a:close/>
              </a:path>
            </a:pathLst>
          </a:custGeom>
          <a:solidFill>
            <a:srgbClr val="64B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12844943" y="3080905"/>
            <a:ext cx="117538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Fragancia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5927159" y="6693033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55066" y="164515"/>
                </a:lnTo>
                <a:lnTo>
                  <a:pt x="481431" y="86118"/>
                </a:lnTo>
                <a:lnTo>
                  <a:pt x="453288" y="56769"/>
                </a:lnTo>
                <a:lnTo>
                  <a:pt x="452488" y="55930"/>
                </a:lnTo>
                <a:lnTo>
                  <a:pt x="452158" y="55384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41" y="7518"/>
                </a:lnTo>
                <a:lnTo>
                  <a:pt x="449859" y="13931"/>
                </a:lnTo>
                <a:lnTo>
                  <a:pt x="439559" y="21056"/>
                </a:lnTo>
                <a:lnTo>
                  <a:pt x="429691" y="28867"/>
                </a:lnTo>
                <a:lnTo>
                  <a:pt x="413042" y="44196"/>
                </a:lnTo>
                <a:lnTo>
                  <a:pt x="308965" y="49060"/>
                </a:lnTo>
                <a:lnTo>
                  <a:pt x="136613" y="58877"/>
                </a:lnTo>
                <a:lnTo>
                  <a:pt x="113182" y="60159"/>
                </a:lnTo>
                <a:lnTo>
                  <a:pt x="113639" y="60159"/>
                </a:lnTo>
                <a:lnTo>
                  <a:pt x="44221" y="110032"/>
                </a:lnTo>
                <a:lnTo>
                  <a:pt x="5334" y="149644"/>
                </a:lnTo>
                <a:lnTo>
                  <a:pt x="0" y="154711"/>
                </a:lnTo>
                <a:lnTo>
                  <a:pt x="3225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60" y="166052"/>
                </a:lnTo>
                <a:lnTo>
                  <a:pt x="20027" y="167398"/>
                </a:lnTo>
                <a:lnTo>
                  <a:pt x="23431" y="163677"/>
                </a:lnTo>
                <a:lnTo>
                  <a:pt x="24371" y="162737"/>
                </a:lnTo>
                <a:lnTo>
                  <a:pt x="79248" y="107873"/>
                </a:lnTo>
                <a:lnTo>
                  <a:pt x="85394" y="101650"/>
                </a:lnTo>
                <a:lnTo>
                  <a:pt x="91846" y="95415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61" y="66357"/>
                </a:lnTo>
                <a:lnTo>
                  <a:pt x="381939" y="79692"/>
                </a:lnTo>
                <a:lnTo>
                  <a:pt x="368084" y="98437"/>
                </a:lnTo>
                <a:lnTo>
                  <a:pt x="342125" y="136791"/>
                </a:lnTo>
                <a:lnTo>
                  <a:pt x="317868" y="176161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29"/>
                </a:lnTo>
                <a:lnTo>
                  <a:pt x="248234" y="222097"/>
                </a:lnTo>
                <a:lnTo>
                  <a:pt x="218198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91" y="185978"/>
                </a:lnTo>
                <a:lnTo>
                  <a:pt x="164503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77" y="144284"/>
                </a:lnTo>
                <a:lnTo>
                  <a:pt x="422998" y="98793"/>
                </a:lnTo>
                <a:lnTo>
                  <a:pt x="435495" y="75552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89" y="192036"/>
                </a:lnTo>
                <a:lnTo>
                  <a:pt x="551497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22" y="247319"/>
                </a:lnTo>
                <a:lnTo>
                  <a:pt x="336473" y="407238"/>
                </a:lnTo>
                <a:lnTo>
                  <a:pt x="310108" y="432549"/>
                </a:lnTo>
                <a:lnTo>
                  <a:pt x="286359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20" y="339775"/>
                </a:lnTo>
                <a:lnTo>
                  <a:pt x="116865" y="331584"/>
                </a:lnTo>
                <a:lnTo>
                  <a:pt x="113042" y="331355"/>
                </a:lnTo>
                <a:lnTo>
                  <a:pt x="113042" y="354177"/>
                </a:lnTo>
                <a:lnTo>
                  <a:pt x="112839" y="356222"/>
                </a:lnTo>
                <a:lnTo>
                  <a:pt x="112712" y="357454"/>
                </a:lnTo>
                <a:lnTo>
                  <a:pt x="113042" y="354177"/>
                </a:lnTo>
                <a:lnTo>
                  <a:pt x="113042" y="331355"/>
                </a:lnTo>
                <a:lnTo>
                  <a:pt x="111137" y="331228"/>
                </a:lnTo>
                <a:lnTo>
                  <a:pt x="106807" y="334276"/>
                </a:lnTo>
                <a:lnTo>
                  <a:pt x="104394" y="335953"/>
                </a:lnTo>
                <a:lnTo>
                  <a:pt x="101612" y="338150"/>
                </a:lnTo>
                <a:lnTo>
                  <a:pt x="99301" y="339940"/>
                </a:lnTo>
                <a:lnTo>
                  <a:pt x="93548" y="344512"/>
                </a:lnTo>
                <a:lnTo>
                  <a:pt x="93484" y="353568"/>
                </a:lnTo>
                <a:lnTo>
                  <a:pt x="99212" y="358190"/>
                </a:lnTo>
                <a:lnTo>
                  <a:pt x="252691" y="484517"/>
                </a:lnTo>
                <a:lnTo>
                  <a:pt x="260794" y="490677"/>
                </a:lnTo>
                <a:lnTo>
                  <a:pt x="270598" y="494461"/>
                </a:lnTo>
                <a:lnTo>
                  <a:pt x="281076" y="495604"/>
                </a:lnTo>
                <a:lnTo>
                  <a:pt x="291223" y="493826"/>
                </a:lnTo>
                <a:lnTo>
                  <a:pt x="297675" y="491769"/>
                </a:lnTo>
                <a:lnTo>
                  <a:pt x="304292" y="488403"/>
                </a:lnTo>
                <a:lnTo>
                  <a:pt x="308737" y="481825"/>
                </a:lnTo>
                <a:lnTo>
                  <a:pt x="309422" y="481088"/>
                </a:lnTo>
                <a:lnTo>
                  <a:pt x="309638" y="480847"/>
                </a:lnTo>
                <a:lnTo>
                  <a:pt x="312661" y="477558"/>
                </a:lnTo>
                <a:lnTo>
                  <a:pt x="320319" y="469506"/>
                </a:lnTo>
                <a:lnTo>
                  <a:pt x="321132" y="468655"/>
                </a:lnTo>
                <a:lnTo>
                  <a:pt x="325704" y="464070"/>
                </a:lnTo>
                <a:lnTo>
                  <a:pt x="560108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64B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5927159" y="5868384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5">
                <a:moveTo>
                  <a:pt x="575322" y="202717"/>
                </a:moveTo>
                <a:lnTo>
                  <a:pt x="555066" y="164515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88" y="55930"/>
                </a:lnTo>
                <a:lnTo>
                  <a:pt x="452158" y="55384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89" y="51371"/>
                </a:lnTo>
                <a:lnTo>
                  <a:pt x="460984" y="29578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193"/>
                </a:lnTo>
                <a:lnTo>
                  <a:pt x="460641" y="7505"/>
                </a:lnTo>
                <a:lnTo>
                  <a:pt x="449859" y="13931"/>
                </a:lnTo>
                <a:lnTo>
                  <a:pt x="439559" y="21056"/>
                </a:lnTo>
                <a:lnTo>
                  <a:pt x="429691" y="28867"/>
                </a:lnTo>
                <a:lnTo>
                  <a:pt x="413042" y="44196"/>
                </a:lnTo>
                <a:lnTo>
                  <a:pt x="308965" y="49047"/>
                </a:lnTo>
                <a:lnTo>
                  <a:pt x="136613" y="58877"/>
                </a:lnTo>
                <a:lnTo>
                  <a:pt x="113182" y="60147"/>
                </a:lnTo>
                <a:lnTo>
                  <a:pt x="113639" y="60147"/>
                </a:lnTo>
                <a:lnTo>
                  <a:pt x="44221" y="110032"/>
                </a:lnTo>
                <a:lnTo>
                  <a:pt x="5334" y="149631"/>
                </a:lnTo>
                <a:lnTo>
                  <a:pt x="0" y="154711"/>
                </a:lnTo>
                <a:lnTo>
                  <a:pt x="3225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60" y="166052"/>
                </a:lnTo>
                <a:lnTo>
                  <a:pt x="20027" y="167398"/>
                </a:lnTo>
                <a:lnTo>
                  <a:pt x="23431" y="163677"/>
                </a:lnTo>
                <a:lnTo>
                  <a:pt x="24371" y="162737"/>
                </a:lnTo>
                <a:lnTo>
                  <a:pt x="79248" y="107873"/>
                </a:lnTo>
                <a:lnTo>
                  <a:pt x="85394" y="101650"/>
                </a:lnTo>
                <a:lnTo>
                  <a:pt x="91846" y="95402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61" y="66357"/>
                </a:lnTo>
                <a:lnTo>
                  <a:pt x="381939" y="79692"/>
                </a:lnTo>
                <a:lnTo>
                  <a:pt x="368084" y="98437"/>
                </a:lnTo>
                <a:lnTo>
                  <a:pt x="342125" y="136791"/>
                </a:lnTo>
                <a:lnTo>
                  <a:pt x="317868" y="176161"/>
                </a:lnTo>
                <a:lnTo>
                  <a:pt x="295262" y="216509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34" y="222097"/>
                </a:lnTo>
                <a:lnTo>
                  <a:pt x="218198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91" y="185978"/>
                </a:lnTo>
                <a:lnTo>
                  <a:pt x="164503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77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89" y="192036"/>
                </a:lnTo>
                <a:lnTo>
                  <a:pt x="551497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22" y="247319"/>
                </a:lnTo>
                <a:lnTo>
                  <a:pt x="336473" y="407238"/>
                </a:lnTo>
                <a:lnTo>
                  <a:pt x="310108" y="432549"/>
                </a:lnTo>
                <a:lnTo>
                  <a:pt x="286359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20" y="339775"/>
                </a:lnTo>
                <a:lnTo>
                  <a:pt x="116865" y="331584"/>
                </a:lnTo>
                <a:lnTo>
                  <a:pt x="113042" y="331343"/>
                </a:lnTo>
                <a:lnTo>
                  <a:pt x="113042" y="354177"/>
                </a:lnTo>
                <a:lnTo>
                  <a:pt x="112839" y="356222"/>
                </a:lnTo>
                <a:lnTo>
                  <a:pt x="112712" y="357454"/>
                </a:lnTo>
                <a:lnTo>
                  <a:pt x="113042" y="354177"/>
                </a:lnTo>
                <a:lnTo>
                  <a:pt x="113042" y="331343"/>
                </a:lnTo>
                <a:lnTo>
                  <a:pt x="111137" y="331216"/>
                </a:lnTo>
                <a:lnTo>
                  <a:pt x="106807" y="334276"/>
                </a:lnTo>
                <a:lnTo>
                  <a:pt x="104394" y="335953"/>
                </a:lnTo>
                <a:lnTo>
                  <a:pt x="101612" y="338150"/>
                </a:lnTo>
                <a:lnTo>
                  <a:pt x="99301" y="339940"/>
                </a:lnTo>
                <a:lnTo>
                  <a:pt x="93548" y="344512"/>
                </a:lnTo>
                <a:lnTo>
                  <a:pt x="93484" y="353568"/>
                </a:lnTo>
                <a:lnTo>
                  <a:pt x="99212" y="358190"/>
                </a:lnTo>
                <a:lnTo>
                  <a:pt x="252691" y="484517"/>
                </a:lnTo>
                <a:lnTo>
                  <a:pt x="260794" y="490677"/>
                </a:lnTo>
                <a:lnTo>
                  <a:pt x="270598" y="494461"/>
                </a:lnTo>
                <a:lnTo>
                  <a:pt x="281076" y="495604"/>
                </a:lnTo>
                <a:lnTo>
                  <a:pt x="291223" y="493826"/>
                </a:lnTo>
                <a:lnTo>
                  <a:pt x="297675" y="491756"/>
                </a:lnTo>
                <a:lnTo>
                  <a:pt x="304292" y="488403"/>
                </a:lnTo>
                <a:lnTo>
                  <a:pt x="308737" y="481825"/>
                </a:lnTo>
                <a:lnTo>
                  <a:pt x="309422" y="481076"/>
                </a:lnTo>
                <a:lnTo>
                  <a:pt x="309638" y="480847"/>
                </a:lnTo>
                <a:lnTo>
                  <a:pt x="312661" y="477558"/>
                </a:lnTo>
                <a:lnTo>
                  <a:pt x="320319" y="469506"/>
                </a:lnTo>
                <a:lnTo>
                  <a:pt x="321132" y="468655"/>
                </a:lnTo>
                <a:lnTo>
                  <a:pt x="325704" y="464070"/>
                </a:lnTo>
                <a:lnTo>
                  <a:pt x="560108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64B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2555258" y="6670681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75297" y="200748"/>
                </a:lnTo>
                <a:lnTo>
                  <a:pt x="575170" y="192036"/>
                </a:lnTo>
                <a:lnTo>
                  <a:pt x="575157" y="190461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193"/>
                </a:lnTo>
                <a:lnTo>
                  <a:pt x="460629" y="7505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42" y="44196"/>
                </a:lnTo>
                <a:lnTo>
                  <a:pt x="308965" y="49047"/>
                </a:lnTo>
                <a:lnTo>
                  <a:pt x="136601" y="58877"/>
                </a:lnTo>
                <a:lnTo>
                  <a:pt x="113182" y="60147"/>
                </a:lnTo>
                <a:lnTo>
                  <a:pt x="113639" y="60147"/>
                </a:lnTo>
                <a:lnTo>
                  <a:pt x="44234" y="110032"/>
                </a:lnTo>
                <a:lnTo>
                  <a:pt x="5334" y="149631"/>
                </a:lnTo>
                <a:lnTo>
                  <a:pt x="0" y="154711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47" y="166052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33" y="95415"/>
                </a:lnTo>
                <a:lnTo>
                  <a:pt x="255320" y="75844"/>
                </a:lnTo>
                <a:lnTo>
                  <a:pt x="383120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09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34" y="222084"/>
                </a:lnTo>
                <a:lnTo>
                  <a:pt x="218186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09" y="247319"/>
                </a:lnTo>
                <a:lnTo>
                  <a:pt x="336461" y="407238"/>
                </a:lnTo>
                <a:lnTo>
                  <a:pt x="310108" y="432549"/>
                </a:lnTo>
                <a:lnTo>
                  <a:pt x="286372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07" y="339775"/>
                </a:lnTo>
                <a:lnTo>
                  <a:pt x="116865" y="331584"/>
                </a:lnTo>
                <a:lnTo>
                  <a:pt x="114477" y="331444"/>
                </a:lnTo>
                <a:lnTo>
                  <a:pt x="114477" y="339940"/>
                </a:lnTo>
                <a:lnTo>
                  <a:pt x="113995" y="344754"/>
                </a:lnTo>
                <a:lnTo>
                  <a:pt x="114477" y="339940"/>
                </a:lnTo>
                <a:lnTo>
                  <a:pt x="114477" y="331444"/>
                </a:lnTo>
                <a:lnTo>
                  <a:pt x="111137" y="331228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12" y="338150"/>
                </a:lnTo>
                <a:lnTo>
                  <a:pt x="99288" y="339940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56"/>
                </a:lnTo>
                <a:lnTo>
                  <a:pt x="304292" y="488403"/>
                </a:lnTo>
                <a:lnTo>
                  <a:pt x="309232" y="481076"/>
                </a:lnTo>
                <a:lnTo>
                  <a:pt x="308737" y="481825"/>
                </a:lnTo>
                <a:lnTo>
                  <a:pt x="309410" y="481076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64B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3191197" y="5747057"/>
            <a:ext cx="2040889" cy="1329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590">
              <a:lnSpc>
                <a:spcPts val="2650"/>
              </a:lnSpc>
              <a:spcBef>
                <a:spcPts val="120"/>
              </a:spcBef>
            </a:pPr>
            <a:r>
              <a:rPr sz="2400" spc="-10" dirty="0">
                <a:latin typeface="Trebuchet MS"/>
                <a:cs typeface="Trebuchet MS"/>
              </a:rPr>
              <a:t>Tensoactivos</a:t>
            </a:r>
            <a:endParaRPr sz="2400">
              <a:latin typeface="Trebuchet MS"/>
              <a:cs typeface="Trebuchet MS"/>
            </a:endParaRPr>
          </a:p>
          <a:p>
            <a:pPr marL="21590">
              <a:lnSpc>
                <a:spcPts val="2650"/>
              </a:lnSpc>
            </a:pPr>
            <a:r>
              <a:rPr sz="2400" spc="-40" dirty="0">
                <a:latin typeface="Trebuchet MS"/>
                <a:cs typeface="Trebuchet MS"/>
              </a:rPr>
              <a:t>biodegradables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sz="2400" spc="-100" dirty="0">
                <a:latin typeface="Trebuchet MS"/>
                <a:cs typeface="Trebuchet MS"/>
              </a:rPr>
              <a:t>Libre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de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cloro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6578389" y="5771875"/>
            <a:ext cx="3122930" cy="149669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4604" marR="975360">
              <a:lnSpc>
                <a:spcPts val="2420"/>
              </a:lnSpc>
              <a:spcBef>
                <a:spcPts val="585"/>
              </a:spcBef>
            </a:pPr>
            <a:r>
              <a:rPr sz="2400" spc="-125" dirty="0">
                <a:latin typeface="Trebuchet MS"/>
                <a:cs typeface="Trebuchet MS"/>
              </a:rPr>
              <a:t>Para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ropa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blanca </a:t>
            </a:r>
            <a:r>
              <a:rPr sz="2400" spc="-55" dirty="0">
                <a:latin typeface="Trebuchet MS"/>
                <a:cs typeface="Trebuchet MS"/>
              </a:rPr>
              <a:t>y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de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color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ts val="2420"/>
              </a:lnSpc>
              <a:spcBef>
                <a:spcPts val="1415"/>
              </a:spcBef>
            </a:pPr>
            <a:r>
              <a:rPr sz="2400" spc="-90" dirty="0">
                <a:latin typeface="Trebuchet MS"/>
                <a:cs typeface="Trebuchet MS"/>
              </a:rPr>
              <a:t>Desmancha,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despercude </a:t>
            </a:r>
            <a:r>
              <a:rPr sz="2400" spc="-55" dirty="0">
                <a:latin typeface="Trebuchet MS"/>
                <a:cs typeface="Trebuchet MS"/>
              </a:rPr>
              <a:t>y</a:t>
            </a:r>
            <a:r>
              <a:rPr sz="2400" spc="-2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desengrasa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2555258" y="5868384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5">
                <a:moveTo>
                  <a:pt x="575322" y="202717"/>
                </a:moveTo>
                <a:lnTo>
                  <a:pt x="575297" y="200748"/>
                </a:lnTo>
                <a:lnTo>
                  <a:pt x="575170" y="192036"/>
                </a:lnTo>
                <a:lnTo>
                  <a:pt x="575157" y="190461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193"/>
                </a:lnTo>
                <a:lnTo>
                  <a:pt x="460629" y="7505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42" y="44196"/>
                </a:lnTo>
                <a:lnTo>
                  <a:pt x="308965" y="49047"/>
                </a:lnTo>
                <a:lnTo>
                  <a:pt x="136601" y="58877"/>
                </a:lnTo>
                <a:lnTo>
                  <a:pt x="113182" y="60147"/>
                </a:lnTo>
                <a:lnTo>
                  <a:pt x="113639" y="60147"/>
                </a:lnTo>
                <a:lnTo>
                  <a:pt x="44234" y="110032"/>
                </a:lnTo>
                <a:lnTo>
                  <a:pt x="5334" y="149631"/>
                </a:lnTo>
                <a:lnTo>
                  <a:pt x="0" y="154711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47" y="166052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33" y="95402"/>
                </a:lnTo>
                <a:lnTo>
                  <a:pt x="255320" y="75844"/>
                </a:lnTo>
                <a:lnTo>
                  <a:pt x="383120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09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34" y="222097"/>
                </a:lnTo>
                <a:lnTo>
                  <a:pt x="218186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09" y="247319"/>
                </a:lnTo>
                <a:lnTo>
                  <a:pt x="336461" y="407238"/>
                </a:lnTo>
                <a:lnTo>
                  <a:pt x="310108" y="432549"/>
                </a:lnTo>
                <a:lnTo>
                  <a:pt x="286372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07" y="339775"/>
                </a:lnTo>
                <a:lnTo>
                  <a:pt x="116865" y="331584"/>
                </a:lnTo>
                <a:lnTo>
                  <a:pt x="114477" y="331431"/>
                </a:lnTo>
                <a:lnTo>
                  <a:pt x="114477" y="339940"/>
                </a:lnTo>
                <a:lnTo>
                  <a:pt x="113995" y="344754"/>
                </a:lnTo>
                <a:lnTo>
                  <a:pt x="114477" y="339940"/>
                </a:lnTo>
                <a:lnTo>
                  <a:pt x="114477" y="331431"/>
                </a:lnTo>
                <a:lnTo>
                  <a:pt x="111137" y="331216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12" y="338150"/>
                </a:lnTo>
                <a:lnTo>
                  <a:pt x="99288" y="339940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56"/>
                </a:lnTo>
                <a:lnTo>
                  <a:pt x="304292" y="488403"/>
                </a:lnTo>
                <a:lnTo>
                  <a:pt x="309232" y="481076"/>
                </a:lnTo>
                <a:lnTo>
                  <a:pt x="308737" y="481825"/>
                </a:lnTo>
                <a:lnTo>
                  <a:pt x="309410" y="481076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64B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3" name="object 63"/>
          <p:cNvGrpSpPr/>
          <p:nvPr/>
        </p:nvGrpSpPr>
        <p:grpSpPr>
          <a:xfrm>
            <a:off x="463347" y="7832546"/>
            <a:ext cx="1772285" cy="1771650"/>
            <a:chOff x="463347" y="7832546"/>
            <a:chExt cx="1772285" cy="1771650"/>
          </a:xfrm>
        </p:grpSpPr>
        <p:pic>
          <p:nvPicPr>
            <p:cNvPr id="64" name="object 6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3347" y="7832546"/>
              <a:ext cx="1771778" cy="1771171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6717" y="7885583"/>
              <a:ext cx="1644850" cy="1644839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0861" y="7960297"/>
              <a:ext cx="1507996" cy="1502566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82841" y="8090210"/>
              <a:ext cx="1505585" cy="1212850"/>
            </a:xfrm>
            <a:custGeom>
              <a:avLst/>
              <a:gdLst/>
              <a:ahLst/>
              <a:cxnLst/>
              <a:rect l="l" t="t" r="r" b="b"/>
              <a:pathLst>
                <a:path w="1505585" h="1212850">
                  <a:moveTo>
                    <a:pt x="1221359" y="1208671"/>
                  </a:moveTo>
                  <a:lnTo>
                    <a:pt x="213106" y="1145717"/>
                  </a:lnTo>
                  <a:lnTo>
                    <a:pt x="218859" y="1151826"/>
                  </a:lnTo>
                  <a:lnTo>
                    <a:pt x="221932" y="1154722"/>
                  </a:lnTo>
                  <a:lnTo>
                    <a:pt x="1216266" y="1212723"/>
                  </a:lnTo>
                  <a:lnTo>
                    <a:pt x="1218615" y="1210983"/>
                  </a:lnTo>
                  <a:lnTo>
                    <a:pt x="1221359" y="1208671"/>
                  </a:lnTo>
                  <a:close/>
                </a:path>
                <a:path w="1505585" h="1212850">
                  <a:moveTo>
                    <a:pt x="1261440" y="63131"/>
                  </a:moveTo>
                  <a:lnTo>
                    <a:pt x="1256461" y="58432"/>
                  </a:lnTo>
                  <a:lnTo>
                    <a:pt x="320903" y="0"/>
                  </a:lnTo>
                  <a:lnTo>
                    <a:pt x="310578" y="7670"/>
                  </a:lnTo>
                  <a:lnTo>
                    <a:pt x="1261440" y="63131"/>
                  </a:lnTo>
                  <a:close/>
                </a:path>
                <a:path w="1505585" h="1212850">
                  <a:moveTo>
                    <a:pt x="1385697" y="1026845"/>
                  </a:moveTo>
                  <a:lnTo>
                    <a:pt x="72339" y="944841"/>
                  </a:lnTo>
                  <a:lnTo>
                    <a:pt x="76974" y="954201"/>
                  </a:lnTo>
                  <a:lnTo>
                    <a:pt x="1383360" y="1030414"/>
                  </a:lnTo>
                  <a:lnTo>
                    <a:pt x="1385697" y="1026845"/>
                  </a:lnTo>
                  <a:close/>
                </a:path>
                <a:path w="1505585" h="1212850">
                  <a:moveTo>
                    <a:pt x="1417662" y="264248"/>
                  </a:moveTo>
                  <a:lnTo>
                    <a:pt x="1415465" y="260413"/>
                  </a:lnTo>
                  <a:lnTo>
                    <a:pt x="138468" y="180670"/>
                  </a:lnTo>
                  <a:lnTo>
                    <a:pt x="133108" y="187883"/>
                  </a:lnTo>
                  <a:lnTo>
                    <a:pt x="132194" y="189280"/>
                  </a:lnTo>
                  <a:lnTo>
                    <a:pt x="1417662" y="264248"/>
                  </a:lnTo>
                  <a:close/>
                </a:path>
                <a:path w="1505585" h="1212850">
                  <a:moveTo>
                    <a:pt x="1472717" y="840206"/>
                  </a:moveTo>
                  <a:lnTo>
                    <a:pt x="9461" y="748830"/>
                  </a:lnTo>
                  <a:lnTo>
                    <a:pt x="10947" y="758304"/>
                  </a:lnTo>
                  <a:lnTo>
                    <a:pt x="1471764" y="843534"/>
                  </a:lnTo>
                  <a:lnTo>
                    <a:pt x="1472717" y="840206"/>
                  </a:lnTo>
                  <a:close/>
                </a:path>
                <a:path w="1505585" h="1212850">
                  <a:moveTo>
                    <a:pt x="1489036" y="460463"/>
                  </a:moveTo>
                  <a:lnTo>
                    <a:pt x="1488287" y="457034"/>
                  </a:lnTo>
                  <a:lnTo>
                    <a:pt x="41516" y="366687"/>
                  </a:lnTo>
                  <a:lnTo>
                    <a:pt x="38277" y="375843"/>
                  </a:lnTo>
                  <a:lnTo>
                    <a:pt x="1489036" y="460463"/>
                  </a:lnTo>
                  <a:close/>
                </a:path>
                <a:path w="1505585" h="1212850">
                  <a:moveTo>
                    <a:pt x="1505026" y="650163"/>
                  </a:moveTo>
                  <a:lnTo>
                    <a:pt x="876" y="556221"/>
                  </a:lnTo>
                  <a:lnTo>
                    <a:pt x="0" y="565632"/>
                  </a:lnTo>
                  <a:lnTo>
                    <a:pt x="1504924" y="653427"/>
                  </a:lnTo>
                  <a:lnTo>
                    <a:pt x="1505026" y="650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63782" y="8602870"/>
              <a:ext cx="24693" cy="298809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79350" y="8254407"/>
              <a:ext cx="65475" cy="97559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06144" y="8100494"/>
              <a:ext cx="81446" cy="1264393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36728" y="8010849"/>
              <a:ext cx="90257" cy="1424347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69851" y="7967662"/>
              <a:ext cx="94166" cy="1494111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05112" y="7959244"/>
              <a:ext cx="94083" cy="149522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42576" y="7982591"/>
              <a:ext cx="90213" cy="1429003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82607" y="8052575"/>
              <a:ext cx="81439" cy="1272346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83573" y="8497542"/>
              <a:ext cx="27658" cy="350199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26498" y="8185900"/>
              <a:ext cx="65597" cy="98956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00188" y="8087406"/>
              <a:ext cx="942356" cy="64286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23363" y="8454985"/>
              <a:ext cx="1448412" cy="9517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19273" y="8268645"/>
              <a:ext cx="1280769" cy="8494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83459" y="8618036"/>
              <a:ext cx="1504668" cy="255138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86804" y="8504963"/>
              <a:ext cx="1470992" cy="428261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54066" y="8184866"/>
              <a:ext cx="1319267" cy="1036125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93112" y="7954867"/>
              <a:ext cx="1018906" cy="1507996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1161964" y="7964032"/>
              <a:ext cx="377825" cy="1494155"/>
            </a:xfrm>
            <a:custGeom>
              <a:avLst/>
              <a:gdLst/>
              <a:ahLst/>
              <a:cxnLst/>
              <a:rect l="l" t="t" r="r" b="b"/>
              <a:pathLst>
                <a:path w="377825" h="1494154">
                  <a:moveTo>
                    <a:pt x="57318" y="0"/>
                  </a:moveTo>
                  <a:lnTo>
                    <a:pt x="377731" y="19350"/>
                  </a:lnTo>
                </a:path>
                <a:path w="377825" h="1494154">
                  <a:moveTo>
                    <a:pt x="255688" y="1494059"/>
                  </a:moveTo>
                  <a:lnTo>
                    <a:pt x="0" y="1478618"/>
                  </a:lnTo>
                </a:path>
              </a:pathLst>
            </a:custGeom>
            <a:ln w="14083">
              <a:solidFill>
                <a:srgbClr val="3891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331366" y="7954867"/>
              <a:ext cx="99696" cy="6129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1232351" y="7958835"/>
              <a:ext cx="295275" cy="20955"/>
            </a:xfrm>
            <a:custGeom>
              <a:avLst/>
              <a:gdLst/>
              <a:ahLst/>
              <a:cxnLst/>
              <a:rect l="l" t="t" r="r" b="b"/>
              <a:pathLst>
                <a:path w="295275" h="20954">
                  <a:moveTo>
                    <a:pt x="28290" y="0"/>
                  </a:moveTo>
                  <a:lnTo>
                    <a:pt x="7929" y="1906"/>
                  </a:lnTo>
                  <a:lnTo>
                    <a:pt x="0" y="3149"/>
                  </a:lnTo>
                  <a:lnTo>
                    <a:pt x="294770" y="20950"/>
                  </a:lnTo>
                  <a:lnTo>
                    <a:pt x="288160" y="19059"/>
                  </a:lnTo>
                  <a:lnTo>
                    <a:pt x="267153" y="14424"/>
                  </a:lnTo>
                  <a:lnTo>
                    <a:pt x="28290" y="0"/>
                  </a:lnTo>
                  <a:close/>
                </a:path>
              </a:pathLst>
            </a:custGeom>
            <a:solidFill>
              <a:srgbClr val="768076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125882" y="9433164"/>
              <a:ext cx="328930" cy="29209"/>
            </a:xfrm>
            <a:custGeom>
              <a:avLst/>
              <a:gdLst/>
              <a:ahLst/>
              <a:cxnLst/>
              <a:rect l="l" t="t" r="r" b="b"/>
              <a:pathLst>
                <a:path w="328930" h="29209">
                  <a:moveTo>
                    <a:pt x="0" y="0"/>
                  </a:moveTo>
                  <a:lnTo>
                    <a:pt x="23325" y="6671"/>
                  </a:lnTo>
                  <a:lnTo>
                    <a:pt x="68379" y="16613"/>
                  </a:lnTo>
                  <a:lnTo>
                    <a:pt x="90703" y="20111"/>
                  </a:lnTo>
                  <a:lnTo>
                    <a:pt x="235698" y="28867"/>
                  </a:lnTo>
                  <a:lnTo>
                    <a:pt x="256661" y="28215"/>
                  </a:lnTo>
                  <a:lnTo>
                    <a:pt x="303556" y="23824"/>
                  </a:lnTo>
                  <a:lnTo>
                    <a:pt x="328858" y="198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19606" y="9120779"/>
              <a:ext cx="568982" cy="104310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580861" y="8213443"/>
              <a:ext cx="655320" cy="781685"/>
            </a:xfrm>
            <a:custGeom>
              <a:avLst/>
              <a:gdLst/>
              <a:ahLst/>
              <a:cxnLst/>
              <a:rect l="l" t="t" r="r" b="b"/>
              <a:pathLst>
                <a:path w="655319" h="781684">
                  <a:moveTo>
                    <a:pt x="185823" y="0"/>
                  </a:moveTo>
                  <a:lnTo>
                    <a:pt x="135092" y="64649"/>
                  </a:lnTo>
                  <a:lnTo>
                    <a:pt x="110617" y="102060"/>
                  </a:lnTo>
                  <a:lnTo>
                    <a:pt x="88343" y="140966"/>
                  </a:lnTo>
                  <a:lnTo>
                    <a:pt x="68359" y="181278"/>
                  </a:lnTo>
                  <a:lnTo>
                    <a:pt x="50753" y="222908"/>
                  </a:lnTo>
                  <a:lnTo>
                    <a:pt x="35613" y="265768"/>
                  </a:lnTo>
                  <a:lnTo>
                    <a:pt x="23028" y="309770"/>
                  </a:lnTo>
                  <a:lnTo>
                    <a:pt x="13085" y="354824"/>
                  </a:lnTo>
                  <a:lnTo>
                    <a:pt x="5874" y="400843"/>
                  </a:lnTo>
                  <a:lnTo>
                    <a:pt x="1483" y="447738"/>
                  </a:lnTo>
                  <a:lnTo>
                    <a:pt x="0" y="495422"/>
                  </a:lnTo>
                  <a:lnTo>
                    <a:pt x="1483" y="543107"/>
                  </a:lnTo>
                  <a:lnTo>
                    <a:pt x="5874" y="590003"/>
                  </a:lnTo>
                  <a:lnTo>
                    <a:pt x="13085" y="636023"/>
                  </a:lnTo>
                  <a:lnTo>
                    <a:pt x="23028" y="681078"/>
                  </a:lnTo>
                  <a:lnTo>
                    <a:pt x="35613" y="725079"/>
                  </a:lnTo>
                  <a:lnTo>
                    <a:pt x="618133" y="781411"/>
                  </a:lnTo>
                  <a:lnTo>
                    <a:pt x="654948" y="138310"/>
                  </a:lnTo>
                  <a:lnTo>
                    <a:pt x="597473" y="23539"/>
                  </a:lnTo>
                  <a:lnTo>
                    <a:pt x="185823" y="0"/>
                  </a:lnTo>
                  <a:close/>
                </a:path>
              </a:pathLst>
            </a:custGeom>
            <a:solidFill>
              <a:srgbClr val="ECEB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80861" y="8320448"/>
              <a:ext cx="654932" cy="888255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44346" y="9012144"/>
              <a:ext cx="552663" cy="195617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25677" y="9121606"/>
              <a:ext cx="96497" cy="82222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65349" y="9126643"/>
              <a:ext cx="23779" cy="6722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80861" y="8321861"/>
              <a:ext cx="654849" cy="723227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02450" y="8352258"/>
              <a:ext cx="631480" cy="21644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07689" y="8360610"/>
              <a:ext cx="14687" cy="152338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810027" y="8360811"/>
              <a:ext cx="10160" cy="152400"/>
            </a:xfrm>
            <a:custGeom>
              <a:avLst/>
              <a:gdLst/>
              <a:ahLst/>
              <a:cxnLst/>
              <a:rect l="l" t="t" r="r" b="b"/>
              <a:pathLst>
                <a:path w="10159" h="152400">
                  <a:moveTo>
                    <a:pt x="9896" y="0"/>
                  </a:moveTo>
                  <a:lnTo>
                    <a:pt x="8708" y="0"/>
                  </a:lnTo>
                  <a:lnTo>
                    <a:pt x="11" y="151892"/>
                  </a:lnTo>
                  <a:lnTo>
                    <a:pt x="0" y="152098"/>
                  </a:lnTo>
                  <a:lnTo>
                    <a:pt x="1186" y="152098"/>
                  </a:lnTo>
                  <a:lnTo>
                    <a:pt x="9896" y="0"/>
                  </a:lnTo>
                  <a:close/>
                </a:path>
              </a:pathLst>
            </a:custGeom>
            <a:solidFill>
              <a:srgbClr val="34303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67997" y="8320448"/>
              <a:ext cx="567797" cy="68762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678016" y="8552471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6422" y="0"/>
                  </a:moveTo>
                  <a:lnTo>
                    <a:pt x="191094" y="1962"/>
                  </a:lnTo>
                  <a:lnTo>
                    <a:pt x="148371" y="12585"/>
                  </a:lnTo>
                  <a:lnTo>
                    <a:pt x="109206" y="31022"/>
                  </a:lnTo>
                  <a:lnTo>
                    <a:pt x="74547" y="56426"/>
                  </a:lnTo>
                  <a:lnTo>
                    <a:pt x="45346" y="87948"/>
                  </a:lnTo>
                  <a:lnTo>
                    <a:pt x="22554" y="124743"/>
                  </a:lnTo>
                  <a:lnTo>
                    <a:pt x="7122" y="165961"/>
                  </a:lnTo>
                  <a:lnTo>
                    <a:pt x="0" y="210757"/>
                  </a:lnTo>
                  <a:lnTo>
                    <a:pt x="1967" y="256063"/>
                  </a:lnTo>
                  <a:lnTo>
                    <a:pt x="12597" y="298765"/>
                  </a:lnTo>
                  <a:lnTo>
                    <a:pt x="31042" y="337913"/>
                  </a:lnTo>
                  <a:lnTo>
                    <a:pt x="56455" y="372556"/>
                  </a:lnTo>
                  <a:lnTo>
                    <a:pt x="87987" y="401745"/>
                  </a:lnTo>
                  <a:lnTo>
                    <a:pt x="124793" y="424527"/>
                  </a:lnTo>
                  <a:lnTo>
                    <a:pt x="166023" y="439954"/>
                  </a:lnTo>
                  <a:lnTo>
                    <a:pt x="210831" y="447075"/>
                  </a:lnTo>
                  <a:lnTo>
                    <a:pt x="256162" y="445112"/>
                  </a:lnTo>
                  <a:lnTo>
                    <a:pt x="298887" y="434489"/>
                  </a:lnTo>
                  <a:lnTo>
                    <a:pt x="338055" y="416053"/>
                  </a:lnTo>
                  <a:lnTo>
                    <a:pt x="372715" y="390651"/>
                  </a:lnTo>
                  <a:lnTo>
                    <a:pt x="401916" y="359131"/>
                  </a:lnTo>
                  <a:lnTo>
                    <a:pt x="424708" y="322341"/>
                  </a:lnTo>
                  <a:lnTo>
                    <a:pt x="440141" y="281127"/>
                  </a:lnTo>
                  <a:lnTo>
                    <a:pt x="447263" y="236338"/>
                  </a:lnTo>
                  <a:lnTo>
                    <a:pt x="445299" y="191025"/>
                  </a:lnTo>
                  <a:lnTo>
                    <a:pt x="434670" y="148318"/>
                  </a:lnTo>
                  <a:lnTo>
                    <a:pt x="416225" y="109167"/>
                  </a:lnTo>
                  <a:lnTo>
                    <a:pt x="390811" y="74521"/>
                  </a:lnTo>
                  <a:lnTo>
                    <a:pt x="359276" y="45331"/>
                  </a:lnTo>
                  <a:lnTo>
                    <a:pt x="322467" y="22547"/>
                  </a:lnTo>
                  <a:lnTo>
                    <a:pt x="281233" y="7120"/>
                  </a:lnTo>
                  <a:lnTo>
                    <a:pt x="236422" y="0"/>
                  </a:lnTo>
                  <a:close/>
                </a:path>
              </a:pathLst>
            </a:custGeom>
            <a:solidFill>
              <a:srgbClr val="343030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39537" y="8613643"/>
              <a:ext cx="347874" cy="321896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917219" y="8436184"/>
              <a:ext cx="93345" cy="8890"/>
            </a:xfrm>
            <a:custGeom>
              <a:avLst/>
              <a:gdLst/>
              <a:ahLst/>
              <a:cxnLst/>
              <a:rect l="l" t="t" r="r" b="b"/>
              <a:pathLst>
                <a:path w="93344" h="8890">
                  <a:moveTo>
                    <a:pt x="3771" y="977"/>
                  </a:moveTo>
                  <a:lnTo>
                    <a:pt x="2997" y="127"/>
                  </a:lnTo>
                  <a:lnTo>
                    <a:pt x="1981" y="63"/>
                  </a:lnTo>
                  <a:lnTo>
                    <a:pt x="965" y="0"/>
                  </a:lnTo>
                  <a:lnTo>
                    <a:pt x="114" y="774"/>
                  </a:lnTo>
                  <a:lnTo>
                    <a:pt x="50" y="1778"/>
                  </a:lnTo>
                  <a:lnTo>
                    <a:pt x="0" y="2781"/>
                  </a:lnTo>
                  <a:lnTo>
                    <a:pt x="762" y="3644"/>
                  </a:lnTo>
                  <a:lnTo>
                    <a:pt x="1778" y="3708"/>
                  </a:lnTo>
                  <a:lnTo>
                    <a:pt x="2781" y="3771"/>
                  </a:lnTo>
                  <a:lnTo>
                    <a:pt x="3657" y="2997"/>
                  </a:lnTo>
                  <a:lnTo>
                    <a:pt x="3708" y="1981"/>
                  </a:lnTo>
                  <a:lnTo>
                    <a:pt x="3771" y="977"/>
                  </a:lnTo>
                  <a:close/>
                </a:path>
                <a:path w="93344" h="8890">
                  <a:moveTo>
                    <a:pt x="93002" y="6083"/>
                  </a:moveTo>
                  <a:lnTo>
                    <a:pt x="92227" y="5232"/>
                  </a:lnTo>
                  <a:lnTo>
                    <a:pt x="91224" y="5168"/>
                  </a:lnTo>
                  <a:lnTo>
                    <a:pt x="90220" y="5105"/>
                  </a:lnTo>
                  <a:lnTo>
                    <a:pt x="89357" y="5880"/>
                  </a:lnTo>
                  <a:lnTo>
                    <a:pt x="89293" y="6883"/>
                  </a:lnTo>
                  <a:lnTo>
                    <a:pt x="89230" y="7886"/>
                  </a:lnTo>
                  <a:lnTo>
                    <a:pt x="90004" y="8750"/>
                  </a:lnTo>
                  <a:lnTo>
                    <a:pt x="91020" y="8813"/>
                  </a:lnTo>
                  <a:lnTo>
                    <a:pt x="92024" y="8877"/>
                  </a:lnTo>
                  <a:lnTo>
                    <a:pt x="92887" y="8102"/>
                  </a:lnTo>
                  <a:lnTo>
                    <a:pt x="92938" y="7086"/>
                  </a:lnTo>
                  <a:lnTo>
                    <a:pt x="93002" y="6083"/>
                  </a:lnTo>
                  <a:close/>
                </a:path>
              </a:pathLst>
            </a:custGeom>
            <a:solidFill>
              <a:srgbClr val="28A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57457" y="8526431"/>
              <a:ext cx="503050" cy="488918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78094" y="8554149"/>
              <a:ext cx="240078" cy="442812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876858" y="8552954"/>
              <a:ext cx="245944" cy="444007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06797" y="8588356"/>
              <a:ext cx="376436" cy="367821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95236" y="8600575"/>
              <a:ext cx="291002" cy="356158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031948" y="8691923"/>
              <a:ext cx="81536" cy="171638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30294" y="8401132"/>
              <a:ext cx="154739" cy="53373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842683" y="8394388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30" h="36829">
                  <a:moveTo>
                    <a:pt x="19339" y="0"/>
                  </a:moveTo>
                  <a:lnTo>
                    <a:pt x="12140" y="1030"/>
                  </a:lnTo>
                  <a:lnTo>
                    <a:pt x="6100" y="4615"/>
                  </a:lnTo>
                  <a:lnTo>
                    <a:pt x="1845" y="10198"/>
                  </a:lnTo>
                  <a:lnTo>
                    <a:pt x="0" y="17224"/>
                  </a:lnTo>
                  <a:lnTo>
                    <a:pt x="1032" y="24428"/>
                  </a:lnTo>
                  <a:lnTo>
                    <a:pt x="4621" y="30467"/>
                  </a:lnTo>
                  <a:lnTo>
                    <a:pt x="10211" y="34720"/>
                  </a:lnTo>
                  <a:lnTo>
                    <a:pt x="17245" y="36564"/>
                  </a:lnTo>
                  <a:lnTo>
                    <a:pt x="24447" y="35533"/>
                  </a:lnTo>
                  <a:lnTo>
                    <a:pt x="30483" y="31946"/>
                  </a:lnTo>
                  <a:lnTo>
                    <a:pt x="34732" y="26357"/>
                  </a:lnTo>
                  <a:lnTo>
                    <a:pt x="36574" y="19318"/>
                  </a:lnTo>
                  <a:lnTo>
                    <a:pt x="35545" y="12122"/>
                  </a:lnTo>
                  <a:lnTo>
                    <a:pt x="31962" y="6090"/>
                  </a:lnTo>
                  <a:lnTo>
                    <a:pt x="26376" y="1842"/>
                  </a:lnTo>
                  <a:lnTo>
                    <a:pt x="19339" y="0"/>
                  </a:lnTo>
                  <a:close/>
                </a:path>
              </a:pathLst>
            </a:custGeom>
            <a:solidFill>
              <a:srgbClr val="7C7F7F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843318" y="8395023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59" h="35559">
                  <a:moveTo>
                    <a:pt x="35306" y="18656"/>
                  </a:moveTo>
                  <a:lnTo>
                    <a:pt x="34848" y="15557"/>
                  </a:lnTo>
                  <a:lnTo>
                    <a:pt x="35217" y="9220"/>
                  </a:lnTo>
                  <a:lnTo>
                    <a:pt x="28028" y="1168"/>
                  </a:lnTo>
                  <a:lnTo>
                    <a:pt x="21767" y="825"/>
                  </a:lnTo>
                  <a:lnTo>
                    <a:pt x="18669" y="0"/>
                  </a:lnTo>
                  <a:lnTo>
                    <a:pt x="15455" y="457"/>
                  </a:lnTo>
                  <a:lnTo>
                    <a:pt x="9220" y="101"/>
                  </a:lnTo>
                  <a:lnTo>
                    <a:pt x="1155" y="7277"/>
                  </a:lnTo>
                  <a:lnTo>
                    <a:pt x="787" y="13614"/>
                  </a:lnTo>
                  <a:lnTo>
                    <a:pt x="0" y="16637"/>
                  </a:lnTo>
                  <a:lnTo>
                    <a:pt x="431" y="19735"/>
                  </a:lnTo>
                  <a:lnTo>
                    <a:pt x="76" y="26073"/>
                  </a:lnTo>
                  <a:lnTo>
                    <a:pt x="7277" y="34137"/>
                  </a:lnTo>
                  <a:lnTo>
                    <a:pt x="13589" y="34505"/>
                  </a:lnTo>
                  <a:lnTo>
                    <a:pt x="16649" y="35293"/>
                  </a:lnTo>
                  <a:lnTo>
                    <a:pt x="19773" y="34848"/>
                  </a:lnTo>
                  <a:lnTo>
                    <a:pt x="26085" y="35204"/>
                  </a:lnTo>
                  <a:lnTo>
                    <a:pt x="34150" y="28016"/>
                  </a:lnTo>
                  <a:lnTo>
                    <a:pt x="34505" y="21704"/>
                  </a:lnTo>
                  <a:lnTo>
                    <a:pt x="35306" y="18656"/>
                  </a:lnTo>
                  <a:close/>
                </a:path>
              </a:pathLst>
            </a:custGeom>
            <a:solidFill>
              <a:srgbClr val="7C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843848" y="8395537"/>
              <a:ext cx="34290" cy="34290"/>
            </a:xfrm>
            <a:custGeom>
              <a:avLst/>
              <a:gdLst/>
              <a:ahLst/>
              <a:cxnLst/>
              <a:rect l="l" t="t" r="r" b="b"/>
              <a:pathLst>
                <a:path w="34290" h="34290">
                  <a:moveTo>
                    <a:pt x="8900" y="0"/>
                  </a:moveTo>
                  <a:lnTo>
                    <a:pt x="1047" y="7015"/>
                  </a:lnTo>
                  <a:lnTo>
                    <a:pt x="0" y="25350"/>
                  </a:lnTo>
                  <a:lnTo>
                    <a:pt x="7005" y="33203"/>
                  </a:lnTo>
                  <a:lnTo>
                    <a:pt x="25350" y="34250"/>
                  </a:lnTo>
                  <a:lnTo>
                    <a:pt x="33203" y="27245"/>
                  </a:lnTo>
                  <a:lnTo>
                    <a:pt x="33726" y="18072"/>
                  </a:lnTo>
                  <a:lnTo>
                    <a:pt x="34250" y="8910"/>
                  </a:lnTo>
                  <a:lnTo>
                    <a:pt x="27245" y="1057"/>
                  </a:lnTo>
                  <a:lnTo>
                    <a:pt x="8900" y="0"/>
                  </a:lnTo>
                  <a:close/>
                </a:path>
              </a:pathLst>
            </a:custGeom>
            <a:solidFill>
              <a:srgbClr val="7C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844110" y="8396676"/>
              <a:ext cx="33852" cy="32072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851344" y="8403126"/>
              <a:ext cx="20320" cy="19685"/>
            </a:xfrm>
            <a:custGeom>
              <a:avLst/>
              <a:gdLst/>
              <a:ahLst/>
              <a:cxnLst/>
              <a:rect l="l" t="t" r="r" b="b"/>
              <a:pathLst>
                <a:path w="20319" h="19684">
                  <a:moveTo>
                    <a:pt x="11887" y="812"/>
                  </a:moveTo>
                  <a:lnTo>
                    <a:pt x="11264" y="101"/>
                  </a:lnTo>
                  <a:lnTo>
                    <a:pt x="9601" y="0"/>
                  </a:lnTo>
                  <a:lnTo>
                    <a:pt x="8890" y="647"/>
                  </a:lnTo>
                  <a:lnTo>
                    <a:pt x="8369" y="9740"/>
                  </a:lnTo>
                  <a:lnTo>
                    <a:pt x="9004" y="10439"/>
                  </a:lnTo>
                  <a:lnTo>
                    <a:pt x="9842" y="10502"/>
                  </a:lnTo>
                  <a:lnTo>
                    <a:pt x="10668" y="10553"/>
                  </a:lnTo>
                  <a:lnTo>
                    <a:pt x="11379" y="9918"/>
                  </a:lnTo>
                  <a:lnTo>
                    <a:pt x="11887" y="812"/>
                  </a:lnTo>
                  <a:close/>
                </a:path>
                <a:path w="20319" h="19684">
                  <a:moveTo>
                    <a:pt x="19824" y="6794"/>
                  </a:moveTo>
                  <a:lnTo>
                    <a:pt x="18288" y="3619"/>
                  </a:lnTo>
                  <a:lnTo>
                    <a:pt x="14820" y="1206"/>
                  </a:lnTo>
                  <a:lnTo>
                    <a:pt x="13893" y="1371"/>
                  </a:lnTo>
                  <a:lnTo>
                    <a:pt x="12941" y="2730"/>
                  </a:lnTo>
                  <a:lnTo>
                    <a:pt x="13106" y="3657"/>
                  </a:lnTo>
                  <a:lnTo>
                    <a:pt x="15697" y="5473"/>
                  </a:lnTo>
                  <a:lnTo>
                    <a:pt x="16776" y="7670"/>
                  </a:lnTo>
                  <a:lnTo>
                    <a:pt x="16433" y="13677"/>
                  </a:lnTo>
                  <a:lnTo>
                    <a:pt x="13258" y="16497"/>
                  </a:lnTo>
                  <a:lnTo>
                    <a:pt x="5905" y="16078"/>
                  </a:lnTo>
                  <a:lnTo>
                    <a:pt x="3098" y="12903"/>
                  </a:lnTo>
                  <a:lnTo>
                    <a:pt x="3429" y="6934"/>
                  </a:lnTo>
                  <a:lnTo>
                    <a:pt x="4711" y="4902"/>
                  </a:lnTo>
                  <a:lnTo>
                    <a:pt x="7454" y="3378"/>
                  </a:lnTo>
                  <a:lnTo>
                    <a:pt x="7696" y="2463"/>
                  </a:lnTo>
                  <a:lnTo>
                    <a:pt x="6908" y="1028"/>
                  </a:lnTo>
                  <a:lnTo>
                    <a:pt x="5981" y="749"/>
                  </a:lnTo>
                  <a:lnTo>
                    <a:pt x="2336" y="2781"/>
                  </a:lnTo>
                  <a:lnTo>
                    <a:pt x="495" y="5740"/>
                  </a:lnTo>
                  <a:lnTo>
                    <a:pt x="0" y="14401"/>
                  </a:lnTo>
                  <a:lnTo>
                    <a:pt x="4089" y="18986"/>
                  </a:lnTo>
                  <a:lnTo>
                    <a:pt x="9423" y="19278"/>
                  </a:lnTo>
                  <a:lnTo>
                    <a:pt x="14744" y="19583"/>
                  </a:lnTo>
                  <a:lnTo>
                    <a:pt x="19329" y="15506"/>
                  </a:lnTo>
                  <a:lnTo>
                    <a:pt x="19824" y="6794"/>
                  </a:lnTo>
                  <a:close/>
                </a:path>
              </a:pathLst>
            </a:custGeom>
            <a:solidFill>
              <a:srgbClr val="28A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849690" y="8401880"/>
              <a:ext cx="22244" cy="22240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915815" y="8392718"/>
              <a:ext cx="95819" cy="95787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059392" y="8406155"/>
              <a:ext cx="140131" cy="90206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1072603" y="8460580"/>
              <a:ext cx="46990" cy="19050"/>
            </a:xfrm>
            <a:custGeom>
              <a:avLst/>
              <a:gdLst/>
              <a:ahLst/>
              <a:cxnLst/>
              <a:rect l="l" t="t" r="r" b="b"/>
              <a:pathLst>
                <a:path w="46990" h="19050">
                  <a:moveTo>
                    <a:pt x="22352" y="16078"/>
                  </a:moveTo>
                  <a:lnTo>
                    <a:pt x="21361" y="16027"/>
                  </a:lnTo>
                  <a:lnTo>
                    <a:pt x="20624" y="15989"/>
                  </a:lnTo>
                  <a:lnTo>
                    <a:pt x="20701" y="14592"/>
                  </a:lnTo>
                  <a:lnTo>
                    <a:pt x="20828" y="12458"/>
                  </a:lnTo>
                  <a:lnTo>
                    <a:pt x="20523" y="12141"/>
                  </a:lnTo>
                  <a:lnTo>
                    <a:pt x="20828" y="11874"/>
                  </a:lnTo>
                  <a:lnTo>
                    <a:pt x="20929" y="10604"/>
                  </a:lnTo>
                  <a:lnTo>
                    <a:pt x="21082" y="8001"/>
                  </a:lnTo>
                  <a:lnTo>
                    <a:pt x="21094" y="7708"/>
                  </a:lnTo>
                  <a:lnTo>
                    <a:pt x="20789" y="7391"/>
                  </a:lnTo>
                  <a:lnTo>
                    <a:pt x="21107" y="7112"/>
                  </a:lnTo>
                  <a:lnTo>
                    <a:pt x="21196" y="5842"/>
                  </a:lnTo>
                  <a:lnTo>
                    <a:pt x="21348" y="3251"/>
                  </a:lnTo>
                  <a:lnTo>
                    <a:pt x="21374" y="2946"/>
                  </a:lnTo>
                  <a:lnTo>
                    <a:pt x="21145" y="2705"/>
                  </a:lnTo>
                  <a:lnTo>
                    <a:pt x="21285" y="2006"/>
                  </a:lnTo>
                  <a:lnTo>
                    <a:pt x="20764" y="952"/>
                  </a:lnTo>
                  <a:lnTo>
                    <a:pt x="20256" y="622"/>
                  </a:lnTo>
                  <a:lnTo>
                    <a:pt x="16776" y="622"/>
                  </a:lnTo>
                  <a:lnTo>
                    <a:pt x="12382" y="622"/>
                  </a:lnTo>
                  <a:lnTo>
                    <a:pt x="12026" y="952"/>
                  </a:lnTo>
                  <a:lnTo>
                    <a:pt x="12014" y="1371"/>
                  </a:lnTo>
                  <a:lnTo>
                    <a:pt x="12141" y="1524"/>
                  </a:lnTo>
                  <a:lnTo>
                    <a:pt x="12598" y="2006"/>
                  </a:lnTo>
                  <a:lnTo>
                    <a:pt x="11557" y="2006"/>
                  </a:lnTo>
                  <a:lnTo>
                    <a:pt x="11518" y="2705"/>
                  </a:lnTo>
                  <a:lnTo>
                    <a:pt x="11391" y="6210"/>
                  </a:lnTo>
                  <a:lnTo>
                    <a:pt x="11557" y="6502"/>
                  </a:lnTo>
                  <a:lnTo>
                    <a:pt x="11277" y="6819"/>
                  </a:lnTo>
                  <a:lnTo>
                    <a:pt x="11226" y="7708"/>
                  </a:lnTo>
                  <a:lnTo>
                    <a:pt x="11112" y="10972"/>
                  </a:lnTo>
                  <a:lnTo>
                    <a:pt x="11290" y="11264"/>
                  </a:lnTo>
                  <a:lnTo>
                    <a:pt x="11010" y="11569"/>
                  </a:lnTo>
                  <a:lnTo>
                    <a:pt x="10998" y="11874"/>
                  </a:lnTo>
                  <a:lnTo>
                    <a:pt x="10883" y="15252"/>
                  </a:lnTo>
                  <a:lnTo>
                    <a:pt x="12331" y="15252"/>
                  </a:lnTo>
                  <a:lnTo>
                    <a:pt x="12382" y="11569"/>
                  </a:lnTo>
                  <a:lnTo>
                    <a:pt x="12077" y="11264"/>
                  </a:lnTo>
                  <a:lnTo>
                    <a:pt x="12420" y="10972"/>
                  </a:lnTo>
                  <a:lnTo>
                    <a:pt x="12585" y="8001"/>
                  </a:lnTo>
                  <a:lnTo>
                    <a:pt x="12661" y="6819"/>
                  </a:lnTo>
                  <a:lnTo>
                    <a:pt x="12357" y="6502"/>
                  </a:lnTo>
                  <a:lnTo>
                    <a:pt x="12687" y="6210"/>
                  </a:lnTo>
                  <a:lnTo>
                    <a:pt x="12801" y="2006"/>
                  </a:lnTo>
                  <a:lnTo>
                    <a:pt x="13589" y="1371"/>
                  </a:lnTo>
                  <a:lnTo>
                    <a:pt x="16738" y="1371"/>
                  </a:lnTo>
                  <a:lnTo>
                    <a:pt x="17284" y="2006"/>
                  </a:lnTo>
                  <a:lnTo>
                    <a:pt x="19773" y="2006"/>
                  </a:lnTo>
                  <a:lnTo>
                    <a:pt x="20205" y="2705"/>
                  </a:lnTo>
                  <a:lnTo>
                    <a:pt x="20015" y="2946"/>
                  </a:lnTo>
                  <a:lnTo>
                    <a:pt x="19837" y="5842"/>
                  </a:lnTo>
                  <a:lnTo>
                    <a:pt x="19850" y="7112"/>
                  </a:lnTo>
                  <a:lnTo>
                    <a:pt x="20015" y="7391"/>
                  </a:lnTo>
                  <a:lnTo>
                    <a:pt x="19735" y="7708"/>
                  </a:lnTo>
                  <a:lnTo>
                    <a:pt x="19710" y="8001"/>
                  </a:lnTo>
                  <a:lnTo>
                    <a:pt x="19596" y="11874"/>
                  </a:lnTo>
                  <a:lnTo>
                    <a:pt x="19735" y="12141"/>
                  </a:lnTo>
                  <a:lnTo>
                    <a:pt x="19456" y="12458"/>
                  </a:lnTo>
                  <a:lnTo>
                    <a:pt x="19342" y="14592"/>
                  </a:lnTo>
                  <a:lnTo>
                    <a:pt x="19304" y="15252"/>
                  </a:lnTo>
                  <a:lnTo>
                    <a:pt x="19596" y="15252"/>
                  </a:lnTo>
                  <a:lnTo>
                    <a:pt x="18897" y="15900"/>
                  </a:lnTo>
                  <a:lnTo>
                    <a:pt x="10972" y="15455"/>
                  </a:lnTo>
                  <a:lnTo>
                    <a:pt x="11506" y="15455"/>
                  </a:lnTo>
                  <a:lnTo>
                    <a:pt x="10934" y="15430"/>
                  </a:lnTo>
                  <a:lnTo>
                    <a:pt x="9740" y="15367"/>
                  </a:lnTo>
                  <a:lnTo>
                    <a:pt x="9829" y="13970"/>
                  </a:lnTo>
                  <a:lnTo>
                    <a:pt x="9944" y="11836"/>
                  </a:lnTo>
                  <a:lnTo>
                    <a:pt x="9652" y="11518"/>
                  </a:lnTo>
                  <a:lnTo>
                    <a:pt x="9944" y="11252"/>
                  </a:lnTo>
                  <a:lnTo>
                    <a:pt x="10058" y="9969"/>
                  </a:lnTo>
                  <a:lnTo>
                    <a:pt x="10198" y="7378"/>
                  </a:lnTo>
                  <a:lnTo>
                    <a:pt x="10223" y="7086"/>
                  </a:lnTo>
                  <a:lnTo>
                    <a:pt x="9931" y="6769"/>
                  </a:lnTo>
                  <a:lnTo>
                    <a:pt x="10223" y="6489"/>
                  </a:lnTo>
                  <a:lnTo>
                    <a:pt x="10325" y="5219"/>
                  </a:lnTo>
                  <a:lnTo>
                    <a:pt x="10477" y="2628"/>
                  </a:lnTo>
                  <a:lnTo>
                    <a:pt x="10490" y="2324"/>
                  </a:lnTo>
                  <a:lnTo>
                    <a:pt x="10274" y="2082"/>
                  </a:lnTo>
                  <a:lnTo>
                    <a:pt x="10401" y="1384"/>
                  </a:lnTo>
                  <a:lnTo>
                    <a:pt x="9893" y="330"/>
                  </a:lnTo>
                  <a:lnTo>
                    <a:pt x="9372" y="0"/>
                  </a:lnTo>
                  <a:lnTo>
                    <a:pt x="5892" y="0"/>
                  </a:lnTo>
                  <a:lnTo>
                    <a:pt x="1511" y="0"/>
                  </a:lnTo>
                  <a:lnTo>
                    <a:pt x="1155" y="330"/>
                  </a:lnTo>
                  <a:lnTo>
                    <a:pt x="1130" y="749"/>
                  </a:lnTo>
                  <a:lnTo>
                    <a:pt x="1257" y="889"/>
                  </a:lnTo>
                  <a:lnTo>
                    <a:pt x="1435" y="749"/>
                  </a:lnTo>
                  <a:lnTo>
                    <a:pt x="1257" y="901"/>
                  </a:lnTo>
                  <a:lnTo>
                    <a:pt x="1727" y="1384"/>
                  </a:lnTo>
                  <a:lnTo>
                    <a:pt x="685" y="1384"/>
                  </a:lnTo>
                  <a:lnTo>
                    <a:pt x="622" y="2324"/>
                  </a:lnTo>
                  <a:lnTo>
                    <a:pt x="508" y="5575"/>
                  </a:lnTo>
                  <a:lnTo>
                    <a:pt x="685" y="5880"/>
                  </a:lnTo>
                  <a:lnTo>
                    <a:pt x="406" y="6197"/>
                  </a:lnTo>
                  <a:lnTo>
                    <a:pt x="355" y="7086"/>
                  </a:lnTo>
                  <a:lnTo>
                    <a:pt x="241" y="10350"/>
                  </a:lnTo>
                  <a:lnTo>
                    <a:pt x="419" y="10642"/>
                  </a:lnTo>
                  <a:lnTo>
                    <a:pt x="127" y="10947"/>
                  </a:lnTo>
                  <a:lnTo>
                    <a:pt x="114" y="11252"/>
                  </a:lnTo>
                  <a:lnTo>
                    <a:pt x="0" y="14630"/>
                  </a:lnTo>
                  <a:lnTo>
                    <a:pt x="1384" y="14630"/>
                  </a:lnTo>
                  <a:lnTo>
                    <a:pt x="1485" y="10947"/>
                  </a:lnTo>
                  <a:lnTo>
                    <a:pt x="1206" y="10642"/>
                  </a:lnTo>
                  <a:lnTo>
                    <a:pt x="1524" y="10350"/>
                  </a:lnTo>
                  <a:lnTo>
                    <a:pt x="1689" y="7378"/>
                  </a:lnTo>
                  <a:lnTo>
                    <a:pt x="1765" y="6197"/>
                  </a:lnTo>
                  <a:lnTo>
                    <a:pt x="1473" y="5880"/>
                  </a:lnTo>
                  <a:lnTo>
                    <a:pt x="1803" y="5575"/>
                  </a:lnTo>
                  <a:lnTo>
                    <a:pt x="1930" y="1384"/>
                  </a:lnTo>
                  <a:lnTo>
                    <a:pt x="2705" y="749"/>
                  </a:lnTo>
                  <a:lnTo>
                    <a:pt x="5854" y="749"/>
                  </a:lnTo>
                  <a:lnTo>
                    <a:pt x="6400" y="1384"/>
                  </a:lnTo>
                  <a:lnTo>
                    <a:pt x="8902" y="1384"/>
                  </a:lnTo>
                  <a:lnTo>
                    <a:pt x="9321" y="2082"/>
                  </a:lnTo>
                  <a:lnTo>
                    <a:pt x="9118" y="2324"/>
                  </a:lnTo>
                  <a:lnTo>
                    <a:pt x="9105" y="2628"/>
                  </a:lnTo>
                  <a:lnTo>
                    <a:pt x="8978" y="6489"/>
                  </a:lnTo>
                  <a:lnTo>
                    <a:pt x="9131" y="6769"/>
                  </a:lnTo>
                  <a:lnTo>
                    <a:pt x="8839" y="7086"/>
                  </a:lnTo>
                  <a:lnTo>
                    <a:pt x="8826" y="7378"/>
                  </a:lnTo>
                  <a:lnTo>
                    <a:pt x="8712" y="11252"/>
                  </a:lnTo>
                  <a:lnTo>
                    <a:pt x="8864" y="11518"/>
                  </a:lnTo>
                  <a:lnTo>
                    <a:pt x="8572" y="11836"/>
                  </a:lnTo>
                  <a:lnTo>
                    <a:pt x="8458" y="13970"/>
                  </a:lnTo>
                  <a:lnTo>
                    <a:pt x="8420" y="14630"/>
                  </a:lnTo>
                  <a:lnTo>
                    <a:pt x="8699" y="14630"/>
                  </a:lnTo>
                  <a:lnTo>
                    <a:pt x="8026" y="15252"/>
                  </a:lnTo>
                  <a:lnTo>
                    <a:pt x="7772" y="15252"/>
                  </a:lnTo>
                  <a:lnTo>
                    <a:pt x="63" y="14833"/>
                  </a:lnTo>
                  <a:lnTo>
                    <a:pt x="342" y="15455"/>
                  </a:lnTo>
                  <a:lnTo>
                    <a:pt x="1092" y="15455"/>
                  </a:lnTo>
                  <a:lnTo>
                    <a:pt x="1193" y="16294"/>
                  </a:lnTo>
                  <a:lnTo>
                    <a:pt x="5791" y="16294"/>
                  </a:lnTo>
                  <a:lnTo>
                    <a:pt x="5829" y="15455"/>
                  </a:lnTo>
                  <a:lnTo>
                    <a:pt x="5867" y="16294"/>
                  </a:lnTo>
                  <a:lnTo>
                    <a:pt x="6210" y="16675"/>
                  </a:lnTo>
                  <a:lnTo>
                    <a:pt x="8674" y="16675"/>
                  </a:lnTo>
                  <a:lnTo>
                    <a:pt x="9728" y="15735"/>
                  </a:lnTo>
                  <a:lnTo>
                    <a:pt x="9740" y="15455"/>
                  </a:lnTo>
                  <a:lnTo>
                    <a:pt x="10947" y="15455"/>
                  </a:lnTo>
                  <a:lnTo>
                    <a:pt x="11226" y="16078"/>
                  </a:lnTo>
                  <a:lnTo>
                    <a:pt x="11976" y="16078"/>
                  </a:lnTo>
                  <a:lnTo>
                    <a:pt x="12090" y="16916"/>
                  </a:lnTo>
                  <a:lnTo>
                    <a:pt x="16662" y="16916"/>
                  </a:lnTo>
                  <a:lnTo>
                    <a:pt x="16725" y="16078"/>
                  </a:lnTo>
                  <a:lnTo>
                    <a:pt x="16751" y="16916"/>
                  </a:lnTo>
                  <a:lnTo>
                    <a:pt x="17081" y="17297"/>
                  </a:lnTo>
                  <a:lnTo>
                    <a:pt x="19545" y="17297"/>
                  </a:lnTo>
                  <a:lnTo>
                    <a:pt x="20612" y="16357"/>
                  </a:lnTo>
                  <a:lnTo>
                    <a:pt x="20624" y="16078"/>
                  </a:lnTo>
                  <a:lnTo>
                    <a:pt x="21767" y="16078"/>
                  </a:lnTo>
                  <a:lnTo>
                    <a:pt x="22352" y="16078"/>
                  </a:lnTo>
                  <a:close/>
                </a:path>
                <a:path w="46990" h="19050">
                  <a:moveTo>
                    <a:pt x="46596" y="17475"/>
                  </a:moveTo>
                  <a:lnTo>
                    <a:pt x="45097" y="17399"/>
                  </a:lnTo>
                  <a:lnTo>
                    <a:pt x="45173" y="15989"/>
                  </a:lnTo>
                  <a:lnTo>
                    <a:pt x="45300" y="13868"/>
                  </a:lnTo>
                  <a:lnTo>
                    <a:pt x="45008" y="13538"/>
                  </a:lnTo>
                  <a:lnTo>
                    <a:pt x="45300" y="13284"/>
                  </a:lnTo>
                  <a:lnTo>
                    <a:pt x="45402" y="11988"/>
                  </a:lnTo>
                  <a:lnTo>
                    <a:pt x="45554" y="9410"/>
                  </a:lnTo>
                  <a:lnTo>
                    <a:pt x="45567" y="9105"/>
                  </a:lnTo>
                  <a:lnTo>
                    <a:pt x="45275" y="8788"/>
                  </a:lnTo>
                  <a:lnTo>
                    <a:pt x="45580" y="8509"/>
                  </a:lnTo>
                  <a:lnTo>
                    <a:pt x="45681" y="7239"/>
                  </a:lnTo>
                  <a:lnTo>
                    <a:pt x="45821" y="4648"/>
                  </a:lnTo>
                  <a:lnTo>
                    <a:pt x="45847" y="4343"/>
                  </a:lnTo>
                  <a:lnTo>
                    <a:pt x="45631" y="4102"/>
                  </a:lnTo>
                  <a:lnTo>
                    <a:pt x="45770" y="3403"/>
                  </a:lnTo>
                  <a:lnTo>
                    <a:pt x="45478" y="2781"/>
                  </a:lnTo>
                  <a:lnTo>
                    <a:pt x="45250" y="2349"/>
                  </a:lnTo>
                  <a:lnTo>
                    <a:pt x="44729" y="2019"/>
                  </a:lnTo>
                  <a:lnTo>
                    <a:pt x="41249" y="2019"/>
                  </a:lnTo>
                  <a:lnTo>
                    <a:pt x="36855" y="2019"/>
                  </a:lnTo>
                  <a:lnTo>
                    <a:pt x="36499" y="2349"/>
                  </a:lnTo>
                  <a:lnTo>
                    <a:pt x="36487" y="2781"/>
                  </a:lnTo>
                  <a:lnTo>
                    <a:pt x="36614" y="2921"/>
                  </a:lnTo>
                  <a:lnTo>
                    <a:pt x="37071" y="3403"/>
                  </a:lnTo>
                  <a:lnTo>
                    <a:pt x="36042" y="3403"/>
                  </a:lnTo>
                  <a:lnTo>
                    <a:pt x="35991" y="4343"/>
                  </a:lnTo>
                  <a:lnTo>
                    <a:pt x="35864" y="7607"/>
                  </a:lnTo>
                  <a:lnTo>
                    <a:pt x="36042" y="7912"/>
                  </a:lnTo>
                  <a:lnTo>
                    <a:pt x="35763" y="8216"/>
                  </a:lnTo>
                  <a:lnTo>
                    <a:pt x="35712" y="9105"/>
                  </a:lnTo>
                  <a:lnTo>
                    <a:pt x="35598" y="12369"/>
                  </a:lnTo>
                  <a:lnTo>
                    <a:pt x="35763" y="12661"/>
                  </a:lnTo>
                  <a:lnTo>
                    <a:pt x="35496" y="12979"/>
                  </a:lnTo>
                  <a:lnTo>
                    <a:pt x="35483" y="13284"/>
                  </a:lnTo>
                  <a:lnTo>
                    <a:pt x="35356" y="16649"/>
                  </a:lnTo>
                  <a:lnTo>
                    <a:pt x="36804" y="16649"/>
                  </a:lnTo>
                  <a:lnTo>
                    <a:pt x="36855" y="12979"/>
                  </a:lnTo>
                  <a:lnTo>
                    <a:pt x="36563" y="12661"/>
                  </a:lnTo>
                  <a:lnTo>
                    <a:pt x="36893" y="12369"/>
                  </a:lnTo>
                  <a:lnTo>
                    <a:pt x="37058" y="9410"/>
                  </a:lnTo>
                  <a:lnTo>
                    <a:pt x="37134" y="8216"/>
                  </a:lnTo>
                  <a:lnTo>
                    <a:pt x="36842" y="7912"/>
                  </a:lnTo>
                  <a:lnTo>
                    <a:pt x="37160" y="7607"/>
                  </a:lnTo>
                  <a:lnTo>
                    <a:pt x="37274" y="3403"/>
                  </a:lnTo>
                  <a:lnTo>
                    <a:pt x="36791" y="2781"/>
                  </a:lnTo>
                  <a:lnTo>
                    <a:pt x="38061" y="2781"/>
                  </a:lnTo>
                  <a:lnTo>
                    <a:pt x="37274" y="3403"/>
                  </a:lnTo>
                  <a:lnTo>
                    <a:pt x="37452" y="4102"/>
                  </a:lnTo>
                  <a:lnTo>
                    <a:pt x="37338" y="3403"/>
                  </a:lnTo>
                  <a:lnTo>
                    <a:pt x="44259" y="3403"/>
                  </a:lnTo>
                  <a:lnTo>
                    <a:pt x="44678" y="4102"/>
                  </a:lnTo>
                  <a:lnTo>
                    <a:pt x="44488" y="4343"/>
                  </a:lnTo>
                  <a:lnTo>
                    <a:pt x="44323" y="7239"/>
                  </a:lnTo>
                  <a:lnTo>
                    <a:pt x="44335" y="8509"/>
                  </a:lnTo>
                  <a:lnTo>
                    <a:pt x="44488" y="8788"/>
                  </a:lnTo>
                  <a:lnTo>
                    <a:pt x="44221" y="9105"/>
                  </a:lnTo>
                  <a:lnTo>
                    <a:pt x="44043" y="11988"/>
                  </a:lnTo>
                  <a:lnTo>
                    <a:pt x="44069" y="13284"/>
                  </a:lnTo>
                  <a:lnTo>
                    <a:pt x="44221" y="13538"/>
                  </a:lnTo>
                  <a:lnTo>
                    <a:pt x="43942" y="13868"/>
                  </a:lnTo>
                  <a:lnTo>
                    <a:pt x="43815" y="15989"/>
                  </a:lnTo>
                  <a:lnTo>
                    <a:pt x="43776" y="16649"/>
                  </a:lnTo>
                  <a:lnTo>
                    <a:pt x="44069" y="16649"/>
                  </a:lnTo>
                  <a:lnTo>
                    <a:pt x="43357" y="17297"/>
                  </a:lnTo>
                  <a:lnTo>
                    <a:pt x="35661" y="16852"/>
                  </a:lnTo>
                  <a:lnTo>
                    <a:pt x="35991" y="16852"/>
                  </a:lnTo>
                  <a:lnTo>
                    <a:pt x="35420" y="16827"/>
                  </a:lnTo>
                  <a:lnTo>
                    <a:pt x="34213" y="16764"/>
                  </a:lnTo>
                  <a:lnTo>
                    <a:pt x="34302" y="15367"/>
                  </a:lnTo>
                  <a:lnTo>
                    <a:pt x="34417" y="13246"/>
                  </a:lnTo>
                  <a:lnTo>
                    <a:pt x="34124" y="12915"/>
                  </a:lnTo>
                  <a:lnTo>
                    <a:pt x="34429" y="12661"/>
                  </a:lnTo>
                  <a:lnTo>
                    <a:pt x="34531" y="11366"/>
                  </a:lnTo>
                  <a:lnTo>
                    <a:pt x="34683" y="8775"/>
                  </a:lnTo>
                  <a:lnTo>
                    <a:pt x="34696" y="8483"/>
                  </a:lnTo>
                  <a:lnTo>
                    <a:pt x="34404" y="8166"/>
                  </a:lnTo>
                  <a:lnTo>
                    <a:pt x="34709" y="7886"/>
                  </a:lnTo>
                  <a:lnTo>
                    <a:pt x="34810" y="6616"/>
                  </a:lnTo>
                  <a:lnTo>
                    <a:pt x="34886" y="2781"/>
                  </a:lnTo>
                  <a:lnTo>
                    <a:pt x="34366" y="1727"/>
                  </a:lnTo>
                  <a:lnTo>
                    <a:pt x="33858" y="1397"/>
                  </a:lnTo>
                  <a:lnTo>
                    <a:pt x="30365" y="1397"/>
                  </a:lnTo>
                  <a:lnTo>
                    <a:pt x="25984" y="1397"/>
                  </a:lnTo>
                  <a:lnTo>
                    <a:pt x="25641" y="1727"/>
                  </a:lnTo>
                  <a:lnTo>
                    <a:pt x="25628" y="2159"/>
                  </a:lnTo>
                  <a:lnTo>
                    <a:pt x="25742" y="2298"/>
                  </a:lnTo>
                  <a:lnTo>
                    <a:pt x="26174" y="2781"/>
                  </a:lnTo>
                  <a:lnTo>
                    <a:pt x="25158" y="2781"/>
                  </a:lnTo>
                  <a:lnTo>
                    <a:pt x="25107" y="3721"/>
                  </a:lnTo>
                  <a:lnTo>
                    <a:pt x="24980" y="6985"/>
                  </a:lnTo>
                  <a:lnTo>
                    <a:pt x="25158" y="7289"/>
                  </a:lnTo>
                  <a:lnTo>
                    <a:pt x="24879" y="7594"/>
                  </a:lnTo>
                  <a:lnTo>
                    <a:pt x="24828" y="8483"/>
                  </a:lnTo>
                  <a:lnTo>
                    <a:pt x="24714" y="11747"/>
                  </a:lnTo>
                  <a:lnTo>
                    <a:pt x="24892" y="12039"/>
                  </a:lnTo>
                  <a:lnTo>
                    <a:pt x="24612" y="12357"/>
                  </a:lnTo>
                  <a:lnTo>
                    <a:pt x="24587" y="12661"/>
                  </a:lnTo>
                  <a:lnTo>
                    <a:pt x="24472" y="16027"/>
                  </a:lnTo>
                  <a:lnTo>
                    <a:pt x="25857" y="16027"/>
                  </a:lnTo>
                  <a:lnTo>
                    <a:pt x="25971" y="12357"/>
                  </a:lnTo>
                  <a:lnTo>
                    <a:pt x="25692" y="12039"/>
                  </a:lnTo>
                  <a:lnTo>
                    <a:pt x="26009" y="11747"/>
                  </a:lnTo>
                  <a:lnTo>
                    <a:pt x="26174" y="8775"/>
                  </a:lnTo>
                  <a:lnTo>
                    <a:pt x="26238" y="7594"/>
                  </a:lnTo>
                  <a:lnTo>
                    <a:pt x="25958" y="7289"/>
                  </a:lnTo>
                  <a:lnTo>
                    <a:pt x="26289" y="6985"/>
                  </a:lnTo>
                  <a:lnTo>
                    <a:pt x="26416" y="2781"/>
                  </a:lnTo>
                  <a:lnTo>
                    <a:pt x="27178" y="2159"/>
                  </a:lnTo>
                  <a:lnTo>
                    <a:pt x="30327" y="2159"/>
                  </a:lnTo>
                  <a:lnTo>
                    <a:pt x="30873" y="2781"/>
                  </a:lnTo>
                  <a:lnTo>
                    <a:pt x="33388" y="2781"/>
                  </a:lnTo>
                  <a:lnTo>
                    <a:pt x="33794" y="3479"/>
                  </a:lnTo>
                  <a:lnTo>
                    <a:pt x="33604" y="3721"/>
                  </a:lnTo>
                  <a:lnTo>
                    <a:pt x="33439" y="6616"/>
                  </a:lnTo>
                  <a:lnTo>
                    <a:pt x="33451" y="7886"/>
                  </a:lnTo>
                  <a:lnTo>
                    <a:pt x="33616" y="8166"/>
                  </a:lnTo>
                  <a:lnTo>
                    <a:pt x="33324" y="8483"/>
                  </a:lnTo>
                  <a:lnTo>
                    <a:pt x="33312" y="8775"/>
                  </a:lnTo>
                  <a:lnTo>
                    <a:pt x="33197" y="12661"/>
                  </a:lnTo>
                  <a:lnTo>
                    <a:pt x="33337" y="12915"/>
                  </a:lnTo>
                  <a:lnTo>
                    <a:pt x="33058" y="13246"/>
                  </a:lnTo>
                  <a:lnTo>
                    <a:pt x="32943" y="15367"/>
                  </a:lnTo>
                  <a:lnTo>
                    <a:pt x="32905" y="16027"/>
                  </a:lnTo>
                  <a:lnTo>
                    <a:pt x="33185" y="16027"/>
                  </a:lnTo>
                  <a:lnTo>
                    <a:pt x="32524" y="16649"/>
                  </a:lnTo>
                  <a:lnTo>
                    <a:pt x="24549" y="16230"/>
                  </a:lnTo>
                  <a:lnTo>
                    <a:pt x="24815" y="16852"/>
                  </a:lnTo>
                  <a:lnTo>
                    <a:pt x="25577" y="16852"/>
                  </a:lnTo>
                  <a:lnTo>
                    <a:pt x="25679" y="17691"/>
                  </a:lnTo>
                  <a:lnTo>
                    <a:pt x="30276" y="17691"/>
                  </a:lnTo>
                  <a:lnTo>
                    <a:pt x="30314" y="16852"/>
                  </a:lnTo>
                  <a:lnTo>
                    <a:pt x="30353" y="17691"/>
                  </a:lnTo>
                  <a:lnTo>
                    <a:pt x="30695" y="18072"/>
                  </a:lnTo>
                  <a:lnTo>
                    <a:pt x="33159" y="18072"/>
                  </a:lnTo>
                  <a:lnTo>
                    <a:pt x="34201" y="17132"/>
                  </a:lnTo>
                  <a:lnTo>
                    <a:pt x="34213" y="16852"/>
                  </a:lnTo>
                  <a:lnTo>
                    <a:pt x="35433" y="16852"/>
                  </a:lnTo>
                  <a:lnTo>
                    <a:pt x="35712" y="17475"/>
                  </a:lnTo>
                  <a:lnTo>
                    <a:pt x="36449" y="17475"/>
                  </a:lnTo>
                  <a:lnTo>
                    <a:pt x="36563" y="18313"/>
                  </a:lnTo>
                  <a:lnTo>
                    <a:pt x="41148" y="18313"/>
                  </a:lnTo>
                  <a:lnTo>
                    <a:pt x="41198" y="17475"/>
                  </a:lnTo>
                  <a:lnTo>
                    <a:pt x="41224" y="18313"/>
                  </a:lnTo>
                  <a:lnTo>
                    <a:pt x="41554" y="18694"/>
                  </a:lnTo>
                  <a:lnTo>
                    <a:pt x="44030" y="18694"/>
                  </a:lnTo>
                  <a:lnTo>
                    <a:pt x="45085" y="17754"/>
                  </a:lnTo>
                  <a:lnTo>
                    <a:pt x="45097" y="17475"/>
                  </a:lnTo>
                  <a:lnTo>
                    <a:pt x="46596" y="17475"/>
                  </a:lnTo>
                  <a:close/>
                </a:path>
              </a:pathLst>
            </a:custGeom>
            <a:solidFill>
              <a:srgbClr val="D22038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071509" y="8459836"/>
              <a:ext cx="47357" cy="19905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1094663" y="8466575"/>
              <a:ext cx="1905" cy="7620"/>
            </a:xfrm>
            <a:custGeom>
              <a:avLst/>
              <a:gdLst/>
              <a:ahLst/>
              <a:cxnLst/>
              <a:rect l="l" t="t" r="r" b="b"/>
              <a:pathLst>
                <a:path w="1905" h="7620">
                  <a:moveTo>
                    <a:pt x="1409" y="5930"/>
                  </a:moveTo>
                  <a:lnTo>
                    <a:pt x="1130" y="5486"/>
                  </a:lnTo>
                  <a:lnTo>
                    <a:pt x="762" y="5461"/>
                  </a:lnTo>
                  <a:lnTo>
                    <a:pt x="381" y="5435"/>
                  </a:lnTo>
                  <a:lnTo>
                    <a:pt x="63" y="5854"/>
                  </a:lnTo>
                  <a:lnTo>
                    <a:pt x="0" y="6921"/>
                  </a:lnTo>
                  <a:lnTo>
                    <a:pt x="279" y="7366"/>
                  </a:lnTo>
                  <a:lnTo>
                    <a:pt x="1016" y="7416"/>
                  </a:lnTo>
                  <a:lnTo>
                    <a:pt x="1358" y="6997"/>
                  </a:lnTo>
                  <a:lnTo>
                    <a:pt x="1384" y="6464"/>
                  </a:lnTo>
                  <a:lnTo>
                    <a:pt x="1409" y="5930"/>
                  </a:lnTo>
                  <a:close/>
                </a:path>
                <a:path w="1905" h="7620">
                  <a:moveTo>
                    <a:pt x="1727" y="495"/>
                  </a:moveTo>
                  <a:lnTo>
                    <a:pt x="1447" y="50"/>
                  </a:lnTo>
                  <a:lnTo>
                    <a:pt x="685" y="0"/>
                  </a:lnTo>
                  <a:lnTo>
                    <a:pt x="381" y="406"/>
                  </a:lnTo>
                  <a:lnTo>
                    <a:pt x="317" y="1485"/>
                  </a:lnTo>
                  <a:lnTo>
                    <a:pt x="584" y="1930"/>
                  </a:lnTo>
                  <a:lnTo>
                    <a:pt x="1333" y="1968"/>
                  </a:lnTo>
                  <a:lnTo>
                    <a:pt x="1663" y="1562"/>
                  </a:lnTo>
                  <a:lnTo>
                    <a:pt x="1701" y="1028"/>
                  </a:lnTo>
                  <a:lnTo>
                    <a:pt x="1727" y="495"/>
                  </a:lnTo>
                  <a:close/>
                </a:path>
              </a:pathLst>
            </a:custGeom>
            <a:solidFill>
              <a:srgbClr val="CD2719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959281" y="8394121"/>
              <a:ext cx="8890" cy="93345"/>
            </a:xfrm>
            <a:custGeom>
              <a:avLst/>
              <a:gdLst/>
              <a:ahLst/>
              <a:cxnLst/>
              <a:rect l="l" t="t" r="r" b="b"/>
              <a:pathLst>
                <a:path w="8890" h="93345">
                  <a:moveTo>
                    <a:pt x="3759" y="90195"/>
                  </a:moveTo>
                  <a:lnTo>
                    <a:pt x="2997" y="89319"/>
                  </a:lnTo>
                  <a:lnTo>
                    <a:pt x="1993" y="89268"/>
                  </a:lnTo>
                  <a:lnTo>
                    <a:pt x="977" y="89204"/>
                  </a:lnTo>
                  <a:lnTo>
                    <a:pt x="127" y="89992"/>
                  </a:lnTo>
                  <a:lnTo>
                    <a:pt x="63" y="90995"/>
                  </a:lnTo>
                  <a:lnTo>
                    <a:pt x="0" y="91998"/>
                  </a:lnTo>
                  <a:lnTo>
                    <a:pt x="774" y="92875"/>
                  </a:lnTo>
                  <a:lnTo>
                    <a:pt x="1790" y="92938"/>
                  </a:lnTo>
                  <a:lnTo>
                    <a:pt x="2794" y="92989"/>
                  </a:lnTo>
                  <a:lnTo>
                    <a:pt x="3644" y="92214"/>
                  </a:lnTo>
                  <a:lnTo>
                    <a:pt x="3708" y="91198"/>
                  </a:lnTo>
                  <a:lnTo>
                    <a:pt x="3759" y="90195"/>
                  </a:lnTo>
                  <a:close/>
                </a:path>
                <a:path w="8890" h="93345">
                  <a:moveTo>
                    <a:pt x="8877" y="990"/>
                  </a:moveTo>
                  <a:lnTo>
                    <a:pt x="8102" y="114"/>
                  </a:lnTo>
                  <a:lnTo>
                    <a:pt x="7099" y="63"/>
                  </a:lnTo>
                  <a:lnTo>
                    <a:pt x="6083" y="0"/>
                  </a:lnTo>
                  <a:lnTo>
                    <a:pt x="5232" y="774"/>
                  </a:lnTo>
                  <a:lnTo>
                    <a:pt x="5168" y="1790"/>
                  </a:lnTo>
                  <a:lnTo>
                    <a:pt x="5118" y="2794"/>
                  </a:lnTo>
                  <a:lnTo>
                    <a:pt x="5880" y="3670"/>
                  </a:lnTo>
                  <a:lnTo>
                    <a:pt x="6896" y="3721"/>
                  </a:lnTo>
                  <a:lnTo>
                    <a:pt x="7899" y="3784"/>
                  </a:lnTo>
                  <a:lnTo>
                    <a:pt x="8763" y="3009"/>
                  </a:lnTo>
                  <a:lnTo>
                    <a:pt x="8813" y="2006"/>
                  </a:lnTo>
                  <a:lnTo>
                    <a:pt x="8877" y="990"/>
                  </a:lnTo>
                  <a:close/>
                </a:path>
              </a:pathLst>
            </a:custGeom>
            <a:solidFill>
              <a:srgbClr val="28A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913574" y="8432392"/>
              <a:ext cx="12114" cy="11915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937479" y="8390383"/>
              <a:ext cx="56500" cy="19151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920233" y="8410256"/>
              <a:ext cx="12114" cy="11884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933071" y="8472139"/>
              <a:ext cx="34040" cy="19161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997529" y="8414665"/>
              <a:ext cx="12114" cy="11894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978179" y="8437701"/>
              <a:ext cx="35998" cy="49003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917898" y="8455145"/>
              <a:ext cx="12114" cy="11905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060166" y="8453878"/>
              <a:ext cx="30899" cy="30878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941535" y="8398619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4" h="4445">
                  <a:moveTo>
                    <a:pt x="2167" y="0"/>
                  </a:moveTo>
                  <a:lnTo>
                    <a:pt x="1266" y="460"/>
                  </a:lnTo>
                  <a:lnTo>
                    <a:pt x="366" y="900"/>
                  </a:lnTo>
                  <a:lnTo>
                    <a:pt x="0" y="2010"/>
                  </a:lnTo>
                  <a:lnTo>
                    <a:pt x="460" y="2910"/>
                  </a:lnTo>
                  <a:lnTo>
                    <a:pt x="910" y="3811"/>
                  </a:lnTo>
                  <a:lnTo>
                    <a:pt x="2010" y="4177"/>
                  </a:lnTo>
                  <a:lnTo>
                    <a:pt x="3821" y="3266"/>
                  </a:lnTo>
                  <a:lnTo>
                    <a:pt x="4177" y="2167"/>
                  </a:lnTo>
                  <a:lnTo>
                    <a:pt x="3727" y="1266"/>
                  </a:lnTo>
                  <a:lnTo>
                    <a:pt x="3277" y="366"/>
                  </a:lnTo>
                  <a:lnTo>
                    <a:pt x="2167" y="0"/>
                  </a:lnTo>
                  <a:close/>
                </a:path>
              </a:pathLst>
            </a:custGeom>
            <a:solidFill>
              <a:srgbClr val="28A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131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132342" y="8411293"/>
              <a:ext cx="64909" cy="83348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921715" y="8401170"/>
              <a:ext cx="84455" cy="81915"/>
            </a:xfrm>
            <a:custGeom>
              <a:avLst/>
              <a:gdLst/>
              <a:ahLst/>
              <a:cxnLst/>
              <a:rect l="l" t="t" r="r" b="b"/>
              <a:pathLst>
                <a:path w="84455" h="81915">
                  <a:moveTo>
                    <a:pt x="4178" y="59626"/>
                  </a:moveTo>
                  <a:lnTo>
                    <a:pt x="3721" y="58724"/>
                  </a:lnTo>
                  <a:lnTo>
                    <a:pt x="3263" y="57823"/>
                  </a:lnTo>
                  <a:lnTo>
                    <a:pt x="2159" y="57454"/>
                  </a:lnTo>
                  <a:lnTo>
                    <a:pt x="1257" y="57912"/>
                  </a:lnTo>
                  <a:lnTo>
                    <a:pt x="355" y="58369"/>
                  </a:lnTo>
                  <a:lnTo>
                    <a:pt x="0" y="59461"/>
                  </a:lnTo>
                  <a:lnTo>
                    <a:pt x="901" y="61264"/>
                  </a:lnTo>
                  <a:lnTo>
                    <a:pt x="2006" y="61633"/>
                  </a:lnTo>
                  <a:lnTo>
                    <a:pt x="2908" y="61188"/>
                  </a:lnTo>
                  <a:lnTo>
                    <a:pt x="3810" y="60718"/>
                  </a:lnTo>
                  <a:lnTo>
                    <a:pt x="4178" y="59626"/>
                  </a:lnTo>
                  <a:close/>
                </a:path>
                <a:path w="84455" h="81915">
                  <a:moveTo>
                    <a:pt x="6718" y="15100"/>
                  </a:moveTo>
                  <a:lnTo>
                    <a:pt x="6489" y="13957"/>
                  </a:lnTo>
                  <a:lnTo>
                    <a:pt x="5638" y="13411"/>
                  </a:lnTo>
                  <a:lnTo>
                    <a:pt x="4800" y="12852"/>
                  </a:lnTo>
                  <a:lnTo>
                    <a:pt x="3670" y="13081"/>
                  </a:lnTo>
                  <a:lnTo>
                    <a:pt x="2552" y="14782"/>
                  </a:lnTo>
                  <a:lnTo>
                    <a:pt x="2781" y="15913"/>
                  </a:lnTo>
                  <a:lnTo>
                    <a:pt x="4470" y="17030"/>
                  </a:lnTo>
                  <a:lnTo>
                    <a:pt x="5613" y="16789"/>
                  </a:lnTo>
                  <a:lnTo>
                    <a:pt x="6172" y="15951"/>
                  </a:lnTo>
                  <a:lnTo>
                    <a:pt x="6718" y="15100"/>
                  </a:lnTo>
                  <a:close/>
                </a:path>
                <a:path w="84455" h="81915">
                  <a:moveTo>
                    <a:pt x="19570" y="76962"/>
                  </a:moveTo>
                  <a:lnTo>
                    <a:pt x="19329" y="75819"/>
                  </a:lnTo>
                  <a:lnTo>
                    <a:pt x="18491" y="75260"/>
                  </a:lnTo>
                  <a:lnTo>
                    <a:pt x="17640" y="74714"/>
                  </a:lnTo>
                  <a:lnTo>
                    <a:pt x="16510" y="74942"/>
                  </a:lnTo>
                  <a:lnTo>
                    <a:pt x="15951" y="75793"/>
                  </a:lnTo>
                  <a:lnTo>
                    <a:pt x="15392" y="76631"/>
                  </a:lnTo>
                  <a:lnTo>
                    <a:pt x="15633" y="77774"/>
                  </a:lnTo>
                  <a:lnTo>
                    <a:pt x="17322" y="78879"/>
                  </a:lnTo>
                  <a:lnTo>
                    <a:pt x="18465" y="78638"/>
                  </a:lnTo>
                  <a:lnTo>
                    <a:pt x="19570" y="76962"/>
                  </a:lnTo>
                  <a:close/>
                </a:path>
                <a:path w="84455" h="81915">
                  <a:moveTo>
                    <a:pt x="64198" y="79425"/>
                  </a:moveTo>
                  <a:lnTo>
                    <a:pt x="63741" y="78524"/>
                  </a:lnTo>
                  <a:lnTo>
                    <a:pt x="63284" y="77635"/>
                  </a:lnTo>
                  <a:lnTo>
                    <a:pt x="62191" y="77266"/>
                  </a:lnTo>
                  <a:lnTo>
                    <a:pt x="60375" y="78168"/>
                  </a:lnTo>
                  <a:lnTo>
                    <a:pt x="60020" y="79273"/>
                  </a:lnTo>
                  <a:lnTo>
                    <a:pt x="60921" y="81076"/>
                  </a:lnTo>
                  <a:lnTo>
                    <a:pt x="62014" y="81445"/>
                  </a:lnTo>
                  <a:lnTo>
                    <a:pt x="63830" y="80530"/>
                  </a:lnTo>
                  <a:lnTo>
                    <a:pt x="64198" y="79425"/>
                  </a:lnTo>
                  <a:close/>
                </a:path>
                <a:path w="84455" h="81915">
                  <a:moveTo>
                    <a:pt x="68618" y="2260"/>
                  </a:moveTo>
                  <a:lnTo>
                    <a:pt x="68376" y="1117"/>
                  </a:lnTo>
                  <a:lnTo>
                    <a:pt x="67525" y="571"/>
                  </a:lnTo>
                  <a:lnTo>
                    <a:pt x="66687" y="0"/>
                  </a:lnTo>
                  <a:lnTo>
                    <a:pt x="65544" y="241"/>
                  </a:lnTo>
                  <a:lnTo>
                    <a:pt x="64998" y="1092"/>
                  </a:lnTo>
                  <a:lnTo>
                    <a:pt x="64439" y="1930"/>
                  </a:lnTo>
                  <a:lnTo>
                    <a:pt x="64668" y="3073"/>
                  </a:lnTo>
                  <a:lnTo>
                    <a:pt x="66370" y="4178"/>
                  </a:lnTo>
                  <a:lnTo>
                    <a:pt x="67513" y="3937"/>
                  </a:lnTo>
                  <a:lnTo>
                    <a:pt x="68059" y="3098"/>
                  </a:lnTo>
                  <a:lnTo>
                    <a:pt x="68618" y="2260"/>
                  </a:lnTo>
                  <a:close/>
                </a:path>
                <a:path w="84455" h="81915">
                  <a:moveTo>
                    <a:pt x="81457" y="64122"/>
                  </a:moveTo>
                  <a:lnTo>
                    <a:pt x="81216" y="62979"/>
                  </a:lnTo>
                  <a:lnTo>
                    <a:pt x="80365" y="62433"/>
                  </a:lnTo>
                  <a:lnTo>
                    <a:pt x="79514" y="61874"/>
                  </a:lnTo>
                  <a:lnTo>
                    <a:pt x="78397" y="62115"/>
                  </a:lnTo>
                  <a:lnTo>
                    <a:pt x="77279" y="63804"/>
                  </a:lnTo>
                  <a:lnTo>
                    <a:pt x="77520" y="64935"/>
                  </a:lnTo>
                  <a:lnTo>
                    <a:pt x="78359" y="65493"/>
                  </a:lnTo>
                  <a:lnTo>
                    <a:pt x="79209" y="66040"/>
                  </a:lnTo>
                  <a:lnTo>
                    <a:pt x="80352" y="65811"/>
                  </a:lnTo>
                  <a:lnTo>
                    <a:pt x="81457" y="64122"/>
                  </a:lnTo>
                  <a:close/>
                </a:path>
                <a:path w="84455" h="81915">
                  <a:moveTo>
                    <a:pt x="84023" y="19443"/>
                  </a:moveTo>
                  <a:lnTo>
                    <a:pt x="83553" y="18542"/>
                  </a:lnTo>
                  <a:lnTo>
                    <a:pt x="83108" y="17640"/>
                  </a:lnTo>
                  <a:lnTo>
                    <a:pt x="81991" y="17272"/>
                  </a:lnTo>
                  <a:lnTo>
                    <a:pt x="81102" y="17729"/>
                  </a:lnTo>
                  <a:lnTo>
                    <a:pt x="80200" y="18173"/>
                  </a:lnTo>
                  <a:lnTo>
                    <a:pt x="79832" y="19278"/>
                  </a:lnTo>
                  <a:lnTo>
                    <a:pt x="80733" y="21094"/>
                  </a:lnTo>
                  <a:lnTo>
                    <a:pt x="81838" y="21450"/>
                  </a:lnTo>
                  <a:lnTo>
                    <a:pt x="82740" y="20993"/>
                  </a:lnTo>
                  <a:lnTo>
                    <a:pt x="83642" y="20535"/>
                  </a:lnTo>
                  <a:lnTo>
                    <a:pt x="84023" y="19443"/>
                  </a:lnTo>
                  <a:close/>
                </a:path>
              </a:pathLst>
            </a:custGeom>
            <a:solidFill>
              <a:srgbClr val="28A1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38870" y="8412587"/>
              <a:ext cx="52705" cy="55244"/>
            </a:xfrm>
            <a:custGeom>
              <a:avLst/>
              <a:gdLst/>
              <a:ahLst/>
              <a:cxnLst/>
              <a:rect l="l" t="t" r="r" b="b"/>
              <a:pathLst>
                <a:path w="52705" h="55245">
                  <a:moveTo>
                    <a:pt x="16009" y="0"/>
                  </a:moveTo>
                  <a:lnTo>
                    <a:pt x="11664" y="2094"/>
                  </a:lnTo>
                  <a:lnTo>
                    <a:pt x="2827" y="9968"/>
                  </a:lnTo>
                  <a:lnTo>
                    <a:pt x="0" y="14271"/>
                  </a:lnTo>
                  <a:lnTo>
                    <a:pt x="36250" y="54909"/>
                  </a:lnTo>
                  <a:lnTo>
                    <a:pt x="40564" y="51652"/>
                  </a:lnTo>
                  <a:lnTo>
                    <a:pt x="49401" y="43768"/>
                  </a:lnTo>
                  <a:lnTo>
                    <a:pt x="52260" y="40637"/>
                  </a:lnTo>
                  <a:lnTo>
                    <a:pt x="48951" y="36930"/>
                  </a:lnTo>
                  <a:lnTo>
                    <a:pt x="16009" y="0"/>
                  </a:lnTo>
                  <a:close/>
                </a:path>
              </a:pathLst>
            </a:custGeom>
            <a:solidFill>
              <a:srgbClr val="AFB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940159" y="8415314"/>
              <a:ext cx="49673" cy="51035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890409" y="8389930"/>
              <a:ext cx="147320" cy="100965"/>
            </a:xfrm>
            <a:custGeom>
              <a:avLst/>
              <a:gdLst/>
              <a:ahLst/>
              <a:cxnLst/>
              <a:rect l="l" t="t" r="r" b="b"/>
              <a:pathLst>
                <a:path w="147319" h="100965">
                  <a:moveTo>
                    <a:pt x="3784" y="90195"/>
                  </a:moveTo>
                  <a:lnTo>
                    <a:pt x="3009" y="89331"/>
                  </a:lnTo>
                  <a:lnTo>
                    <a:pt x="1993" y="89268"/>
                  </a:lnTo>
                  <a:lnTo>
                    <a:pt x="990" y="89217"/>
                  </a:lnTo>
                  <a:lnTo>
                    <a:pt x="127" y="89992"/>
                  </a:lnTo>
                  <a:lnTo>
                    <a:pt x="63" y="90995"/>
                  </a:lnTo>
                  <a:lnTo>
                    <a:pt x="0" y="91998"/>
                  </a:lnTo>
                  <a:lnTo>
                    <a:pt x="774" y="92875"/>
                  </a:lnTo>
                  <a:lnTo>
                    <a:pt x="1790" y="92925"/>
                  </a:lnTo>
                  <a:lnTo>
                    <a:pt x="2806" y="92989"/>
                  </a:lnTo>
                  <a:lnTo>
                    <a:pt x="3670" y="92214"/>
                  </a:lnTo>
                  <a:lnTo>
                    <a:pt x="3721" y="91211"/>
                  </a:lnTo>
                  <a:lnTo>
                    <a:pt x="3784" y="90195"/>
                  </a:lnTo>
                  <a:close/>
                </a:path>
                <a:path w="147319" h="100965">
                  <a:moveTo>
                    <a:pt x="4102" y="84594"/>
                  </a:moveTo>
                  <a:lnTo>
                    <a:pt x="3327" y="83731"/>
                  </a:lnTo>
                  <a:lnTo>
                    <a:pt x="2311" y="83667"/>
                  </a:lnTo>
                  <a:lnTo>
                    <a:pt x="1308" y="83616"/>
                  </a:lnTo>
                  <a:lnTo>
                    <a:pt x="457" y="84378"/>
                  </a:lnTo>
                  <a:lnTo>
                    <a:pt x="330" y="86398"/>
                  </a:lnTo>
                  <a:lnTo>
                    <a:pt x="1104" y="87274"/>
                  </a:lnTo>
                  <a:lnTo>
                    <a:pt x="2108" y="87337"/>
                  </a:lnTo>
                  <a:lnTo>
                    <a:pt x="3124" y="87388"/>
                  </a:lnTo>
                  <a:lnTo>
                    <a:pt x="3975" y="86614"/>
                  </a:lnTo>
                  <a:lnTo>
                    <a:pt x="4038" y="85610"/>
                  </a:lnTo>
                  <a:lnTo>
                    <a:pt x="4102" y="84594"/>
                  </a:lnTo>
                  <a:close/>
                </a:path>
                <a:path w="147319" h="100965">
                  <a:moveTo>
                    <a:pt x="5029" y="68503"/>
                  </a:moveTo>
                  <a:lnTo>
                    <a:pt x="4254" y="67640"/>
                  </a:lnTo>
                  <a:lnTo>
                    <a:pt x="3238" y="67589"/>
                  </a:lnTo>
                  <a:lnTo>
                    <a:pt x="2235" y="67525"/>
                  </a:lnTo>
                  <a:lnTo>
                    <a:pt x="1371" y="68300"/>
                  </a:lnTo>
                  <a:lnTo>
                    <a:pt x="1244" y="70319"/>
                  </a:lnTo>
                  <a:lnTo>
                    <a:pt x="2019" y="71183"/>
                  </a:lnTo>
                  <a:lnTo>
                    <a:pt x="3022" y="71234"/>
                  </a:lnTo>
                  <a:lnTo>
                    <a:pt x="4038" y="71297"/>
                  </a:lnTo>
                  <a:lnTo>
                    <a:pt x="4902" y="70523"/>
                  </a:lnTo>
                  <a:lnTo>
                    <a:pt x="4965" y="69519"/>
                  </a:lnTo>
                  <a:lnTo>
                    <a:pt x="5029" y="68503"/>
                  </a:lnTo>
                  <a:close/>
                </a:path>
                <a:path w="147319" h="100965">
                  <a:moveTo>
                    <a:pt x="6324" y="45847"/>
                  </a:moveTo>
                  <a:lnTo>
                    <a:pt x="5549" y="44983"/>
                  </a:lnTo>
                  <a:lnTo>
                    <a:pt x="4533" y="44919"/>
                  </a:lnTo>
                  <a:lnTo>
                    <a:pt x="3530" y="44869"/>
                  </a:lnTo>
                  <a:lnTo>
                    <a:pt x="2667" y="45631"/>
                  </a:lnTo>
                  <a:lnTo>
                    <a:pt x="2603" y="46647"/>
                  </a:lnTo>
                  <a:lnTo>
                    <a:pt x="2552" y="47650"/>
                  </a:lnTo>
                  <a:lnTo>
                    <a:pt x="3314" y="48514"/>
                  </a:lnTo>
                  <a:lnTo>
                    <a:pt x="4318" y="48577"/>
                  </a:lnTo>
                  <a:lnTo>
                    <a:pt x="5334" y="48628"/>
                  </a:lnTo>
                  <a:lnTo>
                    <a:pt x="6210" y="47853"/>
                  </a:lnTo>
                  <a:lnTo>
                    <a:pt x="6261" y="46850"/>
                  </a:lnTo>
                  <a:lnTo>
                    <a:pt x="6324" y="45847"/>
                  </a:lnTo>
                  <a:close/>
                </a:path>
                <a:path w="147319" h="100965">
                  <a:moveTo>
                    <a:pt x="7543" y="24638"/>
                  </a:moveTo>
                  <a:lnTo>
                    <a:pt x="6769" y="23761"/>
                  </a:lnTo>
                  <a:lnTo>
                    <a:pt x="5753" y="23710"/>
                  </a:lnTo>
                  <a:lnTo>
                    <a:pt x="4737" y="23647"/>
                  </a:lnTo>
                  <a:lnTo>
                    <a:pt x="3886" y="24422"/>
                  </a:lnTo>
                  <a:lnTo>
                    <a:pt x="3759" y="26454"/>
                  </a:lnTo>
                  <a:lnTo>
                    <a:pt x="4533" y="27317"/>
                  </a:lnTo>
                  <a:lnTo>
                    <a:pt x="5537" y="27368"/>
                  </a:lnTo>
                  <a:lnTo>
                    <a:pt x="6553" y="27432"/>
                  </a:lnTo>
                  <a:lnTo>
                    <a:pt x="7416" y="26670"/>
                  </a:lnTo>
                  <a:lnTo>
                    <a:pt x="7480" y="25654"/>
                  </a:lnTo>
                  <a:lnTo>
                    <a:pt x="7543" y="24638"/>
                  </a:lnTo>
                  <a:close/>
                </a:path>
                <a:path w="147319" h="100965">
                  <a:moveTo>
                    <a:pt x="8458" y="8559"/>
                  </a:moveTo>
                  <a:lnTo>
                    <a:pt x="7683" y="7683"/>
                  </a:lnTo>
                  <a:lnTo>
                    <a:pt x="6667" y="7632"/>
                  </a:lnTo>
                  <a:lnTo>
                    <a:pt x="5664" y="7569"/>
                  </a:lnTo>
                  <a:lnTo>
                    <a:pt x="4800" y="8343"/>
                  </a:lnTo>
                  <a:lnTo>
                    <a:pt x="4673" y="10363"/>
                  </a:lnTo>
                  <a:lnTo>
                    <a:pt x="5448" y="11239"/>
                  </a:lnTo>
                  <a:lnTo>
                    <a:pt x="6464" y="11290"/>
                  </a:lnTo>
                  <a:lnTo>
                    <a:pt x="7480" y="11353"/>
                  </a:lnTo>
                  <a:lnTo>
                    <a:pt x="8343" y="10579"/>
                  </a:lnTo>
                  <a:lnTo>
                    <a:pt x="8394" y="9563"/>
                  </a:lnTo>
                  <a:lnTo>
                    <a:pt x="8458" y="8559"/>
                  </a:lnTo>
                  <a:close/>
                </a:path>
                <a:path w="147319" h="100965">
                  <a:moveTo>
                    <a:pt x="8890" y="990"/>
                  </a:moveTo>
                  <a:lnTo>
                    <a:pt x="8115" y="114"/>
                  </a:lnTo>
                  <a:lnTo>
                    <a:pt x="7099" y="50"/>
                  </a:lnTo>
                  <a:lnTo>
                    <a:pt x="6096" y="0"/>
                  </a:lnTo>
                  <a:lnTo>
                    <a:pt x="5232" y="774"/>
                  </a:lnTo>
                  <a:lnTo>
                    <a:pt x="5181" y="1790"/>
                  </a:lnTo>
                  <a:lnTo>
                    <a:pt x="5118" y="2794"/>
                  </a:lnTo>
                  <a:lnTo>
                    <a:pt x="5892" y="3670"/>
                  </a:lnTo>
                  <a:lnTo>
                    <a:pt x="6896" y="3721"/>
                  </a:lnTo>
                  <a:lnTo>
                    <a:pt x="7912" y="3784"/>
                  </a:lnTo>
                  <a:lnTo>
                    <a:pt x="8775" y="3009"/>
                  </a:lnTo>
                  <a:lnTo>
                    <a:pt x="8826" y="2006"/>
                  </a:lnTo>
                  <a:lnTo>
                    <a:pt x="8890" y="990"/>
                  </a:lnTo>
                  <a:close/>
                </a:path>
                <a:path w="147319" h="100965">
                  <a:moveTo>
                    <a:pt x="21958" y="69583"/>
                  </a:moveTo>
                  <a:lnTo>
                    <a:pt x="21653" y="69240"/>
                  </a:lnTo>
                  <a:lnTo>
                    <a:pt x="10363" y="68592"/>
                  </a:lnTo>
                  <a:lnTo>
                    <a:pt x="10007" y="68897"/>
                  </a:lnTo>
                  <a:lnTo>
                    <a:pt x="9969" y="69710"/>
                  </a:lnTo>
                  <a:lnTo>
                    <a:pt x="10287" y="70065"/>
                  </a:lnTo>
                  <a:lnTo>
                    <a:pt x="21170" y="70688"/>
                  </a:lnTo>
                  <a:lnTo>
                    <a:pt x="21564" y="70700"/>
                  </a:lnTo>
                  <a:lnTo>
                    <a:pt x="21920" y="70383"/>
                  </a:lnTo>
                  <a:lnTo>
                    <a:pt x="21958" y="69583"/>
                  </a:lnTo>
                  <a:close/>
                </a:path>
                <a:path w="147319" h="100965">
                  <a:moveTo>
                    <a:pt x="23215" y="47650"/>
                  </a:moveTo>
                  <a:lnTo>
                    <a:pt x="22910" y="47307"/>
                  </a:lnTo>
                  <a:lnTo>
                    <a:pt x="11620" y="46659"/>
                  </a:lnTo>
                  <a:lnTo>
                    <a:pt x="11264" y="46964"/>
                  </a:lnTo>
                  <a:lnTo>
                    <a:pt x="11226" y="47777"/>
                  </a:lnTo>
                  <a:lnTo>
                    <a:pt x="11531" y="48120"/>
                  </a:lnTo>
                  <a:lnTo>
                    <a:pt x="22428" y="48742"/>
                  </a:lnTo>
                  <a:lnTo>
                    <a:pt x="22821" y="48768"/>
                  </a:lnTo>
                  <a:lnTo>
                    <a:pt x="23164" y="48463"/>
                  </a:lnTo>
                  <a:lnTo>
                    <a:pt x="23215" y="47650"/>
                  </a:lnTo>
                  <a:close/>
                </a:path>
                <a:path w="147319" h="100965">
                  <a:moveTo>
                    <a:pt x="24472" y="25717"/>
                  </a:moveTo>
                  <a:lnTo>
                    <a:pt x="24168" y="25361"/>
                  </a:lnTo>
                  <a:lnTo>
                    <a:pt x="12877" y="24726"/>
                  </a:lnTo>
                  <a:lnTo>
                    <a:pt x="12522" y="25031"/>
                  </a:lnTo>
                  <a:lnTo>
                    <a:pt x="12484" y="25831"/>
                  </a:lnTo>
                  <a:lnTo>
                    <a:pt x="12788" y="26174"/>
                  </a:lnTo>
                  <a:lnTo>
                    <a:pt x="23685" y="26797"/>
                  </a:lnTo>
                  <a:lnTo>
                    <a:pt x="24079" y="26822"/>
                  </a:lnTo>
                  <a:lnTo>
                    <a:pt x="24422" y="26517"/>
                  </a:lnTo>
                  <a:lnTo>
                    <a:pt x="24472" y="25717"/>
                  </a:lnTo>
                  <a:close/>
                </a:path>
                <a:path w="147319" h="100965">
                  <a:moveTo>
                    <a:pt x="37757" y="92748"/>
                  </a:moveTo>
                  <a:lnTo>
                    <a:pt x="37439" y="92405"/>
                  </a:lnTo>
                  <a:lnTo>
                    <a:pt x="9105" y="90779"/>
                  </a:lnTo>
                  <a:lnTo>
                    <a:pt x="8750" y="91084"/>
                  </a:lnTo>
                  <a:lnTo>
                    <a:pt x="8699" y="91897"/>
                  </a:lnTo>
                  <a:lnTo>
                    <a:pt x="9004" y="92240"/>
                  </a:lnTo>
                  <a:lnTo>
                    <a:pt x="36957" y="93853"/>
                  </a:lnTo>
                  <a:lnTo>
                    <a:pt x="37363" y="93865"/>
                  </a:lnTo>
                  <a:lnTo>
                    <a:pt x="37719" y="93548"/>
                  </a:lnTo>
                  <a:lnTo>
                    <a:pt x="37757" y="92748"/>
                  </a:lnTo>
                  <a:close/>
                </a:path>
                <a:path w="147319" h="100965">
                  <a:moveTo>
                    <a:pt x="38112" y="86652"/>
                  </a:moveTo>
                  <a:lnTo>
                    <a:pt x="37795" y="86309"/>
                  </a:lnTo>
                  <a:lnTo>
                    <a:pt x="9436" y="84683"/>
                  </a:lnTo>
                  <a:lnTo>
                    <a:pt x="9093" y="84988"/>
                  </a:lnTo>
                  <a:lnTo>
                    <a:pt x="9055" y="85801"/>
                  </a:lnTo>
                  <a:lnTo>
                    <a:pt x="9359" y="86144"/>
                  </a:lnTo>
                  <a:lnTo>
                    <a:pt x="37312" y="87744"/>
                  </a:lnTo>
                  <a:lnTo>
                    <a:pt x="37706" y="87769"/>
                  </a:lnTo>
                  <a:lnTo>
                    <a:pt x="38061" y="87464"/>
                  </a:lnTo>
                  <a:lnTo>
                    <a:pt x="38112" y="86652"/>
                  </a:lnTo>
                  <a:close/>
                </a:path>
                <a:path w="147319" h="100965">
                  <a:moveTo>
                    <a:pt x="42545" y="9144"/>
                  </a:moveTo>
                  <a:lnTo>
                    <a:pt x="42227" y="8801"/>
                  </a:lnTo>
                  <a:lnTo>
                    <a:pt x="13868" y="7175"/>
                  </a:lnTo>
                  <a:lnTo>
                    <a:pt x="13525" y="7493"/>
                  </a:lnTo>
                  <a:lnTo>
                    <a:pt x="13487" y="8280"/>
                  </a:lnTo>
                  <a:lnTo>
                    <a:pt x="13792" y="8636"/>
                  </a:lnTo>
                  <a:lnTo>
                    <a:pt x="41744" y="10236"/>
                  </a:lnTo>
                  <a:lnTo>
                    <a:pt x="42151" y="10261"/>
                  </a:lnTo>
                  <a:lnTo>
                    <a:pt x="42506" y="9944"/>
                  </a:lnTo>
                  <a:lnTo>
                    <a:pt x="42545" y="9144"/>
                  </a:lnTo>
                  <a:close/>
                </a:path>
                <a:path w="147319" h="100965">
                  <a:moveTo>
                    <a:pt x="42862" y="3543"/>
                  </a:moveTo>
                  <a:lnTo>
                    <a:pt x="42545" y="3200"/>
                  </a:lnTo>
                  <a:lnTo>
                    <a:pt x="14198" y="1574"/>
                  </a:lnTo>
                  <a:lnTo>
                    <a:pt x="13855" y="1879"/>
                  </a:lnTo>
                  <a:lnTo>
                    <a:pt x="13804" y="2705"/>
                  </a:lnTo>
                  <a:lnTo>
                    <a:pt x="14109" y="3035"/>
                  </a:lnTo>
                  <a:lnTo>
                    <a:pt x="42062" y="4635"/>
                  </a:lnTo>
                  <a:lnTo>
                    <a:pt x="42468" y="4660"/>
                  </a:lnTo>
                  <a:lnTo>
                    <a:pt x="42824" y="4356"/>
                  </a:lnTo>
                  <a:lnTo>
                    <a:pt x="42862" y="3543"/>
                  </a:lnTo>
                  <a:close/>
                </a:path>
                <a:path w="147319" h="100965">
                  <a:moveTo>
                    <a:pt x="132969" y="98183"/>
                  </a:moveTo>
                  <a:lnTo>
                    <a:pt x="132664" y="97840"/>
                  </a:lnTo>
                  <a:lnTo>
                    <a:pt x="104305" y="96215"/>
                  </a:lnTo>
                  <a:lnTo>
                    <a:pt x="103962" y="96532"/>
                  </a:lnTo>
                  <a:lnTo>
                    <a:pt x="103911" y="97345"/>
                  </a:lnTo>
                  <a:lnTo>
                    <a:pt x="104216" y="97701"/>
                  </a:lnTo>
                  <a:lnTo>
                    <a:pt x="104622" y="97713"/>
                  </a:lnTo>
                  <a:lnTo>
                    <a:pt x="132575" y="99314"/>
                  </a:lnTo>
                  <a:lnTo>
                    <a:pt x="132918" y="99009"/>
                  </a:lnTo>
                  <a:lnTo>
                    <a:pt x="132969" y="98183"/>
                  </a:lnTo>
                  <a:close/>
                </a:path>
                <a:path w="147319" h="100965">
                  <a:moveTo>
                    <a:pt x="133324" y="92100"/>
                  </a:moveTo>
                  <a:lnTo>
                    <a:pt x="133007" y="91744"/>
                  </a:lnTo>
                  <a:lnTo>
                    <a:pt x="104648" y="90131"/>
                  </a:lnTo>
                  <a:lnTo>
                    <a:pt x="104305" y="90436"/>
                  </a:lnTo>
                  <a:lnTo>
                    <a:pt x="104254" y="91249"/>
                  </a:lnTo>
                  <a:lnTo>
                    <a:pt x="104571" y="91592"/>
                  </a:lnTo>
                  <a:lnTo>
                    <a:pt x="104965" y="91617"/>
                  </a:lnTo>
                  <a:lnTo>
                    <a:pt x="132918" y="93218"/>
                  </a:lnTo>
                  <a:lnTo>
                    <a:pt x="133273" y="92900"/>
                  </a:lnTo>
                  <a:lnTo>
                    <a:pt x="133324" y="92100"/>
                  </a:lnTo>
                  <a:close/>
                </a:path>
                <a:path w="147319" h="100965">
                  <a:moveTo>
                    <a:pt x="134251" y="75996"/>
                  </a:moveTo>
                  <a:lnTo>
                    <a:pt x="133934" y="75653"/>
                  </a:lnTo>
                  <a:lnTo>
                    <a:pt x="122631" y="75018"/>
                  </a:lnTo>
                  <a:lnTo>
                    <a:pt x="122288" y="75323"/>
                  </a:lnTo>
                  <a:lnTo>
                    <a:pt x="122237" y="76123"/>
                  </a:lnTo>
                  <a:lnTo>
                    <a:pt x="122555" y="76479"/>
                  </a:lnTo>
                  <a:lnTo>
                    <a:pt x="122948" y="76504"/>
                  </a:lnTo>
                  <a:lnTo>
                    <a:pt x="133845" y="77127"/>
                  </a:lnTo>
                  <a:lnTo>
                    <a:pt x="134200" y="76822"/>
                  </a:lnTo>
                  <a:lnTo>
                    <a:pt x="134251" y="75996"/>
                  </a:lnTo>
                  <a:close/>
                </a:path>
                <a:path w="147319" h="100965">
                  <a:moveTo>
                    <a:pt x="135496" y="54076"/>
                  </a:moveTo>
                  <a:lnTo>
                    <a:pt x="135191" y="53733"/>
                  </a:lnTo>
                  <a:lnTo>
                    <a:pt x="123888" y="53073"/>
                  </a:lnTo>
                  <a:lnTo>
                    <a:pt x="123545" y="53390"/>
                  </a:lnTo>
                  <a:lnTo>
                    <a:pt x="123494" y="54203"/>
                  </a:lnTo>
                  <a:lnTo>
                    <a:pt x="123812" y="54546"/>
                  </a:lnTo>
                  <a:lnTo>
                    <a:pt x="124206" y="54571"/>
                  </a:lnTo>
                  <a:lnTo>
                    <a:pt x="135102" y="55194"/>
                  </a:lnTo>
                  <a:lnTo>
                    <a:pt x="135445" y="54876"/>
                  </a:lnTo>
                  <a:lnTo>
                    <a:pt x="135496" y="54076"/>
                  </a:lnTo>
                  <a:close/>
                </a:path>
                <a:path w="147319" h="100965">
                  <a:moveTo>
                    <a:pt x="136753" y="32131"/>
                  </a:moveTo>
                  <a:lnTo>
                    <a:pt x="136448" y="31800"/>
                  </a:lnTo>
                  <a:lnTo>
                    <a:pt x="125145" y="31153"/>
                  </a:lnTo>
                  <a:lnTo>
                    <a:pt x="124802" y="31445"/>
                  </a:lnTo>
                  <a:lnTo>
                    <a:pt x="124752" y="32258"/>
                  </a:lnTo>
                  <a:lnTo>
                    <a:pt x="125069" y="32600"/>
                  </a:lnTo>
                  <a:lnTo>
                    <a:pt x="125463" y="32626"/>
                  </a:lnTo>
                  <a:lnTo>
                    <a:pt x="136359" y="33248"/>
                  </a:lnTo>
                  <a:lnTo>
                    <a:pt x="136702" y="32943"/>
                  </a:lnTo>
                  <a:lnTo>
                    <a:pt x="136753" y="32131"/>
                  </a:lnTo>
                  <a:close/>
                </a:path>
                <a:path w="147319" h="100965">
                  <a:moveTo>
                    <a:pt x="137756" y="14592"/>
                  </a:moveTo>
                  <a:lnTo>
                    <a:pt x="137439" y="14249"/>
                  </a:lnTo>
                  <a:lnTo>
                    <a:pt x="109093" y="12623"/>
                  </a:lnTo>
                  <a:lnTo>
                    <a:pt x="108750" y="12928"/>
                  </a:lnTo>
                  <a:lnTo>
                    <a:pt x="108686" y="13741"/>
                  </a:lnTo>
                  <a:lnTo>
                    <a:pt x="109004" y="14097"/>
                  </a:lnTo>
                  <a:lnTo>
                    <a:pt x="109397" y="14109"/>
                  </a:lnTo>
                  <a:lnTo>
                    <a:pt x="137363" y="15709"/>
                  </a:lnTo>
                  <a:lnTo>
                    <a:pt x="137718" y="15392"/>
                  </a:lnTo>
                  <a:lnTo>
                    <a:pt x="137756" y="14592"/>
                  </a:lnTo>
                  <a:close/>
                </a:path>
                <a:path w="147319" h="100965">
                  <a:moveTo>
                    <a:pt x="138074" y="8991"/>
                  </a:moveTo>
                  <a:lnTo>
                    <a:pt x="137769" y="8648"/>
                  </a:lnTo>
                  <a:lnTo>
                    <a:pt x="109410" y="7023"/>
                  </a:lnTo>
                  <a:lnTo>
                    <a:pt x="109067" y="7327"/>
                  </a:lnTo>
                  <a:lnTo>
                    <a:pt x="109016" y="8140"/>
                  </a:lnTo>
                  <a:lnTo>
                    <a:pt x="109321" y="8483"/>
                  </a:lnTo>
                  <a:lnTo>
                    <a:pt x="109728" y="8509"/>
                  </a:lnTo>
                  <a:lnTo>
                    <a:pt x="137680" y="10109"/>
                  </a:lnTo>
                  <a:lnTo>
                    <a:pt x="138023" y="9804"/>
                  </a:lnTo>
                  <a:lnTo>
                    <a:pt x="138074" y="8991"/>
                  </a:lnTo>
                  <a:close/>
                </a:path>
                <a:path w="147319" h="100965">
                  <a:moveTo>
                    <a:pt x="141668" y="98082"/>
                  </a:moveTo>
                  <a:lnTo>
                    <a:pt x="140893" y="97218"/>
                  </a:lnTo>
                  <a:lnTo>
                    <a:pt x="139877" y="97155"/>
                  </a:lnTo>
                  <a:lnTo>
                    <a:pt x="138861" y="97104"/>
                  </a:lnTo>
                  <a:lnTo>
                    <a:pt x="138010" y="97878"/>
                  </a:lnTo>
                  <a:lnTo>
                    <a:pt x="137947" y="98882"/>
                  </a:lnTo>
                  <a:lnTo>
                    <a:pt x="137896" y="99885"/>
                  </a:lnTo>
                  <a:lnTo>
                    <a:pt x="138658" y="100761"/>
                  </a:lnTo>
                  <a:lnTo>
                    <a:pt x="139674" y="100812"/>
                  </a:lnTo>
                  <a:lnTo>
                    <a:pt x="140677" y="100876"/>
                  </a:lnTo>
                  <a:lnTo>
                    <a:pt x="141554" y="100101"/>
                  </a:lnTo>
                  <a:lnTo>
                    <a:pt x="141605" y="99098"/>
                  </a:lnTo>
                  <a:lnTo>
                    <a:pt x="141668" y="98082"/>
                  </a:lnTo>
                  <a:close/>
                </a:path>
                <a:path w="147319" h="100965">
                  <a:moveTo>
                    <a:pt x="141986" y="92481"/>
                  </a:moveTo>
                  <a:lnTo>
                    <a:pt x="141211" y="91617"/>
                  </a:lnTo>
                  <a:lnTo>
                    <a:pt x="140208" y="91554"/>
                  </a:lnTo>
                  <a:lnTo>
                    <a:pt x="139192" y="91503"/>
                  </a:lnTo>
                  <a:lnTo>
                    <a:pt x="138328" y="92265"/>
                  </a:lnTo>
                  <a:lnTo>
                    <a:pt x="138264" y="93281"/>
                  </a:lnTo>
                  <a:lnTo>
                    <a:pt x="138201" y="94284"/>
                  </a:lnTo>
                  <a:lnTo>
                    <a:pt x="138976" y="95161"/>
                  </a:lnTo>
                  <a:lnTo>
                    <a:pt x="139992" y="95224"/>
                  </a:lnTo>
                  <a:lnTo>
                    <a:pt x="140995" y="95275"/>
                  </a:lnTo>
                  <a:lnTo>
                    <a:pt x="141871" y="94500"/>
                  </a:lnTo>
                  <a:lnTo>
                    <a:pt x="141922" y="93497"/>
                  </a:lnTo>
                  <a:lnTo>
                    <a:pt x="141986" y="92481"/>
                  </a:lnTo>
                  <a:close/>
                </a:path>
                <a:path w="147319" h="100965">
                  <a:moveTo>
                    <a:pt x="142900" y="76390"/>
                  </a:moveTo>
                  <a:lnTo>
                    <a:pt x="142125" y="75526"/>
                  </a:lnTo>
                  <a:lnTo>
                    <a:pt x="141122" y="75476"/>
                  </a:lnTo>
                  <a:lnTo>
                    <a:pt x="140106" y="75412"/>
                  </a:lnTo>
                  <a:lnTo>
                    <a:pt x="139255" y="76187"/>
                  </a:lnTo>
                  <a:lnTo>
                    <a:pt x="139192" y="77203"/>
                  </a:lnTo>
                  <a:lnTo>
                    <a:pt x="139128" y="78206"/>
                  </a:lnTo>
                  <a:lnTo>
                    <a:pt x="139903" y="79070"/>
                  </a:lnTo>
                  <a:lnTo>
                    <a:pt x="140919" y="79121"/>
                  </a:lnTo>
                  <a:lnTo>
                    <a:pt x="141922" y="79184"/>
                  </a:lnTo>
                  <a:lnTo>
                    <a:pt x="142786" y="78409"/>
                  </a:lnTo>
                  <a:lnTo>
                    <a:pt x="142836" y="77406"/>
                  </a:lnTo>
                  <a:lnTo>
                    <a:pt x="142900" y="76390"/>
                  </a:lnTo>
                  <a:close/>
                </a:path>
                <a:path w="147319" h="100965">
                  <a:moveTo>
                    <a:pt x="144195" y="53733"/>
                  </a:moveTo>
                  <a:lnTo>
                    <a:pt x="143421" y="52870"/>
                  </a:lnTo>
                  <a:lnTo>
                    <a:pt x="142417" y="52806"/>
                  </a:lnTo>
                  <a:lnTo>
                    <a:pt x="141414" y="52755"/>
                  </a:lnTo>
                  <a:lnTo>
                    <a:pt x="140538" y="53530"/>
                  </a:lnTo>
                  <a:lnTo>
                    <a:pt x="140487" y="54533"/>
                  </a:lnTo>
                  <a:lnTo>
                    <a:pt x="140423" y="55537"/>
                  </a:lnTo>
                  <a:lnTo>
                    <a:pt x="141198" y="56400"/>
                  </a:lnTo>
                  <a:lnTo>
                    <a:pt x="142214" y="56464"/>
                  </a:lnTo>
                  <a:lnTo>
                    <a:pt x="143217" y="56515"/>
                  </a:lnTo>
                  <a:lnTo>
                    <a:pt x="144081" y="55740"/>
                  </a:lnTo>
                  <a:lnTo>
                    <a:pt x="144132" y="54737"/>
                  </a:lnTo>
                  <a:lnTo>
                    <a:pt x="144195" y="53733"/>
                  </a:lnTo>
                  <a:close/>
                </a:path>
                <a:path w="147319" h="100965">
                  <a:moveTo>
                    <a:pt x="145415" y="32524"/>
                  </a:moveTo>
                  <a:lnTo>
                    <a:pt x="144640" y="31648"/>
                  </a:lnTo>
                  <a:lnTo>
                    <a:pt x="143637" y="31597"/>
                  </a:lnTo>
                  <a:lnTo>
                    <a:pt x="142621" y="31534"/>
                  </a:lnTo>
                  <a:lnTo>
                    <a:pt x="141757" y="32308"/>
                  </a:lnTo>
                  <a:lnTo>
                    <a:pt x="141693" y="33324"/>
                  </a:lnTo>
                  <a:lnTo>
                    <a:pt x="141630" y="34340"/>
                  </a:lnTo>
                  <a:lnTo>
                    <a:pt x="142405" y="35204"/>
                  </a:lnTo>
                  <a:lnTo>
                    <a:pt x="143421" y="35255"/>
                  </a:lnTo>
                  <a:lnTo>
                    <a:pt x="144437" y="35318"/>
                  </a:lnTo>
                  <a:lnTo>
                    <a:pt x="145288" y="34556"/>
                  </a:lnTo>
                  <a:lnTo>
                    <a:pt x="145415" y="32524"/>
                  </a:lnTo>
                  <a:close/>
                </a:path>
                <a:path w="147319" h="100965">
                  <a:moveTo>
                    <a:pt x="146342" y="16446"/>
                  </a:moveTo>
                  <a:lnTo>
                    <a:pt x="145567" y="15570"/>
                  </a:lnTo>
                  <a:lnTo>
                    <a:pt x="144551" y="15519"/>
                  </a:lnTo>
                  <a:lnTo>
                    <a:pt x="143535" y="15455"/>
                  </a:lnTo>
                  <a:lnTo>
                    <a:pt x="142684" y="16230"/>
                  </a:lnTo>
                  <a:lnTo>
                    <a:pt x="142621" y="17246"/>
                  </a:lnTo>
                  <a:lnTo>
                    <a:pt x="142570" y="18249"/>
                  </a:lnTo>
                  <a:lnTo>
                    <a:pt x="143332" y="19126"/>
                  </a:lnTo>
                  <a:lnTo>
                    <a:pt x="144348" y="19177"/>
                  </a:lnTo>
                  <a:lnTo>
                    <a:pt x="145351" y="19240"/>
                  </a:lnTo>
                  <a:lnTo>
                    <a:pt x="146227" y="18465"/>
                  </a:lnTo>
                  <a:lnTo>
                    <a:pt x="146278" y="17449"/>
                  </a:lnTo>
                  <a:lnTo>
                    <a:pt x="146342" y="16446"/>
                  </a:lnTo>
                  <a:close/>
                </a:path>
                <a:path w="147319" h="100965">
                  <a:moveTo>
                    <a:pt x="146773" y="8877"/>
                  </a:moveTo>
                  <a:lnTo>
                    <a:pt x="145999" y="8001"/>
                  </a:lnTo>
                  <a:lnTo>
                    <a:pt x="144983" y="7950"/>
                  </a:lnTo>
                  <a:lnTo>
                    <a:pt x="143967" y="7886"/>
                  </a:lnTo>
                  <a:lnTo>
                    <a:pt x="143116" y="8661"/>
                  </a:lnTo>
                  <a:lnTo>
                    <a:pt x="143052" y="9677"/>
                  </a:lnTo>
                  <a:lnTo>
                    <a:pt x="143002" y="10680"/>
                  </a:lnTo>
                  <a:lnTo>
                    <a:pt x="143764" y="11557"/>
                  </a:lnTo>
                  <a:lnTo>
                    <a:pt x="144780" y="11607"/>
                  </a:lnTo>
                  <a:lnTo>
                    <a:pt x="145783" y="11671"/>
                  </a:lnTo>
                  <a:lnTo>
                    <a:pt x="146659" y="10896"/>
                  </a:lnTo>
                  <a:lnTo>
                    <a:pt x="146710" y="9893"/>
                  </a:lnTo>
                  <a:lnTo>
                    <a:pt x="146773" y="8877"/>
                  </a:lnTo>
                  <a:close/>
                </a:path>
              </a:pathLst>
            </a:custGeom>
            <a:solidFill>
              <a:srgbClr val="28A137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36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766499" y="8691043"/>
              <a:ext cx="54640" cy="154226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964401" y="8723315"/>
              <a:ext cx="68174" cy="148046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88481" y="8218304"/>
              <a:ext cx="540946" cy="133085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051067" y="8236555"/>
              <a:ext cx="179575" cy="115033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688509" y="8314977"/>
              <a:ext cx="541767" cy="36684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873680" y="8781533"/>
              <a:ext cx="187931" cy="187868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690532" y="8585581"/>
              <a:ext cx="106604" cy="168525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055706" y="8498079"/>
              <a:ext cx="3685" cy="2626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888998" y="8764934"/>
              <a:ext cx="733003" cy="507688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893258" y="8769868"/>
              <a:ext cx="677436" cy="274159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333802" y="9083681"/>
              <a:ext cx="288061" cy="188600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812327" y="8219163"/>
              <a:ext cx="1275960" cy="1053534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812406" y="8219414"/>
              <a:ext cx="1274943" cy="1013456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819384" y="8596164"/>
              <a:ext cx="160321" cy="539819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382450" y="8631820"/>
              <a:ext cx="469441" cy="478851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515897" y="8663086"/>
              <a:ext cx="335271" cy="541532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587774" y="8782664"/>
              <a:ext cx="228327" cy="456576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359539" y="8625883"/>
              <a:ext cx="377643" cy="264793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328112" y="8627988"/>
              <a:ext cx="511035" cy="385950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474281" y="8814171"/>
              <a:ext cx="292480" cy="325008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1479064" y="8440175"/>
              <a:ext cx="313690" cy="323850"/>
            </a:xfrm>
            <a:custGeom>
              <a:avLst/>
              <a:gdLst/>
              <a:ahLst/>
              <a:cxnLst/>
              <a:rect l="l" t="t" r="r" b="b"/>
              <a:pathLst>
                <a:path w="313689" h="323850">
                  <a:moveTo>
                    <a:pt x="281522" y="112160"/>
                  </a:moveTo>
                  <a:lnTo>
                    <a:pt x="157474" y="112160"/>
                  </a:lnTo>
                  <a:lnTo>
                    <a:pt x="145233" y="124650"/>
                  </a:lnTo>
                  <a:lnTo>
                    <a:pt x="116287" y="155473"/>
                  </a:lnTo>
                  <a:lnTo>
                    <a:pt x="81795" y="192947"/>
                  </a:lnTo>
                  <a:lnTo>
                    <a:pt x="0" y="323676"/>
                  </a:lnTo>
                  <a:lnTo>
                    <a:pt x="106878" y="287071"/>
                  </a:lnTo>
                  <a:lnTo>
                    <a:pt x="167514" y="260660"/>
                  </a:lnTo>
                  <a:lnTo>
                    <a:pt x="204422" y="231653"/>
                  </a:lnTo>
                  <a:lnTo>
                    <a:pt x="240115" y="187261"/>
                  </a:lnTo>
                  <a:lnTo>
                    <a:pt x="268708" y="140909"/>
                  </a:lnTo>
                  <a:lnTo>
                    <a:pt x="281522" y="112160"/>
                  </a:lnTo>
                  <a:close/>
                </a:path>
                <a:path w="313689" h="323850">
                  <a:moveTo>
                    <a:pt x="300640" y="0"/>
                  </a:moveTo>
                  <a:lnTo>
                    <a:pt x="243094" y="37795"/>
                  </a:lnTo>
                  <a:lnTo>
                    <a:pt x="209918" y="63573"/>
                  </a:lnTo>
                  <a:lnTo>
                    <a:pt x="169384" y="100008"/>
                  </a:lnTo>
                  <a:lnTo>
                    <a:pt x="157788" y="111839"/>
                  </a:lnTo>
                  <a:lnTo>
                    <a:pt x="281665" y="111839"/>
                  </a:lnTo>
                  <a:lnTo>
                    <a:pt x="290145" y="92817"/>
                  </a:lnTo>
                  <a:lnTo>
                    <a:pt x="304506" y="51600"/>
                  </a:lnTo>
                  <a:lnTo>
                    <a:pt x="311872" y="25874"/>
                  </a:lnTo>
                  <a:lnTo>
                    <a:pt x="313487" y="11889"/>
                  </a:lnTo>
                  <a:lnTo>
                    <a:pt x="309830" y="2228"/>
                  </a:lnTo>
                  <a:lnTo>
                    <a:pt x="300640" y="0"/>
                  </a:lnTo>
                  <a:close/>
                </a:path>
              </a:pathLst>
            </a:custGeom>
            <a:solidFill>
              <a:srgbClr val="0507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7" name="object 157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487619" y="8444705"/>
              <a:ext cx="302550" cy="312556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1055457" y="8555628"/>
              <a:ext cx="403860" cy="267335"/>
            </a:xfrm>
            <a:custGeom>
              <a:avLst/>
              <a:gdLst/>
              <a:ahLst/>
              <a:cxnLst/>
              <a:rect l="l" t="t" r="r" b="b"/>
              <a:pathLst>
                <a:path w="403859" h="267334">
                  <a:moveTo>
                    <a:pt x="391605" y="0"/>
                  </a:moveTo>
                  <a:lnTo>
                    <a:pt x="374751" y="0"/>
                  </a:lnTo>
                  <a:lnTo>
                    <a:pt x="356641" y="13755"/>
                  </a:lnTo>
                  <a:lnTo>
                    <a:pt x="326378" y="50266"/>
                  </a:lnTo>
                  <a:lnTo>
                    <a:pt x="297369" y="78498"/>
                  </a:lnTo>
                  <a:lnTo>
                    <a:pt x="265782" y="101572"/>
                  </a:lnTo>
                  <a:lnTo>
                    <a:pt x="227786" y="122610"/>
                  </a:lnTo>
                  <a:lnTo>
                    <a:pt x="188625" y="141678"/>
                  </a:lnTo>
                  <a:lnTo>
                    <a:pt x="182419" y="151936"/>
                  </a:lnTo>
                  <a:lnTo>
                    <a:pt x="155067" y="178894"/>
                  </a:lnTo>
                  <a:lnTo>
                    <a:pt x="115647" y="191126"/>
                  </a:lnTo>
                  <a:lnTo>
                    <a:pt x="48749" y="197675"/>
                  </a:lnTo>
                  <a:lnTo>
                    <a:pt x="0" y="201022"/>
                  </a:lnTo>
                  <a:lnTo>
                    <a:pt x="27359" y="220008"/>
                  </a:lnTo>
                  <a:lnTo>
                    <a:pt x="75182" y="243804"/>
                  </a:lnTo>
                  <a:lnTo>
                    <a:pt x="131005" y="261446"/>
                  </a:lnTo>
                  <a:lnTo>
                    <a:pt x="189483" y="266910"/>
                  </a:lnTo>
                  <a:lnTo>
                    <a:pt x="215060" y="256994"/>
                  </a:lnTo>
                  <a:lnTo>
                    <a:pt x="238901" y="233552"/>
                  </a:lnTo>
                  <a:lnTo>
                    <a:pt x="264650" y="202268"/>
                  </a:lnTo>
                  <a:lnTo>
                    <a:pt x="295951" y="168829"/>
                  </a:lnTo>
                  <a:lnTo>
                    <a:pt x="320699" y="143209"/>
                  </a:lnTo>
                  <a:lnTo>
                    <a:pt x="344662" y="112168"/>
                  </a:lnTo>
                  <a:lnTo>
                    <a:pt x="371177" y="71684"/>
                  </a:lnTo>
                  <a:lnTo>
                    <a:pt x="403582" y="17734"/>
                  </a:lnTo>
                  <a:lnTo>
                    <a:pt x="402529" y="7741"/>
                  </a:lnTo>
                  <a:lnTo>
                    <a:pt x="391605" y="0"/>
                  </a:lnTo>
                  <a:close/>
                </a:path>
              </a:pathLst>
            </a:custGeom>
            <a:solidFill>
              <a:srgbClr val="0507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066123" y="8566318"/>
              <a:ext cx="382270" cy="250825"/>
            </a:xfrm>
            <a:custGeom>
              <a:avLst/>
              <a:gdLst/>
              <a:ahLst/>
              <a:cxnLst/>
              <a:rect l="l" t="t" r="r" b="b"/>
              <a:pathLst>
                <a:path w="382269" h="250825">
                  <a:moveTo>
                    <a:pt x="371791" y="0"/>
                  </a:moveTo>
                  <a:lnTo>
                    <a:pt x="356622" y="0"/>
                  </a:lnTo>
                  <a:lnTo>
                    <a:pt x="339993" y="12504"/>
                  </a:lnTo>
                  <a:lnTo>
                    <a:pt x="312261" y="45344"/>
                  </a:lnTo>
                  <a:lnTo>
                    <a:pt x="285196" y="71283"/>
                  </a:lnTo>
                  <a:lnTo>
                    <a:pt x="255049" y="93075"/>
                  </a:lnTo>
                  <a:lnTo>
                    <a:pt x="218070" y="113475"/>
                  </a:lnTo>
                  <a:lnTo>
                    <a:pt x="177209" y="133156"/>
                  </a:lnTo>
                  <a:lnTo>
                    <a:pt x="176468" y="133450"/>
                  </a:lnTo>
                  <a:lnTo>
                    <a:pt x="171752" y="141246"/>
                  </a:lnTo>
                  <a:lnTo>
                    <a:pt x="144400" y="168204"/>
                  </a:lnTo>
                  <a:lnTo>
                    <a:pt x="104980" y="180436"/>
                  </a:lnTo>
                  <a:lnTo>
                    <a:pt x="38083" y="186985"/>
                  </a:lnTo>
                  <a:lnTo>
                    <a:pt x="0" y="189599"/>
                  </a:lnTo>
                  <a:lnTo>
                    <a:pt x="24850" y="206852"/>
                  </a:lnTo>
                  <a:lnTo>
                    <a:pt x="69003" y="228860"/>
                  </a:lnTo>
                  <a:lnTo>
                    <a:pt x="120403" y="245328"/>
                  </a:lnTo>
                  <a:lnTo>
                    <a:pt x="173967" y="250801"/>
                  </a:lnTo>
                  <a:lnTo>
                    <a:pt x="199592" y="241794"/>
                  </a:lnTo>
                  <a:lnTo>
                    <a:pt x="223309" y="220002"/>
                  </a:lnTo>
                  <a:lnTo>
                    <a:pt x="248831" y="190366"/>
                  </a:lnTo>
                  <a:lnTo>
                    <a:pt x="279869" y="157830"/>
                  </a:lnTo>
                  <a:lnTo>
                    <a:pt x="304223" y="132753"/>
                  </a:lnTo>
                  <a:lnTo>
                    <a:pt x="327020" y="103517"/>
                  </a:lnTo>
                  <a:lnTo>
                    <a:pt x="351717" y="66319"/>
                  </a:lnTo>
                  <a:lnTo>
                    <a:pt x="381772" y="17352"/>
                  </a:lnTo>
                  <a:lnTo>
                    <a:pt x="381440" y="7513"/>
                  </a:lnTo>
                  <a:lnTo>
                    <a:pt x="371791" y="0"/>
                  </a:lnTo>
                  <a:close/>
                </a:path>
              </a:pathLst>
            </a:custGeom>
            <a:solidFill>
              <a:srgbClr val="151E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076680" y="8576911"/>
              <a:ext cx="360680" cy="234950"/>
            </a:xfrm>
            <a:custGeom>
              <a:avLst/>
              <a:gdLst/>
              <a:ahLst/>
              <a:cxnLst/>
              <a:rect l="l" t="t" r="r" b="b"/>
              <a:pathLst>
                <a:path w="360680" h="234950">
                  <a:moveTo>
                    <a:pt x="338739" y="0"/>
                  </a:moveTo>
                  <a:lnTo>
                    <a:pt x="323456" y="11350"/>
                  </a:lnTo>
                  <a:lnTo>
                    <a:pt x="298268" y="40519"/>
                  </a:lnTo>
                  <a:lnTo>
                    <a:pt x="273146" y="64166"/>
                  </a:lnTo>
                  <a:lnTo>
                    <a:pt x="244432" y="84674"/>
                  </a:lnTo>
                  <a:lnTo>
                    <a:pt x="208465" y="104425"/>
                  </a:lnTo>
                  <a:lnTo>
                    <a:pt x="170403" y="122539"/>
                  </a:lnTo>
                  <a:lnTo>
                    <a:pt x="164781" y="124726"/>
                  </a:lnTo>
                  <a:lnTo>
                    <a:pt x="161195" y="130652"/>
                  </a:lnTo>
                  <a:lnTo>
                    <a:pt x="133844" y="157611"/>
                  </a:lnTo>
                  <a:lnTo>
                    <a:pt x="94423" y="169843"/>
                  </a:lnTo>
                  <a:lnTo>
                    <a:pt x="27526" y="176392"/>
                  </a:lnTo>
                  <a:lnTo>
                    <a:pt x="0" y="178281"/>
                  </a:lnTo>
                  <a:lnTo>
                    <a:pt x="3289" y="181396"/>
                  </a:lnTo>
                  <a:lnTo>
                    <a:pt x="45702" y="206334"/>
                  </a:lnTo>
                  <a:lnTo>
                    <a:pt x="100239" y="226954"/>
                  </a:lnTo>
                  <a:lnTo>
                    <a:pt x="158561" y="234788"/>
                  </a:lnTo>
                  <a:lnTo>
                    <a:pt x="184234" y="226695"/>
                  </a:lnTo>
                  <a:lnTo>
                    <a:pt x="207828" y="206552"/>
                  </a:lnTo>
                  <a:lnTo>
                    <a:pt x="233119" y="178562"/>
                  </a:lnTo>
                  <a:lnTo>
                    <a:pt x="287882" y="122406"/>
                  </a:lnTo>
                  <a:lnTo>
                    <a:pt x="309559" y="94999"/>
                  </a:lnTo>
                  <a:lnTo>
                    <a:pt x="332449" y="61094"/>
                  </a:lnTo>
                  <a:lnTo>
                    <a:pt x="360084" y="17077"/>
                  </a:lnTo>
                  <a:lnTo>
                    <a:pt x="360468" y="7389"/>
                  </a:lnTo>
                  <a:lnTo>
                    <a:pt x="352215" y="188"/>
                  </a:lnTo>
                  <a:lnTo>
                    <a:pt x="338739" y="0"/>
                  </a:lnTo>
                  <a:close/>
                </a:path>
              </a:pathLst>
            </a:custGeom>
            <a:solidFill>
              <a:srgbClr val="2633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1087395" y="8587557"/>
              <a:ext cx="339725" cy="219075"/>
            </a:xfrm>
            <a:custGeom>
              <a:avLst/>
              <a:gdLst/>
              <a:ahLst/>
              <a:cxnLst/>
              <a:rect l="l" t="t" r="r" b="b"/>
              <a:pathLst>
                <a:path w="339725" h="219075">
                  <a:moveTo>
                    <a:pt x="320637" y="0"/>
                  </a:moveTo>
                  <a:lnTo>
                    <a:pt x="306761" y="10143"/>
                  </a:lnTo>
                  <a:lnTo>
                    <a:pt x="284130" y="35654"/>
                  </a:lnTo>
                  <a:lnTo>
                    <a:pt x="260951" y="57006"/>
                  </a:lnTo>
                  <a:lnTo>
                    <a:pt x="233664" y="76222"/>
                  </a:lnTo>
                  <a:lnTo>
                    <a:pt x="198712" y="95324"/>
                  </a:lnTo>
                  <a:lnTo>
                    <a:pt x="154731" y="115551"/>
                  </a:lnTo>
                  <a:lnTo>
                    <a:pt x="152781" y="116205"/>
                  </a:lnTo>
                  <a:lnTo>
                    <a:pt x="150481" y="120007"/>
                  </a:lnTo>
                  <a:lnTo>
                    <a:pt x="123129" y="146965"/>
                  </a:lnTo>
                  <a:lnTo>
                    <a:pt x="83709" y="159197"/>
                  </a:lnTo>
                  <a:lnTo>
                    <a:pt x="16811" y="165746"/>
                  </a:lnTo>
                  <a:lnTo>
                    <a:pt x="0" y="166900"/>
                  </a:lnTo>
                  <a:lnTo>
                    <a:pt x="611" y="166900"/>
                  </a:lnTo>
                  <a:lnTo>
                    <a:pt x="2470" y="168629"/>
                  </a:lnTo>
                  <a:lnTo>
                    <a:pt x="41064" y="190910"/>
                  </a:lnTo>
                  <a:lnTo>
                    <a:pt x="90539" y="209970"/>
                  </a:lnTo>
                  <a:lnTo>
                    <a:pt x="142996" y="218734"/>
                  </a:lnTo>
                  <a:lnTo>
                    <a:pt x="168720" y="212144"/>
                  </a:lnTo>
                  <a:lnTo>
                    <a:pt x="192192" y="193580"/>
                  </a:lnTo>
                  <a:lnTo>
                    <a:pt x="217257" y="166900"/>
                  </a:lnTo>
                  <a:lnTo>
                    <a:pt x="271407" y="112016"/>
                  </a:lnTo>
                  <a:lnTo>
                    <a:pt x="291998" y="86462"/>
                  </a:lnTo>
                  <a:lnTo>
                    <a:pt x="313086" y="55852"/>
                  </a:lnTo>
                  <a:lnTo>
                    <a:pt x="338226" y="16740"/>
                  </a:lnTo>
                  <a:lnTo>
                    <a:pt x="339339" y="7206"/>
                  </a:lnTo>
                  <a:lnTo>
                    <a:pt x="332486" y="323"/>
                  </a:lnTo>
                  <a:lnTo>
                    <a:pt x="320637" y="0"/>
                  </a:lnTo>
                  <a:close/>
                </a:path>
              </a:pathLst>
            </a:custGeom>
            <a:solidFill>
              <a:srgbClr val="3549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1098456" y="8598200"/>
              <a:ext cx="318135" cy="203200"/>
            </a:xfrm>
            <a:custGeom>
              <a:avLst/>
              <a:gdLst/>
              <a:ahLst/>
              <a:cxnLst/>
              <a:rect l="l" t="t" r="r" b="b"/>
              <a:pathLst>
                <a:path w="318134" h="203200">
                  <a:moveTo>
                    <a:pt x="302195" y="0"/>
                  </a:moveTo>
                  <a:lnTo>
                    <a:pt x="289719" y="8938"/>
                  </a:lnTo>
                  <a:lnTo>
                    <a:pt x="269662" y="30795"/>
                  </a:lnTo>
                  <a:lnTo>
                    <a:pt x="248423" y="49852"/>
                  </a:lnTo>
                  <a:lnTo>
                    <a:pt x="222552" y="67777"/>
                  </a:lnTo>
                  <a:lnTo>
                    <a:pt x="188601" y="86234"/>
                  </a:lnTo>
                  <a:lnTo>
                    <a:pt x="147870" y="104622"/>
                  </a:lnTo>
                  <a:lnTo>
                    <a:pt x="140893" y="106928"/>
                  </a:lnTo>
                  <a:lnTo>
                    <a:pt x="139420" y="109363"/>
                  </a:lnTo>
                  <a:lnTo>
                    <a:pt x="112068" y="136322"/>
                  </a:lnTo>
                  <a:lnTo>
                    <a:pt x="72648" y="148553"/>
                  </a:lnTo>
                  <a:lnTo>
                    <a:pt x="5663" y="155108"/>
                  </a:lnTo>
                  <a:lnTo>
                    <a:pt x="0" y="155497"/>
                  </a:lnTo>
                  <a:lnTo>
                    <a:pt x="1322" y="156742"/>
                  </a:lnTo>
                  <a:lnTo>
                    <a:pt x="36107" y="176799"/>
                  </a:lnTo>
                  <a:lnTo>
                    <a:pt x="80517" y="194147"/>
                  </a:lnTo>
                  <a:lnTo>
                    <a:pt x="127085" y="202671"/>
                  </a:lnTo>
                  <a:lnTo>
                    <a:pt x="152852" y="197172"/>
                  </a:lnTo>
                  <a:lnTo>
                    <a:pt x="176201" y="180241"/>
                  </a:lnTo>
                  <a:lnTo>
                    <a:pt x="201038" y="155108"/>
                  </a:lnTo>
                  <a:lnTo>
                    <a:pt x="254606" y="101645"/>
                  </a:lnTo>
                  <a:lnTo>
                    <a:pt x="274152" y="77964"/>
                  </a:lnTo>
                  <a:lnTo>
                    <a:pt x="293445" y="50656"/>
                  </a:lnTo>
                  <a:lnTo>
                    <a:pt x="316022" y="16415"/>
                  </a:lnTo>
                  <a:lnTo>
                    <a:pt x="317869" y="7036"/>
                  </a:lnTo>
                  <a:lnTo>
                    <a:pt x="312420" y="465"/>
                  </a:lnTo>
                  <a:lnTo>
                    <a:pt x="302195" y="0"/>
                  </a:lnTo>
                  <a:close/>
                </a:path>
              </a:pathLst>
            </a:custGeom>
            <a:solidFill>
              <a:srgbClr val="455D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110307" y="8608849"/>
              <a:ext cx="295910" cy="186690"/>
            </a:xfrm>
            <a:custGeom>
              <a:avLst/>
              <a:gdLst/>
              <a:ahLst/>
              <a:cxnLst/>
              <a:rect l="l" t="t" r="r" b="b"/>
              <a:pathLst>
                <a:path w="295909" h="186690">
                  <a:moveTo>
                    <a:pt x="282975" y="0"/>
                  </a:moveTo>
                  <a:lnTo>
                    <a:pt x="271887" y="7729"/>
                  </a:lnTo>
                  <a:lnTo>
                    <a:pt x="254431" y="25949"/>
                  </a:lnTo>
                  <a:lnTo>
                    <a:pt x="235129" y="42708"/>
                  </a:lnTo>
                  <a:lnTo>
                    <a:pt x="210659" y="59329"/>
                  </a:lnTo>
                  <a:lnTo>
                    <a:pt x="177701" y="77130"/>
                  </a:lnTo>
                  <a:lnTo>
                    <a:pt x="140213" y="93700"/>
                  </a:lnTo>
                  <a:lnTo>
                    <a:pt x="128242" y="97601"/>
                  </a:lnTo>
                  <a:lnTo>
                    <a:pt x="127569" y="98715"/>
                  </a:lnTo>
                  <a:lnTo>
                    <a:pt x="100217" y="125673"/>
                  </a:lnTo>
                  <a:lnTo>
                    <a:pt x="60797" y="137905"/>
                  </a:lnTo>
                  <a:lnTo>
                    <a:pt x="0" y="143857"/>
                  </a:lnTo>
                  <a:lnTo>
                    <a:pt x="13387" y="153934"/>
                  </a:lnTo>
                  <a:lnTo>
                    <a:pt x="59469" y="175129"/>
                  </a:lnTo>
                  <a:lnTo>
                    <a:pt x="110384" y="186603"/>
                  </a:lnTo>
                  <a:lnTo>
                    <a:pt x="136192" y="182177"/>
                  </a:lnTo>
                  <a:lnTo>
                    <a:pt x="184032" y="143298"/>
                  </a:lnTo>
                  <a:lnTo>
                    <a:pt x="213993" y="114040"/>
                  </a:lnTo>
                  <a:lnTo>
                    <a:pt x="255569" y="69490"/>
                  </a:lnTo>
                  <a:lnTo>
                    <a:pt x="293038" y="16074"/>
                  </a:lnTo>
                  <a:lnTo>
                    <a:pt x="295626" y="6859"/>
                  </a:lnTo>
                  <a:lnTo>
                    <a:pt x="291580" y="605"/>
                  </a:lnTo>
                  <a:lnTo>
                    <a:pt x="282975" y="0"/>
                  </a:lnTo>
                  <a:close/>
                </a:path>
              </a:pathLst>
            </a:custGeom>
            <a:solidFill>
              <a:srgbClr val="5472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1120015" y="8619498"/>
              <a:ext cx="275590" cy="170815"/>
            </a:xfrm>
            <a:custGeom>
              <a:avLst/>
              <a:gdLst/>
              <a:ahLst/>
              <a:cxnLst/>
              <a:rect l="l" t="t" r="r" b="b"/>
              <a:pathLst>
                <a:path w="275590" h="170815">
                  <a:moveTo>
                    <a:pt x="265916" y="0"/>
                  </a:moveTo>
                  <a:lnTo>
                    <a:pt x="256198" y="6518"/>
                  </a:lnTo>
                  <a:lnTo>
                    <a:pt x="241384" y="21125"/>
                  </a:lnTo>
                  <a:lnTo>
                    <a:pt x="224014" y="35587"/>
                  </a:lnTo>
                  <a:lnTo>
                    <a:pt x="200926" y="50891"/>
                  </a:lnTo>
                  <a:lnTo>
                    <a:pt x="168955" y="68024"/>
                  </a:lnTo>
                  <a:lnTo>
                    <a:pt x="134708" y="82793"/>
                  </a:lnTo>
                  <a:lnTo>
                    <a:pt x="117639" y="88284"/>
                  </a:lnTo>
                  <a:lnTo>
                    <a:pt x="90509" y="115024"/>
                  </a:lnTo>
                  <a:lnTo>
                    <a:pt x="51089" y="127255"/>
                  </a:lnTo>
                  <a:lnTo>
                    <a:pt x="0" y="132257"/>
                  </a:lnTo>
                  <a:lnTo>
                    <a:pt x="11861" y="141349"/>
                  </a:lnTo>
                  <a:lnTo>
                    <a:pt x="52154" y="160080"/>
                  </a:lnTo>
                  <a:lnTo>
                    <a:pt x="95836" y="170534"/>
                  </a:lnTo>
                  <a:lnTo>
                    <a:pt x="121679" y="167149"/>
                  </a:lnTo>
                  <a:lnTo>
                    <a:pt x="169170" y="131480"/>
                  </a:lnTo>
                  <a:lnTo>
                    <a:pt x="198870" y="103081"/>
                  </a:lnTo>
                  <a:lnTo>
                    <a:pt x="239180" y="61049"/>
                  </a:lnTo>
                  <a:lnTo>
                    <a:pt x="272187" y="15743"/>
                  </a:lnTo>
                  <a:lnTo>
                    <a:pt x="275539" y="6689"/>
                  </a:lnTo>
                  <a:lnTo>
                    <a:pt x="272906" y="749"/>
                  </a:lnTo>
                  <a:lnTo>
                    <a:pt x="265916" y="0"/>
                  </a:lnTo>
                  <a:close/>
                </a:path>
              </a:pathLst>
            </a:custGeom>
            <a:solidFill>
              <a:srgbClr val="6385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1128835" y="8630177"/>
              <a:ext cx="256540" cy="154940"/>
            </a:xfrm>
            <a:custGeom>
              <a:avLst/>
              <a:gdLst/>
              <a:ahLst/>
              <a:cxnLst/>
              <a:rect l="l" t="t" r="r" b="b"/>
              <a:pathLst>
                <a:path w="256540" h="154940">
                  <a:moveTo>
                    <a:pt x="249782" y="0"/>
                  </a:moveTo>
                  <a:lnTo>
                    <a:pt x="241398" y="5280"/>
                  </a:lnTo>
                  <a:lnTo>
                    <a:pt x="229269" y="16316"/>
                  </a:lnTo>
                  <a:lnTo>
                    <a:pt x="213827" y="28474"/>
                  </a:lnTo>
                  <a:lnTo>
                    <a:pt x="192092" y="42440"/>
                  </a:lnTo>
                  <a:lnTo>
                    <a:pt x="161086" y="58901"/>
                  </a:lnTo>
                  <a:lnTo>
                    <a:pt x="130089" y="71884"/>
                  </a:lnTo>
                  <a:lnTo>
                    <a:pt x="107260" y="79143"/>
                  </a:lnTo>
                  <a:lnTo>
                    <a:pt x="81689" y="104345"/>
                  </a:lnTo>
                  <a:lnTo>
                    <a:pt x="42269" y="116577"/>
                  </a:lnTo>
                  <a:lnTo>
                    <a:pt x="0" y="120715"/>
                  </a:lnTo>
                  <a:lnTo>
                    <a:pt x="11146" y="129861"/>
                  </a:lnTo>
                  <a:lnTo>
                    <a:pt x="45633" y="146251"/>
                  </a:lnTo>
                  <a:lnTo>
                    <a:pt x="82167" y="154448"/>
                  </a:lnTo>
                  <a:lnTo>
                    <a:pt x="108121" y="151175"/>
                  </a:lnTo>
                  <a:lnTo>
                    <a:pt x="155219" y="119327"/>
                  </a:lnTo>
                  <a:lnTo>
                    <a:pt x="184625" y="92094"/>
                  </a:lnTo>
                  <a:lnTo>
                    <a:pt x="223730" y="52611"/>
                  </a:lnTo>
                  <a:lnTo>
                    <a:pt x="252225" y="15374"/>
                  </a:lnTo>
                  <a:lnTo>
                    <a:pt x="256369" y="6512"/>
                  </a:lnTo>
                  <a:lnTo>
                    <a:pt x="255163" y="899"/>
                  </a:lnTo>
                  <a:lnTo>
                    <a:pt x="249782" y="0"/>
                  </a:lnTo>
                  <a:close/>
                </a:path>
              </a:pathLst>
            </a:custGeom>
            <a:solidFill>
              <a:srgbClr val="729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6" name="object 166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138546" y="8640907"/>
              <a:ext cx="236605" cy="138298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338420" y="8382895"/>
              <a:ext cx="181899" cy="212881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895133" y="9105649"/>
              <a:ext cx="77704" cy="48103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868865" y="8544447"/>
              <a:ext cx="54862" cy="122729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166054" y="8395681"/>
              <a:ext cx="257053" cy="308843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929478" y="8227916"/>
              <a:ext cx="846654" cy="1016880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551180" y="8227917"/>
              <a:ext cx="223864" cy="206789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492938" y="8322780"/>
              <a:ext cx="196532" cy="135160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599050" y="8374687"/>
              <a:ext cx="99913" cy="79840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326852" y="8431496"/>
              <a:ext cx="282061" cy="557822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678106" y="8278805"/>
              <a:ext cx="149683" cy="147134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809986" y="8346698"/>
              <a:ext cx="97913" cy="301938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775679" y="8448825"/>
              <a:ext cx="70170" cy="194628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816731" y="8500881"/>
              <a:ext cx="21694" cy="100427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857157" y="8398089"/>
              <a:ext cx="59836" cy="246076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1360555" y="8386016"/>
              <a:ext cx="60985" cy="62762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841468" y="8425303"/>
              <a:ext cx="193485" cy="712238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617079" y="8319495"/>
              <a:ext cx="269654" cy="260251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191375" y="8653694"/>
              <a:ext cx="359221" cy="159642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515545" y="8360542"/>
              <a:ext cx="69255" cy="191499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874885" y="8357738"/>
              <a:ext cx="211336" cy="632235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605201" y="8399363"/>
              <a:ext cx="125364" cy="148028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940152" y="8511404"/>
              <a:ext cx="57703" cy="66642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930414" y="8849237"/>
              <a:ext cx="118203" cy="36030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1921182" y="8824338"/>
              <a:ext cx="146561" cy="67781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918695" y="9027096"/>
              <a:ext cx="70438" cy="121726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879071" y="8421576"/>
              <a:ext cx="502685" cy="243164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159735" y="8520871"/>
              <a:ext cx="48008" cy="31465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1147032" y="8520171"/>
              <a:ext cx="100330" cy="63500"/>
            </a:xfrm>
            <a:custGeom>
              <a:avLst/>
              <a:gdLst/>
              <a:ahLst/>
              <a:cxnLst/>
              <a:rect l="l" t="t" r="r" b="b"/>
              <a:pathLst>
                <a:path w="100330" h="63500">
                  <a:moveTo>
                    <a:pt x="15918" y="0"/>
                  </a:moveTo>
                  <a:lnTo>
                    <a:pt x="7685" y="3685"/>
                  </a:lnTo>
                  <a:lnTo>
                    <a:pt x="3378" y="8513"/>
                  </a:lnTo>
                  <a:lnTo>
                    <a:pt x="0" y="16873"/>
                  </a:lnTo>
                  <a:lnTo>
                    <a:pt x="49" y="26247"/>
                  </a:lnTo>
                  <a:lnTo>
                    <a:pt x="45826" y="58017"/>
                  </a:lnTo>
                  <a:lnTo>
                    <a:pt x="88741" y="63145"/>
                  </a:lnTo>
                  <a:lnTo>
                    <a:pt x="99773" y="59796"/>
                  </a:lnTo>
                  <a:lnTo>
                    <a:pt x="97836" y="53933"/>
                  </a:lnTo>
                  <a:lnTo>
                    <a:pt x="53913" y="40601"/>
                  </a:lnTo>
                  <a:lnTo>
                    <a:pt x="27409" y="27116"/>
                  </a:lnTo>
                  <a:lnTo>
                    <a:pt x="23665" y="19868"/>
                  </a:lnTo>
                  <a:lnTo>
                    <a:pt x="23263" y="10408"/>
                  </a:lnTo>
                  <a:lnTo>
                    <a:pt x="21855" y="2439"/>
                  </a:lnTo>
                  <a:lnTo>
                    <a:pt x="15918" y="0"/>
                  </a:lnTo>
                  <a:close/>
                </a:path>
              </a:pathLst>
            </a:custGeom>
            <a:solidFill>
              <a:srgbClr val="0507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5" name="object 195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148394" y="8525897"/>
              <a:ext cx="79201" cy="53621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876982" y="8548677"/>
              <a:ext cx="111125" cy="30480"/>
            </a:xfrm>
            <a:custGeom>
              <a:avLst/>
              <a:gdLst/>
              <a:ahLst/>
              <a:cxnLst/>
              <a:rect l="l" t="t" r="r" b="b"/>
              <a:pathLst>
                <a:path w="111125" h="30479">
                  <a:moveTo>
                    <a:pt x="72316" y="0"/>
                  </a:moveTo>
                  <a:lnTo>
                    <a:pt x="62083" y="0"/>
                  </a:lnTo>
                  <a:lnTo>
                    <a:pt x="53394" y="1010"/>
                  </a:lnTo>
                  <a:lnTo>
                    <a:pt x="30613" y="6536"/>
                  </a:lnTo>
                  <a:lnTo>
                    <a:pt x="13665" y="13286"/>
                  </a:lnTo>
                  <a:lnTo>
                    <a:pt x="3238" y="20395"/>
                  </a:lnTo>
                  <a:lnTo>
                    <a:pt x="92" y="26809"/>
                  </a:lnTo>
                  <a:lnTo>
                    <a:pt x="0" y="26999"/>
                  </a:lnTo>
                  <a:lnTo>
                    <a:pt x="5295" y="30401"/>
                  </a:lnTo>
                  <a:lnTo>
                    <a:pt x="18646" y="28059"/>
                  </a:lnTo>
                  <a:lnTo>
                    <a:pt x="38688" y="23786"/>
                  </a:lnTo>
                  <a:lnTo>
                    <a:pt x="64032" y="21376"/>
                  </a:lnTo>
                  <a:lnTo>
                    <a:pt x="109700" y="21376"/>
                  </a:lnTo>
                  <a:lnTo>
                    <a:pt x="110532" y="19254"/>
                  </a:lnTo>
                  <a:lnTo>
                    <a:pt x="108569" y="13599"/>
                  </a:lnTo>
                  <a:lnTo>
                    <a:pt x="103479" y="8143"/>
                  </a:lnTo>
                  <a:lnTo>
                    <a:pt x="95832" y="4235"/>
                  </a:lnTo>
                  <a:lnTo>
                    <a:pt x="83678" y="1313"/>
                  </a:lnTo>
                  <a:lnTo>
                    <a:pt x="72316" y="0"/>
                  </a:lnTo>
                  <a:close/>
                </a:path>
                <a:path w="111125" h="30479">
                  <a:moveTo>
                    <a:pt x="109700" y="21376"/>
                  </a:moveTo>
                  <a:lnTo>
                    <a:pt x="64032" y="21376"/>
                  </a:lnTo>
                  <a:lnTo>
                    <a:pt x="83898" y="22794"/>
                  </a:lnTo>
                  <a:lnTo>
                    <a:pt x="95606" y="25546"/>
                  </a:lnTo>
                  <a:lnTo>
                    <a:pt x="102709" y="26809"/>
                  </a:lnTo>
                  <a:lnTo>
                    <a:pt x="108719" y="23786"/>
                  </a:lnTo>
                  <a:lnTo>
                    <a:pt x="109144" y="22794"/>
                  </a:lnTo>
                  <a:lnTo>
                    <a:pt x="109700" y="21376"/>
                  </a:lnTo>
                  <a:close/>
                </a:path>
              </a:pathLst>
            </a:custGeom>
            <a:solidFill>
              <a:srgbClr val="0507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7" name="object 197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508037" y="8657861"/>
              <a:ext cx="20920" cy="22878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372104" y="8811113"/>
              <a:ext cx="22187" cy="21632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812271" y="8549483"/>
              <a:ext cx="172428" cy="108337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1873178" y="9145182"/>
              <a:ext cx="72882" cy="91636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818420" y="8559003"/>
              <a:ext cx="57785" cy="62230"/>
            </a:xfrm>
            <a:custGeom>
              <a:avLst/>
              <a:gdLst/>
              <a:ahLst/>
              <a:cxnLst/>
              <a:rect l="l" t="t" r="r" b="b"/>
              <a:pathLst>
                <a:path w="57784" h="62229">
                  <a:moveTo>
                    <a:pt x="27465" y="0"/>
                  </a:moveTo>
                  <a:lnTo>
                    <a:pt x="10054" y="1481"/>
                  </a:lnTo>
                  <a:lnTo>
                    <a:pt x="1900" y="5968"/>
                  </a:lnTo>
                  <a:lnTo>
                    <a:pt x="0" y="32348"/>
                  </a:lnTo>
                  <a:lnTo>
                    <a:pt x="1913" y="49283"/>
                  </a:lnTo>
                  <a:lnTo>
                    <a:pt x="10373" y="58526"/>
                  </a:lnTo>
                  <a:lnTo>
                    <a:pt x="28109" y="61830"/>
                  </a:lnTo>
                  <a:lnTo>
                    <a:pt x="47568" y="56585"/>
                  </a:lnTo>
                  <a:lnTo>
                    <a:pt x="56295" y="42180"/>
                  </a:lnTo>
                  <a:lnTo>
                    <a:pt x="57466" y="23698"/>
                  </a:lnTo>
                  <a:lnTo>
                    <a:pt x="54255" y="6219"/>
                  </a:lnTo>
                  <a:lnTo>
                    <a:pt x="45182" y="1565"/>
                  </a:lnTo>
                  <a:lnTo>
                    <a:pt x="27465" y="0"/>
                  </a:lnTo>
                  <a:close/>
                </a:path>
              </a:pathLst>
            </a:custGeom>
            <a:solidFill>
              <a:srgbClr val="0507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2" name="object 202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818957" y="8560121"/>
              <a:ext cx="56205" cy="58495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1362076" y="8188452"/>
              <a:ext cx="231420" cy="234417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964896" y="7954867"/>
              <a:ext cx="888543" cy="85270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027013" y="7954867"/>
              <a:ext cx="893943" cy="666356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1537507" y="9247571"/>
              <a:ext cx="228752" cy="182256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1143148" y="8937214"/>
              <a:ext cx="888538" cy="525648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1205262" y="8853489"/>
              <a:ext cx="869621" cy="609374"/>
            </a:xfrm>
            <a:prstGeom prst="rect">
              <a:avLst/>
            </a:prstGeom>
          </p:spPr>
        </p:pic>
        <p:pic>
          <p:nvPicPr>
            <p:cNvPr id="209" name="object 209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631055" y="8947559"/>
              <a:ext cx="172063" cy="174289"/>
            </a:xfrm>
            <a:prstGeom prst="rect">
              <a:avLst/>
            </a:prstGeom>
          </p:spPr>
        </p:pic>
        <p:pic>
          <p:nvPicPr>
            <p:cNvPr id="210" name="object 210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232269" y="8613123"/>
              <a:ext cx="856587" cy="849739"/>
            </a:xfrm>
            <a:prstGeom prst="rect">
              <a:avLst/>
            </a:prstGeom>
          </p:spPr>
        </p:pic>
        <p:pic>
          <p:nvPicPr>
            <p:cNvPr id="211" name="object 211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1278182" y="8551006"/>
              <a:ext cx="810675" cy="823723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1266510" y="8695902"/>
              <a:ext cx="146068" cy="147951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867669" y="8351151"/>
              <a:ext cx="858832" cy="885842"/>
            </a:xfrm>
            <a:prstGeom prst="rect">
              <a:avLst/>
            </a:prstGeom>
          </p:spPr>
        </p:pic>
        <p:pic>
          <p:nvPicPr>
            <p:cNvPr id="214" name="object 214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905480" y="8297139"/>
              <a:ext cx="864235" cy="821022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1763888" y="9132643"/>
              <a:ext cx="108066" cy="109464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1391613" y="8731956"/>
              <a:ext cx="696526" cy="728574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1954619" y="8403816"/>
              <a:ext cx="115181" cy="149028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1553659" y="8059472"/>
              <a:ext cx="535198" cy="885842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1594171" y="8005457"/>
              <a:ext cx="494686" cy="821025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1441715" y="8352729"/>
              <a:ext cx="141415" cy="143240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1040517" y="8005457"/>
              <a:ext cx="861536" cy="883141"/>
            </a:xfrm>
            <a:prstGeom prst="rect">
              <a:avLst/>
            </a:prstGeom>
          </p:spPr>
        </p:pic>
        <p:pic>
          <p:nvPicPr>
            <p:cNvPr id="222" name="object 222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1078327" y="7954867"/>
              <a:ext cx="861536" cy="820299"/>
            </a:xfrm>
            <a:prstGeom prst="rect">
              <a:avLst/>
            </a:prstGeom>
          </p:spPr>
        </p:pic>
        <p:pic>
          <p:nvPicPr>
            <p:cNvPr id="223" name="object 223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1014878" y="8818872"/>
              <a:ext cx="153600" cy="155591"/>
            </a:xfrm>
            <a:prstGeom prst="rect">
              <a:avLst/>
            </a:prstGeom>
          </p:spPr>
        </p:pic>
        <p:pic>
          <p:nvPicPr>
            <p:cNvPr id="224" name="object 224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616501" y="8475385"/>
              <a:ext cx="861536" cy="891239"/>
            </a:xfrm>
            <a:prstGeom prst="rect">
              <a:avLst/>
            </a:prstGeom>
          </p:spPr>
        </p:pic>
        <p:pic>
          <p:nvPicPr>
            <p:cNvPr id="225" name="object 225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657012" y="8421371"/>
              <a:ext cx="864236" cy="821025"/>
            </a:xfrm>
            <a:prstGeom prst="rect">
              <a:avLst/>
            </a:prstGeom>
          </p:spPr>
        </p:pic>
        <p:pic>
          <p:nvPicPr>
            <p:cNvPr id="226" name="object 226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1901374" y="8981663"/>
              <a:ext cx="82353" cy="83420"/>
            </a:xfrm>
            <a:prstGeom prst="rect">
              <a:avLst/>
            </a:prstGeom>
          </p:spPr>
        </p:pic>
        <p:pic>
          <p:nvPicPr>
            <p:cNvPr id="227" name="object 227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1499643" y="8610422"/>
              <a:ext cx="589214" cy="834019"/>
            </a:xfrm>
            <a:prstGeom prst="rect">
              <a:avLst/>
            </a:prstGeom>
          </p:spPr>
        </p:pic>
        <p:pic>
          <p:nvPicPr>
            <p:cNvPr id="228" name="object 228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1521252" y="8580714"/>
              <a:ext cx="567605" cy="815623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1089845" y="9083147"/>
              <a:ext cx="98114" cy="99386"/>
            </a:xfrm>
            <a:prstGeom prst="rect">
              <a:avLst/>
            </a:prstGeom>
          </p:spPr>
        </p:pic>
        <p:pic>
          <p:nvPicPr>
            <p:cNvPr id="230" name="object 230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686720" y="8718456"/>
              <a:ext cx="845327" cy="744406"/>
            </a:xfrm>
            <a:prstGeom prst="rect">
              <a:avLst/>
            </a:prstGeom>
          </p:spPr>
        </p:pic>
        <p:pic>
          <p:nvPicPr>
            <p:cNvPr id="231" name="object 231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713727" y="8680646"/>
              <a:ext cx="848032" cy="782217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1254068" y="8325840"/>
              <a:ext cx="82353" cy="83419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851465" y="7954867"/>
              <a:ext cx="839928" cy="852707"/>
            </a:xfrm>
            <a:prstGeom prst="rect">
              <a:avLst/>
            </a:prstGeom>
          </p:spPr>
        </p:pic>
        <p:pic>
          <p:nvPicPr>
            <p:cNvPr id="234" name="object 234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873071" y="7954867"/>
              <a:ext cx="842630" cy="787891"/>
            </a:xfrm>
            <a:prstGeom prst="rect">
              <a:avLst/>
            </a:prstGeom>
          </p:spPr>
        </p:pic>
        <p:pic>
          <p:nvPicPr>
            <p:cNvPr id="235" name="object 235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2007785" y="8515939"/>
              <a:ext cx="71292" cy="83769"/>
            </a:xfrm>
            <a:prstGeom prst="rect">
              <a:avLst/>
            </a:prstGeom>
          </p:spPr>
        </p:pic>
        <p:pic>
          <p:nvPicPr>
            <p:cNvPr id="236" name="object 236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1604971" y="8143196"/>
              <a:ext cx="483885" cy="856131"/>
            </a:xfrm>
            <a:prstGeom prst="rect">
              <a:avLst/>
            </a:prstGeom>
          </p:spPr>
        </p:pic>
        <p:pic>
          <p:nvPicPr>
            <p:cNvPr id="237" name="object 237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1626578" y="8113491"/>
              <a:ext cx="462279" cy="818320"/>
            </a:xfrm>
            <a:prstGeom prst="rect">
              <a:avLst/>
            </a:prstGeom>
          </p:spPr>
        </p:pic>
        <p:pic>
          <p:nvPicPr>
            <p:cNvPr id="238" name="object 238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1066713" y="8603748"/>
              <a:ext cx="82357" cy="83414"/>
            </a:xfrm>
            <a:prstGeom prst="rect">
              <a:avLst/>
            </a:prstGeom>
          </p:spPr>
        </p:pic>
        <p:pic>
          <p:nvPicPr>
            <p:cNvPr id="239" name="object 239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665114" y="8232319"/>
              <a:ext cx="839928" cy="853433"/>
            </a:xfrm>
            <a:prstGeom prst="rect">
              <a:avLst/>
            </a:prstGeom>
          </p:spPr>
        </p:pic>
        <p:pic>
          <p:nvPicPr>
            <p:cNvPr id="240" name="object 240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686720" y="8202611"/>
              <a:ext cx="839930" cy="815623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1249682" y="8598481"/>
              <a:ext cx="62947" cy="63759"/>
            </a:xfrm>
            <a:prstGeom prst="rect">
              <a:avLst/>
            </a:prstGeom>
          </p:spPr>
        </p:pic>
        <p:pic>
          <p:nvPicPr>
            <p:cNvPr id="242" name="object 242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846064" y="8218817"/>
              <a:ext cx="834523" cy="845325"/>
            </a:xfrm>
            <a:prstGeom prst="rect">
              <a:avLst/>
            </a:prstGeom>
          </p:spPr>
        </p:pic>
        <p:pic>
          <p:nvPicPr>
            <p:cNvPr id="243" name="object 243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862269" y="8194509"/>
              <a:ext cx="834527" cy="818324"/>
            </a:xfrm>
            <a:prstGeom prst="rect">
              <a:avLst/>
            </a:prstGeom>
          </p:spPr>
        </p:pic>
        <p:pic>
          <p:nvPicPr>
            <p:cNvPr id="244" name="object 244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1850439" y="8322311"/>
              <a:ext cx="62947" cy="63769"/>
            </a:xfrm>
            <a:prstGeom prst="rect">
              <a:avLst/>
            </a:prstGeom>
          </p:spPr>
        </p:pic>
        <p:pic>
          <p:nvPicPr>
            <p:cNvPr id="245" name="object 245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1445631" y="7963279"/>
              <a:ext cx="643226" cy="822691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1464533" y="7966241"/>
              <a:ext cx="624324" cy="768414"/>
            </a:xfrm>
            <a:prstGeom prst="rect">
              <a:avLst/>
            </a:prstGeom>
          </p:spPr>
        </p:pic>
        <p:pic>
          <p:nvPicPr>
            <p:cNvPr id="247" name="object 247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996394" y="9087921"/>
              <a:ext cx="62951" cy="63759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592194" y="8707650"/>
              <a:ext cx="834526" cy="755212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608399" y="8686043"/>
              <a:ext cx="834528" cy="776819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1910782" y="8815364"/>
              <a:ext cx="141407" cy="14323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1510446" y="8467283"/>
              <a:ext cx="578411" cy="885842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1548256" y="8415973"/>
              <a:ext cx="540601" cy="821020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1455834" y="9310752"/>
              <a:ext cx="141830" cy="135650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1056721" y="8964219"/>
              <a:ext cx="858832" cy="498643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1091831" y="8912905"/>
              <a:ext cx="864234" cy="549957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1156649" y="8210713"/>
              <a:ext cx="932208" cy="991171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1039145" y="8364279"/>
              <a:ext cx="882198" cy="660902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1037340" y="8446601"/>
              <a:ext cx="131105" cy="107515"/>
            </a:xfrm>
            <a:prstGeom prst="rect">
              <a:avLst/>
            </a:prstGeom>
          </p:spPr>
        </p:pic>
        <p:pic>
          <p:nvPicPr>
            <p:cNvPr id="259" name="object 259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1149116" y="8382226"/>
              <a:ext cx="93402" cy="67432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1043339" y="8441920"/>
              <a:ext cx="83274" cy="90824"/>
            </a:xfrm>
            <a:prstGeom prst="rect">
              <a:avLst/>
            </a:prstGeom>
          </p:spPr>
        </p:pic>
        <p:pic>
          <p:nvPicPr>
            <p:cNvPr id="261" name="object 261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1114479" y="8364480"/>
              <a:ext cx="186580" cy="86528"/>
            </a:xfrm>
            <a:prstGeom prst="rect">
              <a:avLst/>
            </a:prstGeom>
          </p:spPr>
        </p:pic>
        <p:pic>
          <p:nvPicPr>
            <p:cNvPr id="262" name="object 262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1502530" y="8707640"/>
              <a:ext cx="332565" cy="212862"/>
            </a:xfrm>
            <a:prstGeom prst="rect">
              <a:avLst/>
            </a:prstGeom>
          </p:spPr>
        </p:pic>
        <p:pic>
          <p:nvPicPr>
            <p:cNvPr id="263" name="object 263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1558130" y="8940659"/>
              <a:ext cx="244578" cy="84604"/>
            </a:xfrm>
            <a:prstGeom prst="rect">
              <a:avLst/>
            </a:prstGeom>
          </p:spPr>
        </p:pic>
        <p:pic>
          <p:nvPicPr>
            <p:cNvPr id="264" name="object 264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1445348" y="8878787"/>
              <a:ext cx="113294" cy="90332"/>
            </a:xfrm>
            <a:prstGeom prst="rect">
              <a:avLst/>
            </a:prstGeom>
          </p:spPr>
        </p:pic>
        <p:pic>
          <p:nvPicPr>
            <p:cNvPr id="265" name="object 265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1516801" y="8931232"/>
              <a:ext cx="97452" cy="50388"/>
            </a:xfrm>
            <a:prstGeom prst="rect">
              <a:avLst/>
            </a:prstGeom>
          </p:spPr>
        </p:pic>
        <p:pic>
          <p:nvPicPr>
            <p:cNvPr id="266" name="object 266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1437244" y="8894137"/>
              <a:ext cx="59087" cy="43244"/>
            </a:xfrm>
            <a:prstGeom prst="rect">
              <a:avLst/>
            </a:prstGeom>
          </p:spPr>
        </p:pic>
        <p:pic>
          <p:nvPicPr>
            <p:cNvPr id="267" name="object 267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1751381" y="8876783"/>
              <a:ext cx="169963" cy="147570"/>
            </a:xfrm>
            <a:prstGeom prst="rect">
              <a:avLst/>
            </a:prstGeom>
          </p:spPr>
        </p:pic>
        <p:pic>
          <p:nvPicPr>
            <p:cNvPr id="268" name="object 268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1048177" y="8365870"/>
              <a:ext cx="441745" cy="304556"/>
            </a:xfrm>
            <a:prstGeom prst="rect">
              <a:avLst/>
            </a:prstGeom>
          </p:spPr>
        </p:pic>
        <p:pic>
          <p:nvPicPr>
            <p:cNvPr id="269" name="object 269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1360283" y="8565571"/>
              <a:ext cx="189878" cy="395988"/>
            </a:xfrm>
            <a:prstGeom prst="rect">
              <a:avLst/>
            </a:prstGeom>
          </p:spPr>
        </p:pic>
        <p:pic>
          <p:nvPicPr>
            <p:cNvPr id="270" name="object 270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1563575" y="8792821"/>
              <a:ext cx="287216" cy="125149"/>
            </a:xfrm>
            <a:prstGeom prst="rect">
              <a:avLst/>
            </a:prstGeom>
          </p:spPr>
        </p:pic>
        <p:pic>
          <p:nvPicPr>
            <p:cNvPr id="271" name="object 271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1789893" y="8887561"/>
              <a:ext cx="112404" cy="95431"/>
            </a:xfrm>
            <a:prstGeom prst="rect">
              <a:avLst/>
            </a:prstGeom>
          </p:spPr>
        </p:pic>
        <p:pic>
          <p:nvPicPr>
            <p:cNvPr id="272" name="object 272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1353100" y="8448433"/>
              <a:ext cx="563030" cy="562475"/>
            </a:xfrm>
            <a:prstGeom prst="rect">
              <a:avLst/>
            </a:prstGeom>
          </p:spPr>
        </p:pic>
        <p:pic>
          <p:nvPicPr>
            <p:cNvPr id="273" name="object 273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1204047" y="8364479"/>
              <a:ext cx="194789" cy="137952"/>
            </a:xfrm>
            <a:prstGeom prst="rect">
              <a:avLst/>
            </a:prstGeom>
          </p:spPr>
        </p:pic>
        <p:pic>
          <p:nvPicPr>
            <p:cNvPr id="274" name="object 274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964341" y="8470778"/>
              <a:ext cx="138640" cy="130289"/>
            </a:xfrm>
            <a:prstGeom prst="rect">
              <a:avLst/>
            </a:prstGeom>
          </p:spPr>
        </p:pic>
        <p:pic>
          <p:nvPicPr>
            <p:cNvPr id="275" name="object 275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1730889" y="8824642"/>
              <a:ext cx="184758" cy="119074"/>
            </a:xfrm>
            <a:prstGeom prst="rect">
              <a:avLst/>
            </a:prstGeom>
          </p:spPr>
        </p:pic>
        <p:pic>
          <p:nvPicPr>
            <p:cNvPr id="276" name="object 276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1429998" y="8569037"/>
              <a:ext cx="82290" cy="58647"/>
            </a:xfrm>
            <a:prstGeom prst="rect">
              <a:avLst/>
            </a:prstGeom>
          </p:spPr>
        </p:pic>
        <p:pic>
          <p:nvPicPr>
            <p:cNvPr id="277" name="object 277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1520079" y="8921393"/>
              <a:ext cx="61453" cy="41904"/>
            </a:xfrm>
            <a:prstGeom prst="rect">
              <a:avLst/>
            </a:prstGeom>
          </p:spPr>
        </p:pic>
        <p:pic>
          <p:nvPicPr>
            <p:cNvPr id="278" name="object 278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1477316" y="8882912"/>
              <a:ext cx="48385" cy="52019"/>
            </a:xfrm>
            <a:prstGeom prst="rect">
              <a:avLst/>
            </a:prstGeom>
          </p:spPr>
        </p:pic>
        <p:pic>
          <p:nvPicPr>
            <p:cNvPr id="279" name="object 279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182152" y="8408696"/>
              <a:ext cx="14921" cy="14994"/>
            </a:xfrm>
            <a:prstGeom prst="rect">
              <a:avLst/>
            </a:prstGeom>
          </p:spPr>
        </p:pic>
        <p:pic>
          <p:nvPicPr>
            <p:cNvPr id="280" name="object 280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1504247" y="8604250"/>
              <a:ext cx="23643" cy="23747"/>
            </a:xfrm>
            <a:prstGeom prst="rect">
              <a:avLst/>
            </a:prstGeom>
          </p:spPr>
        </p:pic>
        <p:sp>
          <p:nvSpPr>
            <p:cNvPr id="281" name="object 281"/>
            <p:cNvSpPr/>
            <p:nvPr/>
          </p:nvSpPr>
          <p:spPr>
            <a:xfrm>
              <a:off x="784314" y="8993586"/>
              <a:ext cx="1263015" cy="290195"/>
            </a:xfrm>
            <a:custGeom>
              <a:avLst/>
              <a:gdLst/>
              <a:ahLst/>
              <a:cxnLst/>
              <a:rect l="l" t="t" r="r" b="b"/>
              <a:pathLst>
                <a:path w="1263014" h="290195">
                  <a:moveTo>
                    <a:pt x="1262987" y="0"/>
                  </a:moveTo>
                  <a:lnTo>
                    <a:pt x="659100" y="0"/>
                  </a:lnTo>
                  <a:lnTo>
                    <a:pt x="279520" y="0"/>
                  </a:lnTo>
                  <a:lnTo>
                    <a:pt x="229287" y="4057"/>
                  </a:lnTo>
                  <a:lnTo>
                    <a:pt x="182004" y="15755"/>
                  </a:lnTo>
                  <a:lnTo>
                    <a:pt x="138460" y="34384"/>
                  </a:lnTo>
                  <a:lnTo>
                    <a:pt x="99447" y="59232"/>
                  </a:lnTo>
                  <a:lnTo>
                    <a:pt x="65754" y="89588"/>
                  </a:lnTo>
                  <a:lnTo>
                    <a:pt x="38172" y="124741"/>
                  </a:lnTo>
                  <a:lnTo>
                    <a:pt x="17492" y="163981"/>
                  </a:lnTo>
                  <a:lnTo>
                    <a:pt x="4504" y="206596"/>
                  </a:lnTo>
                  <a:lnTo>
                    <a:pt x="0" y="251877"/>
                  </a:lnTo>
                  <a:lnTo>
                    <a:pt x="0" y="289844"/>
                  </a:lnTo>
                  <a:lnTo>
                    <a:pt x="941468" y="289844"/>
                  </a:lnTo>
                  <a:lnTo>
                    <a:pt x="993603" y="286051"/>
                  </a:lnTo>
                  <a:lnTo>
                    <a:pt x="1043080" y="275070"/>
                  </a:lnTo>
                  <a:lnTo>
                    <a:pt x="1089227" y="257497"/>
                  </a:lnTo>
                  <a:lnTo>
                    <a:pt x="1131370" y="233931"/>
                  </a:lnTo>
                  <a:lnTo>
                    <a:pt x="1168833" y="204967"/>
                  </a:lnTo>
                  <a:lnTo>
                    <a:pt x="1200961" y="171203"/>
                  </a:lnTo>
                  <a:lnTo>
                    <a:pt x="1227103" y="133232"/>
                  </a:lnTo>
                  <a:lnTo>
                    <a:pt x="1246597" y="91646"/>
                  </a:lnTo>
                  <a:lnTo>
                    <a:pt x="1258779" y="47037"/>
                  </a:lnTo>
                  <a:lnTo>
                    <a:pt x="1262987" y="0"/>
                  </a:lnTo>
                  <a:close/>
                </a:path>
              </a:pathLst>
            </a:custGeom>
            <a:solidFill>
              <a:srgbClr val="4EA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767951" y="8956238"/>
              <a:ext cx="1296035" cy="288290"/>
            </a:xfrm>
            <a:custGeom>
              <a:avLst/>
              <a:gdLst/>
              <a:ahLst/>
              <a:cxnLst/>
              <a:rect l="l" t="t" r="r" b="b"/>
              <a:pathLst>
                <a:path w="1296035" h="288290">
                  <a:moveTo>
                    <a:pt x="1295719" y="0"/>
                  </a:moveTo>
                  <a:lnTo>
                    <a:pt x="676178" y="0"/>
                  </a:lnTo>
                  <a:lnTo>
                    <a:pt x="286766" y="0"/>
                  </a:lnTo>
                  <a:lnTo>
                    <a:pt x="235231" y="4026"/>
                  </a:lnTo>
                  <a:lnTo>
                    <a:pt x="186722" y="15637"/>
                  </a:lnTo>
                  <a:lnTo>
                    <a:pt x="142050" y="34125"/>
                  </a:lnTo>
                  <a:lnTo>
                    <a:pt x="102025" y="58786"/>
                  </a:lnTo>
                  <a:lnTo>
                    <a:pt x="67459" y="88914"/>
                  </a:lnTo>
                  <a:lnTo>
                    <a:pt x="39162" y="123803"/>
                  </a:lnTo>
                  <a:lnTo>
                    <a:pt x="17946" y="162747"/>
                  </a:lnTo>
                  <a:lnTo>
                    <a:pt x="4621" y="205042"/>
                  </a:lnTo>
                  <a:lnTo>
                    <a:pt x="0" y="249981"/>
                  </a:lnTo>
                  <a:lnTo>
                    <a:pt x="0" y="287677"/>
                  </a:lnTo>
                  <a:lnTo>
                    <a:pt x="965855" y="287677"/>
                  </a:lnTo>
                  <a:lnTo>
                    <a:pt x="1019342" y="283912"/>
                  </a:lnTo>
                  <a:lnTo>
                    <a:pt x="1070103" y="273012"/>
                  </a:lnTo>
                  <a:lnTo>
                    <a:pt x="1117446" y="255569"/>
                  </a:lnTo>
                  <a:lnTo>
                    <a:pt x="1160680" y="232177"/>
                  </a:lnTo>
                  <a:lnTo>
                    <a:pt x="1199115" y="203428"/>
                  </a:lnTo>
                  <a:lnTo>
                    <a:pt x="1232080" y="169919"/>
                  </a:lnTo>
                  <a:lnTo>
                    <a:pt x="1258903" y="132234"/>
                  </a:lnTo>
                  <a:lnTo>
                    <a:pt x="1278903" y="90961"/>
                  </a:lnTo>
                  <a:lnTo>
                    <a:pt x="1291402" y="46686"/>
                  </a:lnTo>
                  <a:lnTo>
                    <a:pt x="1295719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1004951" y="9025540"/>
              <a:ext cx="825500" cy="176530"/>
            </a:xfrm>
            <a:custGeom>
              <a:avLst/>
              <a:gdLst/>
              <a:ahLst/>
              <a:cxnLst/>
              <a:rect l="l" t="t" r="r" b="b"/>
              <a:pathLst>
                <a:path w="825500" h="176529">
                  <a:moveTo>
                    <a:pt x="99352" y="50165"/>
                  </a:moveTo>
                  <a:lnTo>
                    <a:pt x="98844" y="40233"/>
                  </a:lnTo>
                  <a:lnTo>
                    <a:pt x="97129" y="30746"/>
                  </a:lnTo>
                  <a:lnTo>
                    <a:pt x="94513" y="23672"/>
                  </a:lnTo>
                  <a:lnTo>
                    <a:pt x="93878" y="21945"/>
                  </a:lnTo>
                  <a:lnTo>
                    <a:pt x="88811" y="14033"/>
                  </a:lnTo>
                  <a:lnTo>
                    <a:pt x="82842" y="8382"/>
                  </a:lnTo>
                  <a:lnTo>
                    <a:pt x="75145" y="3937"/>
                  </a:lnTo>
                  <a:lnTo>
                    <a:pt x="68732" y="2019"/>
                  </a:lnTo>
                  <a:lnTo>
                    <a:pt x="68732" y="46951"/>
                  </a:lnTo>
                  <a:lnTo>
                    <a:pt x="68148" y="59893"/>
                  </a:lnTo>
                  <a:lnTo>
                    <a:pt x="56388" y="99936"/>
                  </a:lnTo>
                  <a:lnTo>
                    <a:pt x="39331" y="111379"/>
                  </a:lnTo>
                  <a:lnTo>
                    <a:pt x="36906" y="111379"/>
                  </a:lnTo>
                  <a:lnTo>
                    <a:pt x="34658" y="110972"/>
                  </a:lnTo>
                  <a:lnTo>
                    <a:pt x="33045" y="110769"/>
                  </a:lnTo>
                  <a:lnTo>
                    <a:pt x="50292" y="24079"/>
                  </a:lnTo>
                  <a:lnTo>
                    <a:pt x="51295" y="23672"/>
                  </a:lnTo>
                  <a:lnTo>
                    <a:pt x="55143" y="23672"/>
                  </a:lnTo>
                  <a:lnTo>
                    <a:pt x="61976" y="25958"/>
                  </a:lnTo>
                  <a:lnTo>
                    <a:pt x="66128" y="31699"/>
                  </a:lnTo>
                  <a:lnTo>
                    <a:pt x="68186" y="39243"/>
                  </a:lnTo>
                  <a:lnTo>
                    <a:pt x="68732" y="46951"/>
                  </a:lnTo>
                  <a:lnTo>
                    <a:pt x="68732" y="2019"/>
                  </a:lnTo>
                  <a:lnTo>
                    <a:pt x="65506" y="1041"/>
                  </a:lnTo>
                  <a:lnTo>
                    <a:pt x="53733" y="0"/>
                  </a:lnTo>
                  <a:lnTo>
                    <a:pt x="45554" y="203"/>
                  </a:lnTo>
                  <a:lnTo>
                    <a:pt x="37909" y="774"/>
                  </a:lnTo>
                  <a:lnTo>
                    <a:pt x="31038" y="1600"/>
                  </a:lnTo>
                  <a:lnTo>
                    <a:pt x="25146" y="2603"/>
                  </a:lnTo>
                  <a:lnTo>
                    <a:pt x="0" y="133642"/>
                  </a:lnTo>
                  <a:lnTo>
                    <a:pt x="5803" y="134848"/>
                  </a:lnTo>
                  <a:lnTo>
                    <a:pt x="12839" y="135750"/>
                  </a:lnTo>
                  <a:lnTo>
                    <a:pt x="19748" y="136271"/>
                  </a:lnTo>
                  <a:lnTo>
                    <a:pt x="26352" y="136448"/>
                  </a:lnTo>
                  <a:lnTo>
                    <a:pt x="39763" y="135750"/>
                  </a:lnTo>
                  <a:lnTo>
                    <a:pt x="50419" y="133642"/>
                  </a:lnTo>
                  <a:lnTo>
                    <a:pt x="50685" y="133642"/>
                  </a:lnTo>
                  <a:lnTo>
                    <a:pt x="60515" y="129679"/>
                  </a:lnTo>
                  <a:lnTo>
                    <a:pt x="69138" y="124015"/>
                  </a:lnTo>
                  <a:lnTo>
                    <a:pt x="79590" y="113068"/>
                  </a:lnTo>
                  <a:lnTo>
                    <a:pt x="80581" y="111379"/>
                  </a:lnTo>
                  <a:lnTo>
                    <a:pt x="89344" y="96494"/>
                  </a:lnTo>
                  <a:lnTo>
                    <a:pt x="96545" y="75222"/>
                  </a:lnTo>
                  <a:lnTo>
                    <a:pt x="99352" y="50165"/>
                  </a:lnTo>
                  <a:close/>
                </a:path>
                <a:path w="825500" h="176529">
                  <a:moveTo>
                    <a:pt x="180454" y="64414"/>
                  </a:moveTo>
                  <a:lnTo>
                    <a:pt x="154305" y="36068"/>
                  </a:lnTo>
                  <a:lnTo>
                    <a:pt x="154305" y="62204"/>
                  </a:lnTo>
                  <a:lnTo>
                    <a:pt x="154305" y="75247"/>
                  </a:lnTo>
                  <a:lnTo>
                    <a:pt x="145389" y="80467"/>
                  </a:lnTo>
                  <a:lnTo>
                    <a:pt x="133032" y="79667"/>
                  </a:lnTo>
                  <a:lnTo>
                    <a:pt x="134645" y="68427"/>
                  </a:lnTo>
                  <a:lnTo>
                    <a:pt x="140525" y="59194"/>
                  </a:lnTo>
                  <a:lnTo>
                    <a:pt x="152285" y="59194"/>
                  </a:lnTo>
                  <a:lnTo>
                    <a:pt x="154305" y="62204"/>
                  </a:lnTo>
                  <a:lnTo>
                    <a:pt x="154305" y="36068"/>
                  </a:lnTo>
                  <a:lnTo>
                    <a:pt x="114160" y="56261"/>
                  </a:lnTo>
                  <a:lnTo>
                    <a:pt x="101790" y="99123"/>
                  </a:lnTo>
                  <a:lnTo>
                    <a:pt x="103822" y="114287"/>
                  </a:lnTo>
                  <a:lnTo>
                    <a:pt x="110236" y="126301"/>
                  </a:lnTo>
                  <a:lnTo>
                    <a:pt x="121551" y="134213"/>
                  </a:lnTo>
                  <a:lnTo>
                    <a:pt x="138290" y="137058"/>
                  </a:lnTo>
                  <a:lnTo>
                    <a:pt x="147104" y="136753"/>
                  </a:lnTo>
                  <a:lnTo>
                    <a:pt x="154940" y="135801"/>
                  </a:lnTo>
                  <a:lnTo>
                    <a:pt x="162064" y="134213"/>
                  </a:lnTo>
                  <a:lnTo>
                    <a:pt x="169316" y="131838"/>
                  </a:lnTo>
                  <a:lnTo>
                    <a:pt x="168211" y="114287"/>
                  </a:lnTo>
                  <a:lnTo>
                    <a:pt x="167894" y="109372"/>
                  </a:lnTo>
                  <a:lnTo>
                    <a:pt x="161201" y="112369"/>
                  </a:lnTo>
                  <a:lnTo>
                    <a:pt x="154978" y="114287"/>
                  </a:lnTo>
                  <a:lnTo>
                    <a:pt x="140309" y="114287"/>
                  </a:lnTo>
                  <a:lnTo>
                    <a:pt x="135851" y="111760"/>
                  </a:lnTo>
                  <a:lnTo>
                    <a:pt x="131000" y="106959"/>
                  </a:lnTo>
                  <a:lnTo>
                    <a:pt x="130390" y="104343"/>
                  </a:lnTo>
                  <a:lnTo>
                    <a:pt x="130390" y="101536"/>
                  </a:lnTo>
                  <a:lnTo>
                    <a:pt x="150012" y="100228"/>
                  </a:lnTo>
                  <a:lnTo>
                    <a:pt x="165912" y="94030"/>
                  </a:lnTo>
                  <a:lnTo>
                    <a:pt x="176568" y="82321"/>
                  </a:lnTo>
                  <a:lnTo>
                    <a:pt x="176974" y="80467"/>
                  </a:lnTo>
                  <a:lnTo>
                    <a:pt x="180454" y="64414"/>
                  </a:lnTo>
                  <a:close/>
                </a:path>
                <a:path w="825500" h="176529">
                  <a:moveTo>
                    <a:pt x="247586" y="39331"/>
                  </a:moveTo>
                  <a:lnTo>
                    <a:pt x="243725" y="37122"/>
                  </a:lnTo>
                  <a:lnTo>
                    <a:pt x="237032" y="35509"/>
                  </a:lnTo>
                  <a:lnTo>
                    <a:pt x="227507" y="35509"/>
                  </a:lnTo>
                  <a:lnTo>
                    <a:pt x="211175" y="38252"/>
                  </a:lnTo>
                  <a:lnTo>
                    <a:pt x="198793" y="45669"/>
                  </a:lnTo>
                  <a:lnTo>
                    <a:pt x="190919" y="56591"/>
                  </a:lnTo>
                  <a:lnTo>
                    <a:pt x="188175" y="69837"/>
                  </a:lnTo>
                  <a:lnTo>
                    <a:pt x="188785" y="75958"/>
                  </a:lnTo>
                  <a:lnTo>
                    <a:pt x="190855" y="82169"/>
                  </a:lnTo>
                  <a:lnTo>
                    <a:pt x="194678" y="88226"/>
                  </a:lnTo>
                  <a:lnTo>
                    <a:pt x="200545" y="93903"/>
                  </a:lnTo>
                  <a:lnTo>
                    <a:pt x="208038" y="99529"/>
                  </a:lnTo>
                  <a:lnTo>
                    <a:pt x="210070" y="102539"/>
                  </a:lnTo>
                  <a:lnTo>
                    <a:pt x="210070" y="111569"/>
                  </a:lnTo>
                  <a:lnTo>
                    <a:pt x="206819" y="115189"/>
                  </a:lnTo>
                  <a:lnTo>
                    <a:pt x="193662" y="115582"/>
                  </a:lnTo>
                  <a:lnTo>
                    <a:pt x="188582" y="113766"/>
                  </a:lnTo>
                  <a:lnTo>
                    <a:pt x="184315" y="111569"/>
                  </a:lnTo>
                  <a:lnTo>
                    <a:pt x="177431" y="132245"/>
                  </a:lnTo>
                  <a:lnTo>
                    <a:pt x="181279" y="134645"/>
                  </a:lnTo>
                  <a:lnTo>
                    <a:pt x="189382" y="137058"/>
                  </a:lnTo>
                  <a:lnTo>
                    <a:pt x="199123" y="137058"/>
                  </a:lnTo>
                  <a:lnTo>
                    <a:pt x="215887" y="134708"/>
                  </a:lnTo>
                  <a:lnTo>
                    <a:pt x="228676" y="127901"/>
                  </a:lnTo>
                  <a:lnTo>
                    <a:pt x="236816" y="116992"/>
                  </a:lnTo>
                  <a:lnTo>
                    <a:pt x="239674" y="102336"/>
                  </a:lnTo>
                  <a:lnTo>
                    <a:pt x="239064" y="96710"/>
                  </a:lnTo>
                  <a:lnTo>
                    <a:pt x="236778" y="90297"/>
                  </a:lnTo>
                  <a:lnTo>
                    <a:pt x="232143" y="83439"/>
                  </a:lnTo>
                  <a:lnTo>
                    <a:pt x="224459" y="76454"/>
                  </a:lnTo>
                  <a:lnTo>
                    <a:pt x="219798" y="73037"/>
                  </a:lnTo>
                  <a:lnTo>
                    <a:pt x="217576" y="70434"/>
                  </a:lnTo>
                  <a:lnTo>
                    <a:pt x="217576" y="60794"/>
                  </a:lnTo>
                  <a:lnTo>
                    <a:pt x="222440" y="57581"/>
                  </a:lnTo>
                  <a:lnTo>
                    <a:pt x="233807" y="57581"/>
                  </a:lnTo>
                  <a:lnTo>
                    <a:pt x="238645" y="58991"/>
                  </a:lnTo>
                  <a:lnTo>
                    <a:pt x="241503" y="60604"/>
                  </a:lnTo>
                  <a:lnTo>
                    <a:pt x="247586" y="39331"/>
                  </a:lnTo>
                  <a:close/>
                </a:path>
                <a:path w="825500" h="176529">
                  <a:moveTo>
                    <a:pt x="328485" y="64414"/>
                  </a:moveTo>
                  <a:lnTo>
                    <a:pt x="327583" y="59194"/>
                  </a:lnTo>
                  <a:lnTo>
                    <a:pt x="326669" y="53809"/>
                  </a:lnTo>
                  <a:lnTo>
                    <a:pt x="321360" y="44551"/>
                  </a:lnTo>
                  <a:lnTo>
                    <a:pt x="312381" y="37998"/>
                  </a:lnTo>
                  <a:lnTo>
                    <a:pt x="302323" y="36068"/>
                  </a:lnTo>
                  <a:lnTo>
                    <a:pt x="302323" y="62204"/>
                  </a:lnTo>
                  <a:lnTo>
                    <a:pt x="302323" y="75247"/>
                  </a:lnTo>
                  <a:lnTo>
                    <a:pt x="293420" y="80467"/>
                  </a:lnTo>
                  <a:lnTo>
                    <a:pt x="281038" y="79667"/>
                  </a:lnTo>
                  <a:lnTo>
                    <a:pt x="282663" y="68427"/>
                  </a:lnTo>
                  <a:lnTo>
                    <a:pt x="288544" y="59194"/>
                  </a:lnTo>
                  <a:lnTo>
                    <a:pt x="300304" y="59194"/>
                  </a:lnTo>
                  <a:lnTo>
                    <a:pt x="302323" y="62204"/>
                  </a:lnTo>
                  <a:lnTo>
                    <a:pt x="302323" y="36068"/>
                  </a:lnTo>
                  <a:lnTo>
                    <a:pt x="262178" y="56261"/>
                  </a:lnTo>
                  <a:lnTo>
                    <a:pt x="249809" y="99123"/>
                  </a:lnTo>
                  <a:lnTo>
                    <a:pt x="251828" y="114287"/>
                  </a:lnTo>
                  <a:lnTo>
                    <a:pt x="258254" y="126301"/>
                  </a:lnTo>
                  <a:lnTo>
                    <a:pt x="269582" y="134213"/>
                  </a:lnTo>
                  <a:lnTo>
                    <a:pt x="286321" y="137058"/>
                  </a:lnTo>
                  <a:lnTo>
                    <a:pt x="295122" y="136753"/>
                  </a:lnTo>
                  <a:lnTo>
                    <a:pt x="302958" y="135801"/>
                  </a:lnTo>
                  <a:lnTo>
                    <a:pt x="310083" y="134213"/>
                  </a:lnTo>
                  <a:lnTo>
                    <a:pt x="317334" y="131838"/>
                  </a:lnTo>
                  <a:lnTo>
                    <a:pt x="316217" y="114287"/>
                  </a:lnTo>
                  <a:lnTo>
                    <a:pt x="315912" y="109372"/>
                  </a:lnTo>
                  <a:lnTo>
                    <a:pt x="309219" y="112369"/>
                  </a:lnTo>
                  <a:lnTo>
                    <a:pt x="302983" y="114287"/>
                  </a:lnTo>
                  <a:lnTo>
                    <a:pt x="288328" y="114287"/>
                  </a:lnTo>
                  <a:lnTo>
                    <a:pt x="283883" y="111760"/>
                  </a:lnTo>
                  <a:lnTo>
                    <a:pt x="279019" y="106959"/>
                  </a:lnTo>
                  <a:lnTo>
                    <a:pt x="278396" y="104343"/>
                  </a:lnTo>
                  <a:lnTo>
                    <a:pt x="278396" y="101536"/>
                  </a:lnTo>
                  <a:lnTo>
                    <a:pt x="298030" y="100228"/>
                  </a:lnTo>
                  <a:lnTo>
                    <a:pt x="313944" y="94030"/>
                  </a:lnTo>
                  <a:lnTo>
                    <a:pt x="324599" y="82321"/>
                  </a:lnTo>
                  <a:lnTo>
                    <a:pt x="324993" y="80467"/>
                  </a:lnTo>
                  <a:lnTo>
                    <a:pt x="328485" y="64414"/>
                  </a:lnTo>
                  <a:close/>
                </a:path>
                <a:path w="825500" h="176529">
                  <a:moveTo>
                    <a:pt x="417906" y="57988"/>
                  </a:moveTo>
                  <a:lnTo>
                    <a:pt x="416839" y="49225"/>
                  </a:lnTo>
                  <a:lnTo>
                    <a:pt x="413385" y="42087"/>
                  </a:lnTo>
                  <a:lnTo>
                    <a:pt x="407123" y="37274"/>
                  </a:lnTo>
                  <a:lnTo>
                    <a:pt x="397637" y="35509"/>
                  </a:lnTo>
                  <a:lnTo>
                    <a:pt x="389712" y="36449"/>
                  </a:lnTo>
                  <a:lnTo>
                    <a:pt x="382473" y="39128"/>
                  </a:lnTo>
                  <a:lnTo>
                    <a:pt x="376072" y="43307"/>
                  </a:lnTo>
                  <a:lnTo>
                    <a:pt x="370674" y="48768"/>
                  </a:lnTo>
                  <a:lnTo>
                    <a:pt x="370255" y="48768"/>
                  </a:lnTo>
                  <a:lnTo>
                    <a:pt x="371081" y="37122"/>
                  </a:lnTo>
                  <a:lnTo>
                    <a:pt x="345516" y="37122"/>
                  </a:lnTo>
                  <a:lnTo>
                    <a:pt x="341706" y="60706"/>
                  </a:lnTo>
                  <a:lnTo>
                    <a:pt x="327279" y="135851"/>
                  </a:lnTo>
                  <a:lnTo>
                    <a:pt x="357276" y="135851"/>
                  </a:lnTo>
                  <a:lnTo>
                    <a:pt x="367017" y="84874"/>
                  </a:lnTo>
                  <a:lnTo>
                    <a:pt x="370243" y="72974"/>
                  </a:lnTo>
                  <a:lnTo>
                    <a:pt x="374116" y="65163"/>
                  </a:lnTo>
                  <a:lnTo>
                    <a:pt x="378129" y="60896"/>
                  </a:lnTo>
                  <a:lnTo>
                    <a:pt x="381825" y="59588"/>
                  </a:lnTo>
                  <a:lnTo>
                    <a:pt x="385267" y="59588"/>
                  </a:lnTo>
                  <a:lnTo>
                    <a:pt x="386880" y="62611"/>
                  </a:lnTo>
                  <a:lnTo>
                    <a:pt x="386880" y="69837"/>
                  </a:lnTo>
                  <a:lnTo>
                    <a:pt x="386486" y="72644"/>
                  </a:lnTo>
                  <a:lnTo>
                    <a:pt x="374319" y="135851"/>
                  </a:lnTo>
                  <a:lnTo>
                    <a:pt x="404317" y="135851"/>
                  </a:lnTo>
                  <a:lnTo>
                    <a:pt x="416902" y="70434"/>
                  </a:lnTo>
                  <a:lnTo>
                    <a:pt x="417906" y="63817"/>
                  </a:lnTo>
                  <a:lnTo>
                    <a:pt x="417906" y="57988"/>
                  </a:lnTo>
                  <a:close/>
                </a:path>
                <a:path w="825500" h="176529">
                  <a:moveTo>
                    <a:pt x="513207" y="41935"/>
                  </a:moveTo>
                  <a:lnTo>
                    <a:pt x="506793" y="39319"/>
                  </a:lnTo>
                  <a:lnTo>
                    <a:pt x="499427" y="37299"/>
                  </a:lnTo>
                  <a:lnTo>
                    <a:pt x="491147" y="35979"/>
                  </a:lnTo>
                  <a:lnTo>
                    <a:pt x="481977" y="35509"/>
                  </a:lnTo>
                  <a:lnTo>
                    <a:pt x="481177" y="35737"/>
                  </a:lnTo>
                  <a:lnTo>
                    <a:pt x="481177" y="58991"/>
                  </a:lnTo>
                  <a:lnTo>
                    <a:pt x="474484" y="94513"/>
                  </a:lnTo>
                  <a:lnTo>
                    <a:pt x="473265" y="100533"/>
                  </a:lnTo>
                  <a:lnTo>
                    <a:pt x="468807" y="111975"/>
                  </a:lnTo>
                  <a:lnTo>
                    <a:pt x="455828" y="111975"/>
                  </a:lnTo>
                  <a:lnTo>
                    <a:pt x="455422" y="104355"/>
                  </a:lnTo>
                  <a:lnTo>
                    <a:pt x="455422" y="98729"/>
                  </a:lnTo>
                  <a:lnTo>
                    <a:pt x="457073" y="86042"/>
                  </a:lnTo>
                  <a:lnTo>
                    <a:pt x="461632" y="72809"/>
                  </a:lnTo>
                  <a:lnTo>
                    <a:pt x="468503" y="62407"/>
                  </a:lnTo>
                  <a:lnTo>
                    <a:pt x="477113" y="58178"/>
                  </a:lnTo>
                  <a:lnTo>
                    <a:pt x="478536" y="58178"/>
                  </a:lnTo>
                  <a:lnTo>
                    <a:pt x="479958" y="58394"/>
                  </a:lnTo>
                  <a:lnTo>
                    <a:pt x="481177" y="58991"/>
                  </a:lnTo>
                  <a:lnTo>
                    <a:pt x="481177" y="35737"/>
                  </a:lnTo>
                  <a:lnTo>
                    <a:pt x="457441" y="42189"/>
                  </a:lnTo>
                  <a:lnTo>
                    <a:pt x="439686" y="59270"/>
                  </a:lnTo>
                  <a:lnTo>
                    <a:pt x="429044" y="82334"/>
                  </a:lnTo>
                  <a:lnTo>
                    <a:pt x="425818" y="106959"/>
                  </a:lnTo>
                  <a:lnTo>
                    <a:pt x="427329" y="117360"/>
                  </a:lnTo>
                  <a:lnTo>
                    <a:pt x="431355" y="126339"/>
                  </a:lnTo>
                  <a:lnTo>
                    <a:pt x="438023" y="132664"/>
                  </a:lnTo>
                  <a:lnTo>
                    <a:pt x="447522" y="135051"/>
                  </a:lnTo>
                  <a:lnTo>
                    <a:pt x="453593" y="134277"/>
                  </a:lnTo>
                  <a:lnTo>
                    <a:pt x="459333" y="131889"/>
                  </a:lnTo>
                  <a:lnTo>
                    <a:pt x="464680" y="127762"/>
                  </a:lnTo>
                  <a:lnTo>
                    <a:pt x="469607" y="121805"/>
                  </a:lnTo>
                  <a:lnTo>
                    <a:pt x="470027" y="121805"/>
                  </a:lnTo>
                  <a:lnTo>
                    <a:pt x="468020" y="131889"/>
                  </a:lnTo>
                  <a:lnTo>
                    <a:pt x="467995" y="132041"/>
                  </a:lnTo>
                  <a:lnTo>
                    <a:pt x="465226" y="140436"/>
                  </a:lnTo>
                  <a:lnTo>
                    <a:pt x="460286" y="147294"/>
                  </a:lnTo>
                  <a:lnTo>
                    <a:pt x="453453" y="151676"/>
                  </a:lnTo>
                  <a:lnTo>
                    <a:pt x="444068" y="153314"/>
                  </a:lnTo>
                  <a:lnTo>
                    <a:pt x="439000" y="153314"/>
                  </a:lnTo>
                  <a:lnTo>
                    <a:pt x="432104" y="151498"/>
                  </a:lnTo>
                  <a:lnTo>
                    <a:pt x="428053" y="149301"/>
                  </a:lnTo>
                  <a:lnTo>
                    <a:pt x="420751" y="171767"/>
                  </a:lnTo>
                  <a:lnTo>
                    <a:pt x="424395" y="173977"/>
                  </a:lnTo>
                  <a:lnTo>
                    <a:pt x="435140" y="175983"/>
                  </a:lnTo>
                  <a:lnTo>
                    <a:pt x="442861" y="175983"/>
                  </a:lnTo>
                  <a:lnTo>
                    <a:pt x="479552" y="163741"/>
                  </a:lnTo>
                  <a:lnTo>
                    <a:pt x="487489" y="153314"/>
                  </a:lnTo>
                  <a:lnTo>
                    <a:pt x="490829" y="147294"/>
                  </a:lnTo>
                  <a:lnTo>
                    <a:pt x="494639" y="136931"/>
                  </a:lnTo>
                  <a:lnTo>
                    <a:pt x="497395" y="125412"/>
                  </a:lnTo>
                  <a:lnTo>
                    <a:pt x="498081" y="121805"/>
                  </a:lnTo>
                  <a:lnTo>
                    <a:pt x="499935" y="111975"/>
                  </a:lnTo>
                  <a:lnTo>
                    <a:pt x="509930" y="59270"/>
                  </a:lnTo>
                  <a:lnTo>
                    <a:pt x="509981" y="58991"/>
                  </a:lnTo>
                  <a:lnTo>
                    <a:pt x="510095" y="58394"/>
                  </a:lnTo>
                  <a:lnTo>
                    <a:pt x="510133" y="58178"/>
                  </a:lnTo>
                  <a:lnTo>
                    <a:pt x="513168" y="42189"/>
                  </a:lnTo>
                  <a:lnTo>
                    <a:pt x="513207" y="41935"/>
                  </a:lnTo>
                  <a:close/>
                </a:path>
                <a:path w="825500" h="176529">
                  <a:moveTo>
                    <a:pt x="584593" y="36118"/>
                  </a:moveTo>
                  <a:lnTo>
                    <a:pt x="581748" y="35509"/>
                  </a:lnTo>
                  <a:lnTo>
                    <a:pt x="579932" y="35509"/>
                  </a:lnTo>
                  <a:lnTo>
                    <a:pt x="573925" y="36423"/>
                  </a:lnTo>
                  <a:lnTo>
                    <a:pt x="567651" y="39395"/>
                  </a:lnTo>
                  <a:lnTo>
                    <a:pt x="561390" y="44742"/>
                  </a:lnTo>
                  <a:lnTo>
                    <a:pt x="555396" y="52768"/>
                  </a:lnTo>
                  <a:lnTo>
                    <a:pt x="554583" y="52768"/>
                  </a:lnTo>
                  <a:lnTo>
                    <a:pt x="555193" y="47548"/>
                  </a:lnTo>
                  <a:lnTo>
                    <a:pt x="556006" y="37122"/>
                  </a:lnTo>
                  <a:lnTo>
                    <a:pt x="530453" y="37122"/>
                  </a:lnTo>
                  <a:lnTo>
                    <a:pt x="526643" y="60706"/>
                  </a:lnTo>
                  <a:lnTo>
                    <a:pt x="512203" y="135851"/>
                  </a:lnTo>
                  <a:lnTo>
                    <a:pt x="542213" y="135851"/>
                  </a:lnTo>
                  <a:lnTo>
                    <a:pt x="550329" y="92900"/>
                  </a:lnTo>
                  <a:lnTo>
                    <a:pt x="553948" y="81216"/>
                  </a:lnTo>
                  <a:lnTo>
                    <a:pt x="559498" y="72517"/>
                  </a:lnTo>
                  <a:lnTo>
                    <a:pt x="566356" y="67081"/>
                  </a:lnTo>
                  <a:lnTo>
                    <a:pt x="573849" y="65214"/>
                  </a:lnTo>
                  <a:lnTo>
                    <a:pt x="575475" y="65214"/>
                  </a:lnTo>
                  <a:lnTo>
                    <a:pt x="578916" y="65608"/>
                  </a:lnTo>
                  <a:lnTo>
                    <a:pt x="584593" y="36118"/>
                  </a:lnTo>
                  <a:close/>
                </a:path>
                <a:path w="825500" h="176529">
                  <a:moveTo>
                    <a:pt x="668121" y="39928"/>
                  </a:moveTo>
                  <a:lnTo>
                    <a:pt x="662101" y="38227"/>
                  </a:lnTo>
                  <a:lnTo>
                    <a:pt x="654926" y="36817"/>
                  </a:lnTo>
                  <a:lnTo>
                    <a:pt x="646950" y="35864"/>
                  </a:lnTo>
                  <a:lnTo>
                    <a:pt x="638530" y="35521"/>
                  </a:lnTo>
                  <a:lnTo>
                    <a:pt x="635279" y="36334"/>
                  </a:lnTo>
                  <a:lnTo>
                    <a:pt x="635279" y="57785"/>
                  </a:lnTo>
                  <a:lnTo>
                    <a:pt x="629196" y="88290"/>
                  </a:lnTo>
                  <a:lnTo>
                    <a:pt x="626364" y="99466"/>
                  </a:lnTo>
                  <a:lnTo>
                    <a:pt x="623062" y="107213"/>
                  </a:lnTo>
                  <a:lnTo>
                    <a:pt x="619391" y="111721"/>
                  </a:lnTo>
                  <a:lnTo>
                    <a:pt x="615416" y="113182"/>
                  </a:lnTo>
                  <a:lnTo>
                    <a:pt x="609320" y="113182"/>
                  </a:lnTo>
                  <a:lnTo>
                    <a:pt x="608520" y="107353"/>
                  </a:lnTo>
                  <a:lnTo>
                    <a:pt x="608622" y="99466"/>
                  </a:lnTo>
                  <a:lnTo>
                    <a:pt x="609917" y="88773"/>
                  </a:lnTo>
                  <a:lnTo>
                    <a:pt x="614070" y="74472"/>
                  </a:lnTo>
                  <a:lnTo>
                    <a:pt x="620915" y="62318"/>
                  </a:lnTo>
                  <a:lnTo>
                    <a:pt x="630415" y="57188"/>
                  </a:lnTo>
                  <a:lnTo>
                    <a:pt x="631431" y="57188"/>
                  </a:lnTo>
                  <a:lnTo>
                    <a:pt x="633260" y="57378"/>
                  </a:lnTo>
                  <a:lnTo>
                    <a:pt x="635279" y="57785"/>
                  </a:lnTo>
                  <a:lnTo>
                    <a:pt x="635279" y="36334"/>
                  </a:lnTo>
                  <a:lnTo>
                    <a:pt x="610463" y="42506"/>
                  </a:lnTo>
                  <a:lnTo>
                    <a:pt x="592201" y="60121"/>
                  </a:lnTo>
                  <a:lnTo>
                    <a:pt x="582307" y="83350"/>
                  </a:lnTo>
                  <a:lnTo>
                    <a:pt x="579335" y="107213"/>
                  </a:lnTo>
                  <a:lnTo>
                    <a:pt x="580682" y="119087"/>
                  </a:lnTo>
                  <a:lnTo>
                    <a:pt x="584847" y="128701"/>
                  </a:lnTo>
                  <a:lnTo>
                    <a:pt x="591985" y="135115"/>
                  </a:lnTo>
                  <a:lnTo>
                    <a:pt x="602234" y="137452"/>
                  </a:lnTo>
                  <a:lnTo>
                    <a:pt x="608584" y="136398"/>
                  </a:lnTo>
                  <a:lnTo>
                    <a:pt x="615188" y="133184"/>
                  </a:lnTo>
                  <a:lnTo>
                    <a:pt x="621588" y="127800"/>
                  </a:lnTo>
                  <a:lnTo>
                    <a:pt x="627380" y="120192"/>
                  </a:lnTo>
                  <a:lnTo>
                    <a:pt x="628180" y="120192"/>
                  </a:lnTo>
                  <a:lnTo>
                    <a:pt x="627684" y="133184"/>
                  </a:lnTo>
                  <a:lnTo>
                    <a:pt x="627583" y="135851"/>
                  </a:lnTo>
                  <a:lnTo>
                    <a:pt x="653122" y="135851"/>
                  </a:lnTo>
                  <a:lnTo>
                    <a:pt x="653364" y="128701"/>
                  </a:lnTo>
                  <a:lnTo>
                    <a:pt x="653440" y="126365"/>
                  </a:lnTo>
                  <a:lnTo>
                    <a:pt x="653923" y="120192"/>
                  </a:lnTo>
                  <a:lnTo>
                    <a:pt x="664540" y="57785"/>
                  </a:lnTo>
                  <a:lnTo>
                    <a:pt x="664654" y="57188"/>
                  </a:lnTo>
                  <a:lnTo>
                    <a:pt x="668121" y="39928"/>
                  </a:lnTo>
                  <a:close/>
                </a:path>
                <a:path w="825500" h="176529">
                  <a:moveTo>
                    <a:pt x="734441" y="39331"/>
                  </a:moveTo>
                  <a:lnTo>
                    <a:pt x="730592" y="37122"/>
                  </a:lnTo>
                  <a:lnTo>
                    <a:pt x="723887" y="35509"/>
                  </a:lnTo>
                  <a:lnTo>
                    <a:pt x="714362" y="35509"/>
                  </a:lnTo>
                  <a:lnTo>
                    <a:pt x="698042" y="38252"/>
                  </a:lnTo>
                  <a:lnTo>
                    <a:pt x="685647" y="45669"/>
                  </a:lnTo>
                  <a:lnTo>
                    <a:pt x="677786" y="56591"/>
                  </a:lnTo>
                  <a:lnTo>
                    <a:pt x="675030" y="69837"/>
                  </a:lnTo>
                  <a:lnTo>
                    <a:pt x="675652" y="75958"/>
                  </a:lnTo>
                  <a:lnTo>
                    <a:pt x="677722" y="82169"/>
                  </a:lnTo>
                  <a:lnTo>
                    <a:pt x="681532" y="88226"/>
                  </a:lnTo>
                  <a:lnTo>
                    <a:pt x="687400" y="93903"/>
                  </a:lnTo>
                  <a:lnTo>
                    <a:pt x="694905" y="99529"/>
                  </a:lnTo>
                  <a:lnTo>
                    <a:pt x="696925" y="102539"/>
                  </a:lnTo>
                  <a:lnTo>
                    <a:pt x="696925" y="111569"/>
                  </a:lnTo>
                  <a:lnTo>
                    <a:pt x="693686" y="115189"/>
                  </a:lnTo>
                  <a:lnTo>
                    <a:pt x="680516" y="115582"/>
                  </a:lnTo>
                  <a:lnTo>
                    <a:pt x="675436" y="113766"/>
                  </a:lnTo>
                  <a:lnTo>
                    <a:pt x="671182" y="111569"/>
                  </a:lnTo>
                  <a:lnTo>
                    <a:pt x="664286" y="132245"/>
                  </a:lnTo>
                  <a:lnTo>
                    <a:pt x="668147" y="134645"/>
                  </a:lnTo>
                  <a:lnTo>
                    <a:pt x="676249" y="137058"/>
                  </a:lnTo>
                  <a:lnTo>
                    <a:pt x="685977" y="137058"/>
                  </a:lnTo>
                  <a:lnTo>
                    <a:pt x="702741" y="134708"/>
                  </a:lnTo>
                  <a:lnTo>
                    <a:pt x="715530" y="127901"/>
                  </a:lnTo>
                  <a:lnTo>
                    <a:pt x="723671" y="116992"/>
                  </a:lnTo>
                  <a:lnTo>
                    <a:pt x="726528" y="102336"/>
                  </a:lnTo>
                  <a:lnTo>
                    <a:pt x="725919" y="96710"/>
                  </a:lnTo>
                  <a:lnTo>
                    <a:pt x="723646" y="90297"/>
                  </a:lnTo>
                  <a:lnTo>
                    <a:pt x="718997" y="83439"/>
                  </a:lnTo>
                  <a:lnTo>
                    <a:pt x="711327" y="76454"/>
                  </a:lnTo>
                  <a:lnTo>
                    <a:pt x="706666" y="73037"/>
                  </a:lnTo>
                  <a:lnTo>
                    <a:pt x="704443" y="70434"/>
                  </a:lnTo>
                  <a:lnTo>
                    <a:pt x="704443" y="60794"/>
                  </a:lnTo>
                  <a:lnTo>
                    <a:pt x="709307" y="57581"/>
                  </a:lnTo>
                  <a:lnTo>
                    <a:pt x="720661" y="57581"/>
                  </a:lnTo>
                  <a:lnTo>
                    <a:pt x="725512" y="58991"/>
                  </a:lnTo>
                  <a:lnTo>
                    <a:pt x="728357" y="60604"/>
                  </a:lnTo>
                  <a:lnTo>
                    <a:pt x="734441" y="39331"/>
                  </a:lnTo>
                  <a:close/>
                </a:path>
                <a:path w="825500" h="176529">
                  <a:moveTo>
                    <a:pt x="825080" y="39928"/>
                  </a:moveTo>
                  <a:lnTo>
                    <a:pt x="819048" y="38227"/>
                  </a:lnTo>
                  <a:lnTo>
                    <a:pt x="811872" y="36817"/>
                  </a:lnTo>
                  <a:lnTo>
                    <a:pt x="803897" y="35864"/>
                  </a:lnTo>
                  <a:lnTo>
                    <a:pt x="795477" y="35521"/>
                  </a:lnTo>
                  <a:lnTo>
                    <a:pt x="792226" y="36334"/>
                  </a:lnTo>
                  <a:lnTo>
                    <a:pt x="792226" y="57785"/>
                  </a:lnTo>
                  <a:lnTo>
                    <a:pt x="786142" y="88290"/>
                  </a:lnTo>
                  <a:lnTo>
                    <a:pt x="783310" y="99466"/>
                  </a:lnTo>
                  <a:lnTo>
                    <a:pt x="780021" y="107213"/>
                  </a:lnTo>
                  <a:lnTo>
                    <a:pt x="776338" y="111721"/>
                  </a:lnTo>
                  <a:lnTo>
                    <a:pt x="772363" y="113182"/>
                  </a:lnTo>
                  <a:lnTo>
                    <a:pt x="766267" y="113182"/>
                  </a:lnTo>
                  <a:lnTo>
                    <a:pt x="765454" y="107353"/>
                  </a:lnTo>
                  <a:lnTo>
                    <a:pt x="765556" y="99466"/>
                  </a:lnTo>
                  <a:lnTo>
                    <a:pt x="766851" y="88773"/>
                  </a:lnTo>
                  <a:lnTo>
                    <a:pt x="771004" y="74472"/>
                  </a:lnTo>
                  <a:lnTo>
                    <a:pt x="777862" y="62318"/>
                  </a:lnTo>
                  <a:lnTo>
                    <a:pt x="787361" y="57188"/>
                  </a:lnTo>
                  <a:lnTo>
                    <a:pt x="788377" y="57188"/>
                  </a:lnTo>
                  <a:lnTo>
                    <a:pt x="790194" y="57378"/>
                  </a:lnTo>
                  <a:lnTo>
                    <a:pt x="792226" y="57785"/>
                  </a:lnTo>
                  <a:lnTo>
                    <a:pt x="792226" y="36334"/>
                  </a:lnTo>
                  <a:lnTo>
                    <a:pt x="767410" y="42506"/>
                  </a:lnTo>
                  <a:lnTo>
                    <a:pt x="749147" y="60121"/>
                  </a:lnTo>
                  <a:lnTo>
                    <a:pt x="739241" y="83350"/>
                  </a:lnTo>
                  <a:lnTo>
                    <a:pt x="736269" y="107213"/>
                  </a:lnTo>
                  <a:lnTo>
                    <a:pt x="737616" y="119087"/>
                  </a:lnTo>
                  <a:lnTo>
                    <a:pt x="741794" y="128701"/>
                  </a:lnTo>
                  <a:lnTo>
                    <a:pt x="748931" y="135115"/>
                  </a:lnTo>
                  <a:lnTo>
                    <a:pt x="759180" y="137452"/>
                  </a:lnTo>
                  <a:lnTo>
                    <a:pt x="765530" y="136398"/>
                  </a:lnTo>
                  <a:lnTo>
                    <a:pt x="772121" y="133184"/>
                  </a:lnTo>
                  <a:lnTo>
                    <a:pt x="778535" y="127800"/>
                  </a:lnTo>
                  <a:lnTo>
                    <a:pt x="784313" y="120192"/>
                  </a:lnTo>
                  <a:lnTo>
                    <a:pt x="785126" y="120192"/>
                  </a:lnTo>
                  <a:lnTo>
                    <a:pt x="784631" y="133184"/>
                  </a:lnTo>
                  <a:lnTo>
                    <a:pt x="784529" y="135851"/>
                  </a:lnTo>
                  <a:lnTo>
                    <a:pt x="810069" y="135851"/>
                  </a:lnTo>
                  <a:lnTo>
                    <a:pt x="810310" y="128701"/>
                  </a:lnTo>
                  <a:lnTo>
                    <a:pt x="810387" y="126365"/>
                  </a:lnTo>
                  <a:lnTo>
                    <a:pt x="810869" y="120192"/>
                  </a:lnTo>
                  <a:lnTo>
                    <a:pt x="821486" y="57785"/>
                  </a:lnTo>
                  <a:lnTo>
                    <a:pt x="821601" y="57188"/>
                  </a:lnTo>
                  <a:lnTo>
                    <a:pt x="825080" y="399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4" name="object 284"/>
          <p:cNvGrpSpPr/>
          <p:nvPr/>
        </p:nvGrpSpPr>
        <p:grpSpPr>
          <a:xfrm>
            <a:off x="4225442" y="7363618"/>
            <a:ext cx="1773555" cy="1772920"/>
            <a:chOff x="4225442" y="7363618"/>
            <a:chExt cx="1773555" cy="1772920"/>
          </a:xfrm>
        </p:grpSpPr>
        <p:pic>
          <p:nvPicPr>
            <p:cNvPr id="285" name="object 285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4225442" y="7363618"/>
              <a:ext cx="1773234" cy="1772616"/>
            </a:xfrm>
            <a:prstGeom prst="rect">
              <a:avLst/>
            </a:prstGeom>
          </p:spPr>
        </p:pic>
        <p:sp>
          <p:nvSpPr>
            <p:cNvPr id="286" name="object 286"/>
            <p:cNvSpPr/>
            <p:nvPr/>
          </p:nvSpPr>
          <p:spPr>
            <a:xfrm>
              <a:off x="4293654" y="7424057"/>
              <a:ext cx="1637030" cy="1637030"/>
            </a:xfrm>
            <a:custGeom>
              <a:avLst/>
              <a:gdLst/>
              <a:ahLst/>
              <a:cxnLst/>
              <a:rect l="l" t="t" r="r" b="b"/>
              <a:pathLst>
                <a:path w="1637029" h="1637029">
                  <a:moveTo>
                    <a:pt x="1637004" y="818489"/>
                  </a:moveTo>
                  <a:lnTo>
                    <a:pt x="1635607" y="770470"/>
                  </a:lnTo>
                  <a:lnTo>
                    <a:pt x="1631492" y="723201"/>
                  </a:lnTo>
                  <a:lnTo>
                    <a:pt x="1624723" y="676833"/>
                  </a:lnTo>
                  <a:lnTo>
                    <a:pt x="1615427" y="631418"/>
                  </a:lnTo>
                  <a:lnTo>
                    <a:pt x="1603489" y="586371"/>
                  </a:lnTo>
                  <a:lnTo>
                    <a:pt x="1589201" y="542734"/>
                  </a:lnTo>
                  <a:lnTo>
                    <a:pt x="1572577" y="500202"/>
                  </a:lnTo>
                  <a:lnTo>
                    <a:pt x="1553679" y="458851"/>
                  </a:lnTo>
                  <a:lnTo>
                    <a:pt x="1532597" y="418769"/>
                  </a:lnTo>
                  <a:lnTo>
                    <a:pt x="1509395" y="380022"/>
                  </a:lnTo>
                  <a:lnTo>
                    <a:pt x="1484147" y="342696"/>
                  </a:lnTo>
                  <a:lnTo>
                    <a:pt x="1456956" y="306870"/>
                  </a:lnTo>
                  <a:lnTo>
                    <a:pt x="1427873" y="272605"/>
                  </a:lnTo>
                  <a:lnTo>
                    <a:pt x="1397000" y="240004"/>
                  </a:lnTo>
                  <a:lnTo>
                    <a:pt x="1364386" y="209118"/>
                  </a:lnTo>
                  <a:lnTo>
                    <a:pt x="1330121" y="180035"/>
                  </a:lnTo>
                  <a:lnTo>
                    <a:pt x="1294295" y="152844"/>
                  </a:lnTo>
                  <a:lnTo>
                    <a:pt x="1256969" y="127609"/>
                  </a:lnTo>
                  <a:lnTo>
                    <a:pt x="1218222" y="104406"/>
                  </a:lnTo>
                  <a:lnTo>
                    <a:pt x="1178140" y="83324"/>
                  </a:lnTo>
                  <a:lnTo>
                    <a:pt x="1136789" y="64427"/>
                  </a:lnTo>
                  <a:lnTo>
                    <a:pt x="1094257" y="47790"/>
                  </a:lnTo>
                  <a:lnTo>
                    <a:pt x="1050620" y="33515"/>
                  </a:lnTo>
                  <a:lnTo>
                    <a:pt x="1005941" y="21653"/>
                  </a:lnTo>
                  <a:lnTo>
                    <a:pt x="960323" y="12293"/>
                  </a:lnTo>
                  <a:lnTo>
                    <a:pt x="913815" y="5511"/>
                  </a:lnTo>
                  <a:lnTo>
                    <a:pt x="866521" y="1397"/>
                  </a:lnTo>
                  <a:lnTo>
                    <a:pt x="818502" y="0"/>
                  </a:lnTo>
                  <a:lnTo>
                    <a:pt x="770483" y="1397"/>
                  </a:lnTo>
                  <a:lnTo>
                    <a:pt x="723188" y="5511"/>
                  </a:lnTo>
                  <a:lnTo>
                    <a:pt x="676681" y="12293"/>
                  </a:lnTo>
                  <a:lnTo>
                    <a:pt x="631063" y="21653"/>
                  </a:lnTo>
                  <a:lnTo>
                    <a:pt x="586384" y="33515"/>
                  </a:lnTo>
                  <a:lnTo>
                    <a:pt x="542747" y="47790"/>
                  </a:lnTo>
                  <a:lnTo>
                    <a:pt x="500214" y="64427"/>
                  </a:lnTo>
                  <a:lnTo>
                    <a:pt x="458863" y="83324"/>
                  </a:lnTo>
                  <a:lnTo>
                    <a:pt x="418782" y="104406"/>
                  </a:lnTo>
                  <a:lnTo>
                    <a:pt x="380034" y="127609"/>
                  </a:lnTo>
                  <a:lnTo>
                    <a:pt x="342709" y="152844"/>
                  </a:lnTo>
                  <a:lnTo>
                    <a:pt x="306882" y="180035"/>
                  </a:lnTo>
                  <a:lnTo>
                    <a:pt x="272618" y="209118"/>
                  </a:lnTo>
                  <a:lnTo>
                    <a:pt x="240004" y="240004"/>
                  </a:lnTo>
                  <a:lnTo>
                    <a:pt x="209130" y="272605"/>
                  </a:lnTo>
                  <a:lnTo>
                    <a:pt x="180047" y="306870"/>
                  </a:lnTo>
                  <a:lnTo>
                    <a:pt x="152857" y="342696"/>
                  </a:lnTo>
                  <a:lnTo>
                    <a:pt x="127609" y="380022"/>
                  </a:lnTo>
                  <a:lnTo>
                    <a:pt x="104406" y="418769"/>
                  </a:lnTo>
                  <a:lnTo>
                    <a:pt x="83324" y="458851"/>
                  </a:lnTo>
                  <a:lnTo>
                    <a:pt x="64427" y="500202"/>
                  </a:lnTo>
                  <a:lnTo>
                    <a:pt x="47802" y="542734"/>
                  </a:lnTo>
                  <a:lnTo>
                    <a:pt x="33515" y="586371"/>
                  </a:lnTo>
                  <a:lnTo>
                    <a:pt x="21653" y="631050"/>
                  </a:lnTo>
                  <a:lnTo>
                    <a:pt x="12306" y="676668"/>
                  </a:lnTo>
                  <a:lnTo>
                    <a:pt x="5511" y="723201"/>
                  </a:lnTo>
                  <a:lnTo>
                    <a:pt x="1397" y="770470"/>
                  </a:lnTo>
                  <a:lnTo>
                    <a:pt x="0" y="818489"/>
                  </a:lnTo>
                  <a:lnTo>
                    <a:pt x="1397" y="866521"/>
                  </a:lnTo>
                  <a:lnTo>
                    <a:pt x="5524" y="913815"/>
                  </a:lnTo>
                  <a:lnTo>
                    <a:pt x="12280" y="960145"/>
                  </a:lnTo>
                  <a:lnTo>
                    <a:pt x="21577" y="1005560"/>
                  </a:lnTo>
                  <a:lnTo>
                    <a:pt x="21653" y="1005941"/>
                  </a:lnTo>
                  <a:lnTo>
                    <a:pt x="33515" y="1050607"/>
                  </a:lnTo>
                  <a:lnTo>
                    <a:pt x="47802" y="1094244"/>
                  </a:lnTo>
                  <a:lnTo>
                    <a:pt x="64427" y="1136777"/>
                  </a:lnTo>
                  <a:lnTo>
                    <a:pt x="83324" y="1178128"/>
                  </a:lnTo>
                  <a:lnTo>
                    <a:pt x="104406" y="1218209"/>
                  </a:lnTo>
                  <a:lnTo>
                    <a:pt x="127609" y="1256957"/>
                  </a:lnTo>
                  <a:lnTo>
                    <a:pt x="152857" y="1294282"/>
                  </a:lnTo>
                  <a:lnTo>
                    <a:pt x="180047" y="1330121"/>
                  </a:lnTo>
                  <a:lnTo>
                    <a:pt x="209130" y="1364373"/>
                  </a:lnTo>
                  <a:lnTo>
                    <a:pt x="240004" y="1396987"/>
                  </a:lnTo>
                  <a:lnTo>
                    <a:pt x="272618" y="1427873"/>
                  </a:lnTo>
                  <a:lnTo>
                    <a:pt x="306882" y="1456944"/>
                  </a:lnTo>
                  <a:lnTo>
                    <a:pt x="342709" y="1484147"/>
                  </a:lnTo>
                  <a:lnTo>
                    <a:pt x="380034" y="1509382"/>
                  </a:lnTo>
                  <a:lnTo>
                    <a:pt x="418782" y="1532585"/>
                  </a:lnTo>
                  <a:lnTo>
                    <a:pt x="458863" y="1553667"/>
                  </a:lnTo>
                  <a:lnTo>
                    <a:pt x="500214" y="1572564"/>
                  </a:lnTo>
                  <a:lnTo>
                    <a:pt x="542747" y="1589189"/>
                  </a:lnTo>
                  <a:lnTo>
                    <a:pt x="586384" y="1603476"/>
                  </a:lnTo>
                  <a:lnTo>
                    <a:pt x="631063" y="1615338"/>
                  </a:lnTo>
                  <a:lnTo>
                    <a:pt x="676681" y="1624685"/>
                  </a:lnTo>
                  <a:lnTo>
                    <a:pt x="723188" y="1631467"/>
                  </a:lnTo>
                  <a:lnTo>
                    <a:pt x="770483" y="1635594"/>
                  </a:lnTo>
                  <a:lnTo>
                    <a:pt x="818502" y="1636991"/>
                  </a:lnTo>
                  <a:lnTo>
                    <a:pt x="866521" y="1635594"/>
                  </a:lnTo>
                  <a:lnTo>
                    <a:pt x="913815" y="1631467"/>
                  </a:lnTo>
                  <a:lnTo>
                    <a:pt x="960323" y="1624685"/>
                  </a:lnTo>
                  <a:lnTo>
                    <a:pt x="1005941" y="1615338"/>
                  </a:lnTo>
                  <a:lnTo>
                    <a:pt x="1050620" y="1603476"/>
                  </a:lnTo>
                  <a:lnTo>
                    <a:pt x="1094257" y="1589189"/>
                  </a:lnTo>
                  <a:lnTo>
                    <a:pt x="1136789" y="1572564"/>
                  </a:lnTo>
                  <a:lnTo>
                    <a:pt x="1178140" y="1553667"/>
                  </a:lnTo>
                  <a:lnTo>
                    <a:pt x="1218222" y="1532585"/>
                  </a:lnTo>
                  <a:lnTo>
                    <a:pt x="1256969" y="1509382"/>
                  </a:lnTo>
                  <a:lnTo>
                    <a:pt x="1294295" y="1484147"/>
                  </a:lnTo>
                  <a:lnTo>
                    <a:pt x="1330121" y="1456944"/>
                  </a:lnTo>
                  <a:lnTo>
                    <a:pt x="1364386" y="1427873"/>
                  </a:lnTo>
                  <a:lnTo>
                    <a:pt x="1397000" y="1396987"/>
                  </a:lnTo>
                  <a:lnTo>
                    <a:pt x="1427873" y="1364373"/>
                  </a:lnTo>
                  <a:lnTo>
                    <a:pt x="1456956" y="1330121"/>
                  </a:lnTo>
                  <a:lnTo>
                    <a:pt x="1484147" y="1294282"/>
                  </a:lnTo>
                  <a:lnTo>
                    <a:pt x="1509395" y="1256957"/>
                  </a:lnTo>
                  <a:lnTo>
                    <a:pt x="1532597" y="1218209"/>
                  </a:lnTo>
                  <a:lnTo>
                    <a:pt x="1553679" y="1178128"/>
                  </a:lnTo>
                  <a:lnTo>
                    <a:pt x="1572577" y="1136777"/>
                  </a:lnTo>
                  <a:lnTo>
                    <a:pt x="1589201" y="1094244"/>
                  </a:lnTo>
                  <a:lnTo>
                    <a:pt x="1603489" y="1050607"/>
                  </a:lnTo>
                  <a:lnTo>
                    <a:pt x="1615351" y="1005941"/>
                  </a:lnTo>
                  <a:lnTo>
                    <a:pt x="1624698" y="960310"/>
                  </a:lnTo>
                  <a:lnTo>
                    <a:pt x="1631480" y="913815"/>
                  </a:lnTo>
                  <a:lnTo>
                    <a:pt x="1635607" y="866521"/>
                  </a:lnTo>
                  <a:lnTo>
                    <a:pt x="1637004" y="818489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4363743" y="7476231"/>
              <a:ext cx="1515745" cy="1521460"/>
            </a:xfrm>
            <a:custGeom>
              <a:avLst/>
              <a:gdLst/>
              <a:ahLst/>
              <a:cxnLst/>
              <a:rect l="l" t="t" r="r" b="b"/>
              <a:pathLst>
                <a:path w="1515745" h="1521459">
                  <a:moveTo>
                    <a:pt x="752471" y="0"/>
                  </a:moveTo>
                  <a:lnTo>
                    <a:pt x="705122" y="1686"/>
                  </a:lnTo>
                  <a:lnTo>
                    <a:pt x="658546" y="6262"/>
                  </a:lnTo>
                  <a:lnTo>
                    <a:pt x="612782" y="13645"/>
                  </a:lnTo>
                  <a:lnTo>
                    <a:pt x="567926" y="23752"/>
                  </a:lnTo>
                  <a:lnTo>
                    <a:pt x="524070" y="36498"/>
                  </a:lnTo>
                  <a:lnTo>
                    <a:pt x="481309" y="51800"/>
                  </a:lnTo>
                  <a:lnTo>
                    <a:pt x="439735" y="69574"/>
                  </a:lnTo>
                  <a:lnTo>
                    <a:pt x="399442" y="89736"/>
                  </a:lnTo>
                  <a:lnTo>
                    <a:pt x="360524" y="112202"/>
                  </a:lnTo>
                  <a:lnTo>
                    <a:pt x="323075" y="136890"/>
                  </a:lnTo>
                  <a:lnTo>
                    <a:pt x="287056" y="163824"/>
                  </a:lnTo>
                  <a:lnTo>
                    <a:pt x="252956" y="192591"/>
                  </a:lnTo>
                  <a:lnTo>
                    <a:pt x="220474" y="223437"/>
                  </a:lnTo>
                  <a:lnTo>
                    <a:pt x="189835" y="256168"/>
                  </a:lnTo>
                  <a:lnTo>
                    <a:pt x="161133" y="290701"/>
                  </a:lnTo>
                  <a:lnTo>
                    <a:pt x="134460" y="326952"/>
                  </a:lnTo>
                  <a:lnTo>
                    <a:pt x="109912" y="364837"/>
                  </a:lnTo>
                  <a:lnTo>
                    <a:pt x="87581" y="404272"/>
                  </a:lnTo>
                  <a:lnTo>
                    <a:pt x="67560" y="445174"/>
                  </a:lnTo>
                  <a:lnTo>
                    <a:pt x="49945" y="487458"/>
                  </a:lnTo>
                  <a:lnTo>
                    <a:pt x="34828" y="531041"/>
                  </a:lnTo>
                  <a:lnTo>
                    <a:pt x="22302" y="575838"/>
                  </a:lnTo>
                  <a:lnTo>
                    <a:pt x="12462" y="621767"/>
                  </a:lnTo>
                  <a:lnTo>
                    <a:pt x="5401" y="668743"/>
                  </a:lnTo>
                  <a:lnTo>
                    <a:pt x="1213" y="716683"/>
                  </a:lnTo>
                  <a:lnTo>
                    <a:pt x="0" y="764797"/>
                  </a:lnTo>
                  <a:lnTo>
                    <a:pt x="1748" y="812288"/>
                  </a:lnTo>
                  <a:lnTo>
                    <a:pt x="6375" y="859060"/>
                  </a:lnTo>
                  <a:lnTo>
                    <a:pt x="13797" y="905019"/>
                  </a:lnTo>
                  <a:lnTo>
                    <a:pt x="23930" y="950073"/>
                  </a:lnTo>
                  <a:lnTo>
                    <a:pt x="36690" y="994125"/>
                  </a:lnTo>
                  <a:lnTo>
                    <a:pt x="51995" y="1037083"/>
                  </a:lnTo>
                  <a:lnTo>
                    <a:pt x="69759" y="1078853"/>
                  </a:lnTo>
                  <a:lnTo>
                    <a:pt x="89901" y="1119339"/>
                  </a:lnTo>
                  <a:lnTo>
                    <a:pt x="112335" y="1158449"/>
                  </a:lnTo>
                  <a:lnTo>
                    <a:pt x="136979" y="1196088"/>
                  </a:lnTo>
                  <a:lnTo>
                    <a:pt x="163748" y="1232161"/>
                  </a:lnTo>
                  <a:lnTo>
                    <a:pt x="192560" y="1266575"/>
                  </a:lnTo>
                  <a:lnTo>
                    <a:pt x="223331" y="1299235"/>
                  </a:lnTo>
                  <a:lnTo>
                    <a:pt x="255976" y="1330048"/>
                  </a:lnTo>
                  <a:lnTo>
                    <a:pt x="290413" y="1358920"/>
                  </a:lnTo>
                  <a:lnTo>
                    <a:pt x="326558" y="1385755"/>
                  </a:lnTo>
                  <a:lnTo>
                    <a:pt x="364327" y="1410461"/>
                  </a:lnTo>
                  <a:lnTo>
                    <a:pt x="403637" y="1432942"/>
                  </a:lnTo>
                  <a:lnTo>
                    <a:pt x="444404" y="1453106"/>
                  </a:lnTo>
                  <a:lnTo>
                    <a:pt x="486544" y="1470857"/>
                  </a:lnTo>
                  <a:lnTo>
                    <a:pt x="529974" y="1486102"/>
                  </a:lnTo>
                  <a:lnTo>
                    <a:pt x="574610" y="1498746"/>
                  </a:lnTo>
                  <a:lnTo>
                    <a:pt x="620368" y="1508696"/>
                  </a:lnTo>
                  <a:lnTo>
                    <a:pt x="667166" y="1515857"/>
                  </a:lnTo>
                  <a:lnTo>
                    <a:pt x="714919" y="1520135"/>
                  </a:lnTo>
                  <a:lnTo>
                    <a:pt x="762840" y="1521425"/>
                  </a:lnTo>
                  <a:lnTo>
                    <a:pt x="810135" y="1519740"/>
                  </a:lnTo>
                  <a:lnTo>
                    <a:pt x="856710" y="1515164"/>
                  </a:lnTo>
                  <a:lnTo>
                    <a:pt x="902472" y="1507781"/>
                  </a:lnTo>
                  <a:lnTo>
                    <a:pt x="947328" y="1497674"/>
                  </a:lnTo>
                  <a:lnTo>
                    <a:pt x="991183" y="1484927"/>
                  </a:lnTo>
                  <a:lnTo>
                    <a:pt x="1033944" y="1469625"/>
                  </a:lnTo>
                  <a:lnTo>
                    <a:pt x="1075518" y="1451851"/>
                  </a:lnTo>
                  <a:lnTo>
                    <a:pt x="1115810" y="1431688"/>
                  </a:lnTo>
                  <a:lnTo>
                    <a:pt x="1154727" y="1409221"/>
                  </a:lnTo>
                  <a:lnTo>
                    <a:pt x="1192176" y="1384533"/>
                  </a:lnTo>
                  <a:lnTo>
                    <a:pt x="1228063" y="1357708"/>
                  </a:lnTo>
                  <a:lnTo>
                    <a:pt x="1262295" y="1328831"/>
                  </a:lnTo>
                  <a:lnTo>
                    <a:pt x="1294777" y="1297984"/>
                  </a:lnTo>
                  <a:lnTo>
                    <a:pt x="1325416" y="1265252"/>
                  </a:lnTo>
                  <a:lnTo>
                    <a:pt x="1354119" y="1230718"/>
                  </a:lnTo>
                  <a:lnTo>
                    <a:pt x="1380791" y="1194467"/>
                  </a:lnTo>
                  <a:lnTo>
                    <a:pt x="1405340" y="1156581"/>
                  </a:lnTo>
                  <a:lnTo>
                    <a:pt x="1427672" y="1117146"/>
                  </a:lnTo>
                  <a:lnTo>
                    <a:pt x="1447693" y="1076244"/>
                  </a:lnTo>
                  <a:lnTo>
                    <a:pt x="1465309" y="1033959"/>
                  </a:lnTo>
                  <a:lnTo>
                    <a:pt x="1480427" y="990376"/>
                  </a:lnTo>
                  <a:lnTo>
                    <a:pt x="1492954" y="945578"/>
                  </a:lnTo>
                  <a:lnTo>
                    <a:pt x="1502795" y="899649"/>
                  </a:lnTo>
                  <a:lnTo>
                    <a:pt x="1509857" y="852673"/>
                  </a:lnTo>
                  <a:lnTo>
                    <a:pt x="1514046" y="804733"/>
                  </a:lnTo>
                  <a:lnTo>
                    <a:pt x="1515259" y="756620"/>
                  </a:lnTo>
                  <a:lnTo>
                    <a:pt x="1513511" y="709131"/>
                  </a:lnTo>
                  <a:lnTo>
                    <a:pt x="1508884" y="662360"/>
                  </a:lnTo>
                  <a:lnTo>
                    <a:pt x="1501462" y="616401"/>
                  </a:lnTo>
                  <a:lnTo>
                    <a:pt x="1491329" y="571349"/>
                  </a:lnTo>
                  <a:lnTo>
                    <a:pt x="1478569" y="527297"/>
                  </a:lnTo>
                  <a:lnTo>
                    <a:pt x="1463264" y="484339"/>
                  </a:lnTo>
                  <a:lnTo>
                    <a:pt x="1445500" y="442570"/>
                  </a:lnTo>
                  <a:lnTo>
                    <a:pt x="1425358" y="402084"/>
                  </a:lnTo>
                  <a:lnTo>
                    <a:pt x="1402924" y="362975"/>
                  </a:lnTo>
                  <a:lnTo>
                    <a:pt x="1378280" y="325337"/>
                  </a:lnTo>
                  <a:lnTo>
                    <a:pt x="1351558" y="289224"/>
                  </a:lnTo>
                  <a:lnTo>
                    <a:pt x="1322636" y="254910"/>
                  </a:lnTo>
                  <a:lnTo>
                    <a:pt x="1293383" y="223735"/>
                  </a:lnTo>
                  <a:lnTo>
                    <a:pt x="1260433" y="192839"/>
                  </a:lnTo>
                  <a:lnTo>
                    <a:pt x="1225784" y="163824"/>
                  </a:lnTo>
                  <a:lnTo>
                    <a:pt x="1189475" y="136890"/>
                  </a:lnTo>
                  <a:lnTo>
                    <a:pt x="1151490" y="112045"/>
                  </a:lnTo>
                  <a:lnTo>
                    <a:pt x="1112024" y="89458"/>
                  </a:lnTo>
                  <a:lnTo>
                    <a:pt x="1071131" y="69194"/>
                  </a:lnTo>
                  <a:lnTo>
                    <a:pt x="1028901" y="51341"/>
                  </a:lnTo>
                  <a:lnTo>
                    <a:pt x="985424" y="35989"/>
                  </a:lnTo>
                  <a:lnTo>
                    <a:pt x="940790" y="23227"/>
                  </a:lnTo>
                  <a:lnTo>
                    <a:pt x="895087" y="13145"/>
                  </a:lnTo>
                  <a:lnTo>
                    <a:pt x="848406" y="5833"/>
                  </a:lnTo>
                  <a:lnTo>
                    <a:pt x="800338" y="1365"/>
                  </a:lnTo>
                  <a:lnTo>
                    <a:pt x="7524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8" name="object 288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4891578" y="7681159"/>
              <a:ext cx="423295" cy="281509"/>
            </a:xfrm>
            <a:prstGeom prst="rect">
              <a:avLst/>
            </a:prstGeom>
          </p:spPr>
        </p:pic>
        <p:pic>
          <p:nvPicPr>
            <p:cNvPr id="289" name="object 289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4973283" y="8501029"/>
              <a:ext cx="71338" cy="124833"/>
            </a:xfrm>
            <a:prstGeom prst="rect">
              <a:avLst/>
            </a:prstGeom>
          </p:spPr>
        </p:pic>
        <p:pic>
          <p:nvPicPr>
            <p:cNvPr id="290" name="object 290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4919787" y="8557362"/>
              <a:ext cx="178319" cy="12177"/>
            </a:xfrm>
            <a:prstGeom prst="rect">
              <a:avLst/>
            </a:prstGeom>
          </p:spPr>
        </p:pic>
        <p:pic>
          <p:nvPicPr>
            <p:cNvPr id="291" name="object 291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4645439" y="7710707"/>
              <a:ext cx="1235627" cy="1280030"/>
            </a:xfrm>
            <a:prstGeom prst="rect">
              <a:avLst/>
            </a:prstGeom>
          </p:spPr>
        </p:pic>
        <p:pic>
          <p:nvPicPr>
            <p:cNvPr id="292" name="object 292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5387940" y="8350269"/>
              <a:ext cx="311372" cy="217972"/>
            </a:xfrm>
            <a:prstGeom prst="rect">
              <a:avLst/>
            </a:prstGeom>
          </p:spPr>
        </p:pic>
        <p:pic>
          <p:nvPicPr>
            <p:cNvPr id="293" name="object 293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4977754" y="8287695"/>
              <a:ext cx="747661" cy="696762"/>
            </a:xfrm>
            <a:prstGeom prst="rect">
              <a:avLst/>
            </a:prstGeom>
          </p:spPr>
        </p:pic>
        <p:pic>
          <p:nvPicPr>
            <p:cNvPr id="294" name="object 294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5048998" y="8888922"/>
              <a:ext cx="451504" cy="115519"/>
            </a:xfrm>
            <a:prstGeom prst="rect">
              <a:avLst/>
            </a:prstGeom>
          </p:spPr>
        </p:pic>
        <p:pic>
          <p:nvPicPr>
            <p:cNvPr id="295" name="object 295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5048987" y="8957250"/>
              <a:ext cx="325144" cy="47191"/>
            </a:xfrm>
            <a:prstGeom prst="rect">
              <a:avLst/>
            </a:prstGeom>
          </p:spPr>
        </p:pic>
        <p:sp>
          <p:nvSpPr>
            <p:cNvPr id="296" name="object 296"/>
            <p:cNvSpPr/>
            <p:nvPr/>
          </p:nvSpPr>
          <p:spPr>
            <a:xfrm>
              <a:off x="5049731" y="8945990"/>
              <a:ext cx="11430" cy="32384"/>
            </a:xfrm>
            <a:custGeom>
              <a:avLst/>
              <a:gdLst/>
              <a:ahLst/>
              <a:cxnLst/>
              <a:rect l="l" t="t" r="r" b="b"/>
              <a:pathLst>
                <a:path w="11429" h="32384">
                  <a:moveTo>
                    <a:pt x="9456" y="0"/>
                  </a:moveTo>
                  <a:lnTo>
                    <a:pt x="1318" y="9045"/>
                  </a:lnTo>
                  <a:lnTo>
                    <a:pt x="0" y="32063"/>
                  </a:lnTo>
                  <a:lnTo>
                    <a:pt x="4909" y="32344"/>
                  </a:lnTo>
                  <a:lnTo>
                    <a:pt x="9830" y="24187"/>
                  </a:lnTo>
                  <a:lnTo>
                    <a:pt x="11024" y="3424"/>
                  </a:lnTo>
                  <a:lnTo>
                    <a:pt x="9456" y="0"/>
                  </a:lnTo>
                  <a:close/>
                </a:path>
              </a:pathLst>
            </a:custGeom>
            <a:solidFill>
              <a:srgbClr val="22438C">
                <a:alpha val="18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7" name="object 297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5024768" y="8692340"/>
              <a:ext cx="641302" cy="282318"/>
            </a:xfrm>
            <a:prstGeom prst="rect">
              <a:avLst/>
            </a:prstGeom>
          </p:spPr>
        </p:pic>
        <p:pic>
          <p:nvPicPr>
            <p:cNvPr id="298" name="object 298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5048569" y="8956502"/>
              <a:ext cx="327655" cy="47674"/>
            </a:xfrm>
            <a:prstGeom prst="rect">
              <a:avLst/>
            </a:prstGeom>
          </p:spPr>
        </p:pic>
        <p:pic>
          <p:nvPicPr>
            <p:cNvPr id="299" name="object 299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5243631" y="8327265"/>
              <a:ext cx="340670" cy="195889"/>
            </a:xfrm>
            <a:prstGeom prst="rect">
              <a:avLst/>
            </a:prstGeom>
          </p:spPr>
        </p:pic>
        <p:pic>
          <p:nvPicPr>
            <p:cNvPr id="300" name="object 300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4806869" y="7592596"/>
              <a:ext cx="349863" cy="90060"/>
            </a:xfrm>
            <a:prstGeom prst="rect">
              <a:avLst/>
            </a:prstGeom>
          </p:spPr>
        </p:pic>
        <p:pic>
          <p:nvPicPr>
            <p:cNvPr id="301" name="object 301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4366537" y="8038813"/>
              <a:ext cx="877092" cy="288452"/>
            </a:xfrm>
            <a:prstGeom prst="rect">
              <a:avLst/>
            </a:prstGeom>
          </p:spPr>
        </p:pic>
        <p:pic>
          <p:nvPicPr>
            <p:cNvPr id="302" name="object 302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4552500" y="7769208"/>
              <a:ext cx="634347" cy="181386"/>
            </a:xfrm>
            <a:prstGeom prst="rect">
              <a:avLst/>
            </a:prstGeom>
          </p:spPr>
        </p:pic>
        <p:pic>
          <p:nvPicPr>
            <p:cNvPr id="303" name="object 303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4615796" y="7664416"/>
              <a:ext cx="554004" cy="126948"/>
            </a:xfrm>
            <a:prstGeom prst="rect">
              <a:avLst/>
            </a:prstGeom>
          </p:spPr>
        </p:pic>
        <p:pic>
          <p:nvPicPr>
            <p:cNvPr id="304" name="object 304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5156733" y="7643631"/>
              <a:ext cx="190067" cy="58835"/>
            </a:xfrm>
            <a:prstGeom prst="rect">
              <a:avLst/>
            </a:prstGeom>
          </p:spPr>
        </p:pic>
        <p:pic>
          <p:nvPicPr>
            <p:cNvPr id="305" name="object 305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4956560" y="7880545"/>
              <a:ext cx="471033" cy="188318"/>
            </a:xfrm>
            <a:prstGeom prst="rect">
              <a:avLst/>
            </a:prstGeom>
          </p:spPr>
        </p:pic>
        <p:pic>
          <p:nvPicPr>
            <p:cNvPr id="306" name="object 306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4469267" y="7920910"/>
              <a:ext cx="271949" cy="117902"/>
            </a:xfrm>
            <a:prstGeom prst="rect">
              <a:avLst/>
            </a:prstGeom>
          </p:spPr>
        </p:pic>
        <p:pic>
          <p:nvPicPr>
            <p:cNvPr id="307" name="object 307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5210783" y="7981641"/>
              <a:ext cx="669568" cy="463772"/>
            </a:xfrm>
            <a:prstGeom prst="rect">
              <a:avLst/>
            </a:prstGeom>
          </p:spPr>
        </p:pic>
        <p:pic>
          <p:nvPicPr>
            <p:cNvPr id="308" name="object 308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4921127" y="8487511"/>
              <a:ext cx="897026" cy="484648"/>
            </a:xfrm>
            <a:prstGeom prst="rect">
              <a:avLst/>
            </a:prstGeom>
          </p:spPr>
        </p:pic>
        <p:pic>
          <p:nvPicPr>
            <p:cNvPr id="309" name="object 309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4398706" y="8456162"/>
              <a:ext cx="522421" cy="511849"/>
            </a:xfrm>
            <a:prstGeom prst="rect">
              <a:avLst/>
            </a:prstGeom>
          </p:spPr>
        </p:pic>
        <p:pic>
          <p:nvPicPr>
            <p:cNvPr id="310" name="object 310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4679971" y="7499436"/>
              <a:ext cx="765653" cy="124708"/>
            </a:xfrm>
            <a:prstGeom prst="rect">
              <a:avLst/>
            </a:prstGeom>
          </p:spPr>
        </p:pic>
        <p:pic>
          <p:nvPicPr>
            <p:cNvPr id="311" name="object 311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5320686" y="7612207"/>
              <a:ext cx="162078" cy="50260"/>
            </a:xfrm>
            <a:prstGeom prst="rect">
              <a:avLst/>
            </a:prstGeom>
          </p:spPr>
        </p:pic>
        <p:pic>
          <p:nvPicPr>
            <p:cNvPr id="312" name="object 312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5169800" y="7702467"/>
              <a:ext cx="675543" cy="307032"/>
            </a:xfrm>
            <a:prstGeom prst="rect">
              <a:avLst/>
            </a:prstGeom>
          </p:spPr>
        </p:pic>
        <p:pic>
          <p:nvPicPr>
            <p:cNvPr id="313" name="object 313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5482765" y="7662468"/>
              <a:ext cx="193180" cy="57612"/>
            </a:xfrm>
            <a:prstGeom prst="rect">
              <a:avLst/>
            </a:prstGeom>
          </p:spPr>
        </p:pic>
        <p:pic>
          <p:nvPicPr>
            <p:cNvPr id="314" name="object 314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5425804" y="7541577"/>
              <a:ext cx="145715" cy="85124"/>
            </a:xfrm>
            <a:prstGeom prst="rect">
              <a:avLst/>
            </a:prstGeom>
          </p:spPr>
        </p:pic>
        <p:sp>
          <p:nvSpPr>
            <p:cNvPr id="315" name="object 315"/>
            <p:cNvSpPr/>
            <p:nvPr/>
          </p:nvSpPr>
          <p:spPr>
            <a:xfrm>
              <a:off x="5534555" y="7772379"/>
              <a:ext cx="231775" cy="65405"/>
            </a:xfrm>
            <a:custGeom>
              <a:avLst/>
              <a:gdLst/>
              <a:ahLst/>
              <a:cxnLst/>
              <a:rect l="l" t="t" r="r" b="b"/>
              <a:pathLst>
                <a:path w="231775" h="65404">
                  <a:moveTo>
                    <a:pt x="196460" y="13968"/>
                  </a:moveTo>
                  <a:lnTo>
                    <a:pt x="0" y="0"/>
                  </a:lnTo>
                  <a:lnTo>
                    <a:pt x="24983" y="53003"/>
                  </a:lnTo>
                  <a:lnTo>
                    <a:pt x="231406" y="64931"/>
                  </a:lnTo>
                </a:path>
              </a:pathLst>
            </a:custGeom>
            <a:ln w="10470">
              <a:solidFill>
                <a:srgbClr val="B4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6" name="object 316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4373125" y="8019516"/>
              <a:ext cx="94121" cy="117293"/>
            </a:xfrm>
            <a:prstGeom prst="rect">
              <a:avLst/>
            </a:prstGeom>
          </p:spPr>
        </p:pic>
        <p:pic>
          <p:nvPicPr>
            <p:cNvPr id="317" name="object 317"/>
            <p:cNvPicPr/>
            <p:nvPr/>
          </p:nvPicPr>
          <p:blipFill>
            <a:blip r:embed="rId225" cstate="print"/>
            <a:stretch>
              <a:fillRect/>
            </a:stretch>
          </p:blipFill>
          <p:spPr>
            <a:xfrm>
              <a:off x="4435725" y="7839477"/>
              <a:ext cx="114712" cy="81297"/>
            </a:xfrm>
            <a:prstGeom prst="rect">
              <a:avLst/>
            </a:prstGeom>
          </p:spPr>
        </p:pic>
        <p:pic>
          <p:nvPicPr>
            <p:cNvPr id="318" name="object 318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4526400" y="7704441"/>
              <a:ext cx="87302" cy="64641"/>
            </a:xfrm>
            <a:prstGeom prst="rect">
              <a:avLst/>
            </a:prstGeom>
          </p:spPr>
        </p:pic>
        <p:pic>
          <p:nvPicPr>
            <p:cNvPr id="319" name="object 319"/>
            <p:cNvPicPr/>
            <p:nvPr/>
          </p:nvPicPr>
          <p:blipFill>
            <a:blip r:embed="rId227" cstate="print"/>
            <a:stretch>
              <a:fillRect/>
            </a:stretch>
          </p:blipFill>
          <p:spPr>
            <a:xfrm>
              <a:off x="4607597" y="7691189"/>
              <a:ext cx="1213062" cy="904737"/>
            </a:xfrm>
            <a:prstGeom prst="rect">
              <a:avLst/>
            </a:prstGeom>
          </p:spPr>
        </p:pic>
        <p:sp>
          <p:nvSpPr>
            <p:cNvPr id="320" name="object 320"/>
            <p:cNvSpPr/>
            <p:nvPr/>
          </p:nvSpPr>
          <p:spPr>
            <a:xfrm>
              <a:off x="4580614" y="8534814"/>
              <a:ext cx="1229360" cy="290195"/>
            </a:xfrm>
            <a:custGeom>
              <a:avLst/>
              <a:gdLst/>
              <a:ahLst/>
              <a:cxnLst/>
              <a:rect l="l" t="t" r="r" b="b"/>
              <a:pathLst>
                <a:path w="1229360" h="290195">
                  <a:moveTo>
                    <a:pt x="1229219" y="0"/>
                  </a:moveTo>
                  <a:lnTo>
                    <a:pt x="641477" y="0"/>
                  </a:lnTo>
                  <a:lnTo>
                    <a:pt x="272054" y="0"/>
                  </a:lnTo>
                  <a:lnTo>
                    <a:pt x="223164" y="4057"/>
                  </a:lnTo>
                  <a:lnTo>
                    <a:pt x="177144" y="15755"/>
                  </a:lnTo>
                  <a:lnTo>
                    <a:pt x="134764" y="34384"/>
                  </a:lnTo>
                  <a:lnTo>
                    <a:pt x="96792" y="59232"/>
                  </a:lnTo>
                  <a:lnTo>
                    <a:pt x="63999" y="89588"/>
                  </a:lnTo>
                  <a:lnTo>
                    <a:pt x="37153" y="124741"/>
                  </a:lnTo>
                  <a:lnTo>
                    <a:pt x="17025" y="163981"/>
                  </a:lnTo>
                  <a:lnTo>
                    <a:pt x="4384" y="206596"/>
                  </a:lnTo>
                  <a:lnTo>
                    <a:pt x="0" y="251877"/>
                  </a:lnTo>
                  <a:lnTo>
                    <a:pt x="0" y="289844"/>
                  </a:lnTo>
                  <a:lnTo>
                    <a:pt x="916296" y="289844"/>
                  </a:lnTo>
                  <a:lnTo>
                    <a:pt x="967035" y="286051"/>
                  </a:lnTo>
                  <a:lnTo>
                    <a:pt x="1015189" y="275070"/>
                  </a:lnTo>
                  <a:lnTo>
                    <a:pt x="1060103" y="257497"/>
                  </a:lnTo>
                  <a:lnTo>
                    <a:pt x="1101118" y="233931"/>
                  </a:lnTo>
                  <a:lnTo>
                    <a:pt x="1137577" y="204967"/>
                  </a:lnTo>
                  <a:lnTo>
                    <a:pt x="1168849" y="171203"/>
                  </a:lnTo>
                  <a:lnTo>
                    <a:pt x="1194293" y="133232"/>
                  </a:lnTo>
                  <a:lnTo>
                    <a:pt x="1213266" y="91646"/>
                  </a:lnTo>
                  <a:lnTo>
                    <a:pt x="1225123" y="47037"/>
                  </a:lnTo>
                  <a:lnTo>
                    <a:pt x="1229219" y="0"/>
                  </a:lnTo>
                  <a:close/>
                </a:path>
              </a:pathLst>
            </a:custGeom>
            <a:solidFill>
              <a:srgbClr val="4EA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4564693" y="8497467"/>
              <a:ext cx="1261110" cy="288290"/>
            </a:xfrm>
            <a:custGeom>
              <a:avLst/>
              <a:gdLst/>
              <a:ahLst/>
              <a:cxnLst/>
              <a:rect l="l" t="t" r="r" b="b"/>
              <a:pathLst>
                <a:path w="1261110" h="288290">
                  <a:moveTo>
                    <a:pt x="1261071" y="0"/>
                  </a:moveTo>
                  <a:lnTo>
                    <a:pt x="658095" y="0"/>
                  </a:lnTo>
                  <a:lnTo>
                    <a:pt x="279090" y="0"/>
                  </a:lnTo>
                  <a:lnTo>
                    <a:pt x="228936" y="4026"/>
                  </a:lnTo>
                  <a:lnTo>
                    <a:pt x="181726" y="15637"/>
                  </a:lnTo>
                  <a:lnTo>
                    <a:pt x="138249" y="34125"/>
                  </a:lnTo>
                  <a:lnTo>
                    <a:pt x="99296" y="58786"/>
                  </a:lnTo>
                  <a:lnTo>
                    <a:pt x="65654" y="88914"/>
                  </a:lnTo>
                  <a:lnTo>
                    <a:pt x="38114" y="123803"/>
                  </a:lnTo>
                  <a:lnTo>
                    <a:pt x="17466" y="162747"/>
                  </a:lnTo>
                  <a:lnTo>
                    <a:pt x="4498" y="205042"/>
                  </a:lnTo>
                  <a:lnTo>
                    <a:pt x="0" y="249981"/>
                  </a:lnTo>
                  <a:lnTo>
                    <a:pt x="0" y="287677"/>
                  </a:lnTo>
                  <a:lnTo>
                    <a:pt x="940034" y="287677"/>
                  </a:lnTo>
                  <a:lnTo>
                    <a:pt x="992088" y="283912"/>
                  </a:lnTo>
                  <a:lnTo>
                    <a:pt x="1041490" y="273012"/>
                  </a:lnTo>
                  <a:lnTo>
                    <a:pt x="1087566" y="255569"/>
                  </a:lnTo>
                  <a:lnTo>
                    <a:pt x="1129645" y="232177"/>
                  </a:lnTo>
                  <a:lnTo>
                    <a:pt x="1167053" y="203428"/>
                  </a:lnTo>
                  <a:lnTo>
                    <a:pt x="1199134" y="169919"/>
                  </a:lnTo>
                  <a:lnTo>
                    <a:pt x="1225239" y="132234"/>
                  </a:lnTo>
                  <a:lnTo>
                    <a:pt x="1244704" y="90961"/>
                  </a:lnTo>
                  <a:lnTo>
                    <a:pt x="1256869" y="46686"/>
                  </a:lnTo>
                  <a:lnTo>
                    <a:pt x="1261071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4788662" y="8581104"/>
              <a:ext cx="815975" cy="177800"/>
            </a:xfrm>
            <a:custGeom>
              <a:avLst/>
              <a:gdLst/>
              <a:ahLst/>
              <a:cxnLst/>
              <a:rect l="l" t="t" r="r" b="b"/>
              <a:pathLst>
                <a:path w="815975" h="177800">
                  <a:moveTo>
                    <a:pt x="99352" y="53187"/>
                  </a:moveTo>
                  <a:lnTo>
                    <a:pt x="98844" y="43256"/>
                  </a:lnTo>
                  <a:lnTo>
                    <a:pt x="97129" y="33769"/>
                  </a:lnTo>
                  <a:lnTo>
                    <a:pt x="94513" y="26695"/>
                  </a:lnTo>
                  <a:lnTo>
                    <a:pt x="93878" y="24968"/>
                  </a:lnTo>
                  <a:lnTo>
                    <a:pt x="88811" y="17056"/>
                  </a:lnTo>
                  <a:lnTo>
                    <a:pt x="82842" y="11404"/>
                  </a:lnTo>
                  <a:lnTo>
                    <a:pt x="75145" y="6959"/>
                  </a:lnTo>
                  <a:lnTo>
                    <a:pt x="68732" y="5041"/>
                  </a:lnTo>
                  <a:lnTo>
                    <a:pt x="68732" y="49974"/>
                  </a:lnTo>
                  <a:lnTo>
                    <a:pt x="68148" y="62915"/>
                  </a:lnTo>
                  <a:lnTo>
                    <a:pt x="56388" y="102958"/>
                  </a:lnTo>
                  <a:lnTo>
                    <a:pt x="39331" y="114401"/>
                  </a:lnTo>
                  <a:lnTo>
                    <a:pt x="36906" y="114401"/>
                  </a:lnTo>
                  <a:lnTo>
                    <a:pt x="34658" y="113995"/>
                  </a:lnTo>
                  <a:lnTo>
                    <a:pt x="33058" y="113792"/>
                  </a:lnTo>
                  <a:lnTo>
                    <a:pt x="50292" y="27101"/>
                  </a:lnTo>
                  <a:lnTo>
                    <a:pt x="51295" y="26695"/>
                  </a:lnTo>
                  <a:lnTo>
                    <a:pt x="55143" y="26695"/>
                  </a:lnTo>
                  <a:lnTo>
                    <a:pt x="61976" y="28981"/>
                  </a:lnTo>
                  <a:lnTo>
                    <a:pt x="66128" y="34721"/>
                  </a:lnTo>
                  <a:lnTo>
                    <a:pt x="68186" y="42265"/>
                  </a:lnTo>
                  <a:lnTo>
                    <a:pt x="68732" y="49974"/>
                  </a:lnTo>
                  <a:lnTo>
                    <a:pt x="68732" y="5041"/>
                  </a:lnTo>
                  <a:lnTo>
                    <a:pt x="65519" y="4064"/>
                  </a:lnTo>
                  <a:lnTo>
                    <a:pt x="53733" y="3022"/>
                  </a:lnTo>
                  <a:lnTo>
                    <a:pt x="45554" y="3225"/>
                  </a:lnTo>
                  <a:lnTo>
                    <a:pt x="37909" y="3797"/>
                  </a:lnTo>
                  <a:lnTo>
                    <a:pt x="31038" y="4622"/>
                  </a:lnTo>
                  <a:lnTo>
                    <a:pt x="25146" y="5626"/>
                  </a:lnTo>
                  <a:lnTo>
                    <a:pt x="0" y="136664"/>
                  </a:lnTo>
                  <a:lnTo>
                    <a:pt x="5803" y="137871"/>
                  </a:lnTo>
                  <a:lnTo>
                    <a:pt x="12839" y="138772"/>
                  </a:lnTo>
                  <a:lnTo>
                    <a:pt x="19748" y="139293"/>
                  </a:lnTo>
                  <a:lnTo>
                    <a:pt x="26352" y="139471"/>
                  </a:lnTo>
                  <a:lnTo>
                    <a:pt x="39763" y="138772"/>
                  </a:lnTo>
                  <a:lnTo>
                    <a:pt x="50419" y="136664"/>
                  </a:lnTo>
                  <a:lnTo>
                    <a:pt x="50685" y="136664"/>
                  </a:lnTo>
                  <a:lnTo>
                    <a:pt x="60515" y="132702"/>
                  </a:lnTo>
                  <a:lnTo>
                    <a:pt x="69138" y="127038"/>
                  </a:lnTo>
                  <a:lnTo>
                    <a:pt x="79590" y="116090"/>
                  </a:lnTo>
                  <a:lnTo>
                    <a:pt x="80581" y="114401"/>
                  </a:lnTo>
                  <a:lnTo>
                    <a:pt x="89344" y="99517"/>
                  </a:lnTo>
                  <a:lnTo>
                    <a:pt x="96545" y="78244"/>
                  </a:lnTo>
                  <a:lnTo>
                    <a:pt x="99352" y="53187"/>
                  </a:lnTo>
                  <a:close/>
                </a:path>
                <a:path w="815975" h="177800">
                  <a:moveTo>
                    <a:pt x="180454" y="67437"/>
                  </a:moveTo>
                  <a:lnTo>
                    <a:pt x="154305" y="39090"/>
                  </a:lnTo>
                  <a:lnTo>
                    <a:pt x="154305" y="65227"/>
                  </a:lnTo>
                  <a:lnTo>
                    <a:pt x="154305" y="78270"/>
                  </a:lnTo>
                  <a:lnTo>
                    <a:pt x="145389" y="83489"/>
                  </a:lnTo>
                  <a:lnTo>
                    <a:pt x="133032" y="82689"/>
                  </a:lnTo>
                  <a:lnTo>
                    <a:pt x="134645" y="71450"/>
                  </a:lnTo>
                  <a:lnTo>
                    <a:pt x="140525" y="62217"/>
                  </a:lnTo>
                  <a:lnTo>
                    <a:pt x="152285" y="62217"/>
                  </a:lnTo>
                  <a:lnTo>
                    <a:pt x="154305" y="65227"/>
                  </a:lnTo>
                  <a:lnTo>
                    <a:pt x="154305" y="39090"/>
                  </a:lnTo>
                  <a:lnTo>
                    <a:pt x="114160" y="59283"/>
                  </a:lnTo>
                  <a:lnTo>
                    <a:pt x="101790" y="102146"/>
                  </a:lnTo>
                  <a:lnTo>
                    <a:pt x="103822" y="117309"/>
                  </a:lnTo>
                  <a:lnTo>
                    <a:pt x="110236" y="129324"/>
                  </a:lnTo>
                  <a:lnTo>
                    <a:pt x="121551" y="137236"/>
                  </a:lnTo>
                  <a:lnTo>
                    <a:pt x="138290" y="140081"/>
                  </a:lnTo>
                  <a:lnTo>
                    <a:pt x="147104" y="139776"/>
                  </a:lnTo>
                  <a:lnTo>
                    <a:pt x="154940" y="138823"/>
                  </a:lnTo>
                  <a:lnTo>
                    <a:pt x="162064" y="137236"/>
                  </a:lnTo>
                  <a:lnTo>
                    <a:pt x="169316" y="134861"/>
                  </a:lnTo>
                  <a:lnTo>
                    <a:pt x="168211" y="117309"/>
                  </a:lnTo>
                  <a:lnTo>
                    <a:pt x="167894" y="112395"/>
                  </a:lnTo>
                  <a:lnTo>
                    <a:pt x="161201" y="115392"/>
                  </a:lnTo>
                  <a:lnTo>
                    <a:pt x="154978" y="117309"/>
                  </a:lnTo>
                  <a:lnTo>
                    <a:pt x="140309" y="117309"/>
                  </a:lnTo>
                  <a:lnTo>
                    <a:pt x="135851" y="114782"/>
                  </a:lnTo>
                  <a:lnTo>
                    <a:pt x="131000" y="109982"/>
                  </a:lnTo>
                  <a:lnTo>
                    <a:pt x="130390" y="107365"/>
                  </a:lnTo>
                  <a:lnTo>
                    <a:pt x="130390" y="104559"/>
                  </a:lnTo>
                  <a:lnTo>
                    <a:pt x="150012" y="103251"/>
                  </a:lnTo>
                  <a:lnTo>
                    <a:pt x="165912" y="97053"/>
                  </a:lnTo>
                  <a:lnTo>
                    <a:pt x="176568" y="85344"/>
                  </a:lnTo>
                  <a:lnTo>
                    <a:pt x="176974" y="83489"/>
                  </a:lnTo>
                  <a:lnTo>
                    <a:pt x="180454" y="67437"/>
                  </a:lnTo>
                  <a:close/>
                </a:path>
                <a:path w="815975" h="177800">
                  <a:moveTo>
                    <a:pt x="247586" y="42354"/>
                  </a:moveTo>
                  <a:lnTo>
                    <a:pt x="243725" y="40144"/>
                  </a:lnTo>
                  <a:lnTo>
                    <a:pt x="237032" y="38531"/>
                  </a:lnTo>
                  <a:lnTo>
                    <a:pt x="227507" y="38531"/>
                  </a:lnTo>
                  <a:lnTo>
                    <a:pt x="211175" y="41275"/>
                  </a:lnTo>
                  <a:lnTo>
                    <a:pt x="198793" y="48691"/>
                  </a:lnTo>
                  <a:lnTo>
                    <a:pt x="190919" y="59613"/>
                  </a:lnTo>
                  <a:lnTo>
                    <a:pt x="188175" y="72859"/>
                  </a:lnTo>
                  <a:lnTo>
                    <a:pt x="188798" y="78994"/>
                  </a:lnTo>
                  <a:lnTo>
                    <a:pt x="190855" y="85191"/>
                  </a:lnTo>
                  <a:lnTo>
                    <a:pt x="194678" y="91249"/>
                  </a:lnTo>
                  <a:lnTo>
                    <a:pt x="200545" y="96926"/>
                  </a:lnTo>
                  <a:lnTo>
                    <a:pt x="208038" y="102552"/>
                  </a:lnTo>
                  <a:lnTo>
                    <a:pt x="210070" y="105562"/>
                  </a:lnTo>
                  <a:lnTo>
                    <a:pt x="210070" y="114592"/>
                  </a:lnTo>
                  <a:lnTo>
                    <a:pt x="206819" y="118211"/>
                  </a:lnTo>
                  <a:lnTo>
                    <a:pt x="193662" y="118605"/>
                  </a:lnTo>
                  <a:lnTo>
                    <a:pt x="188582" y="116789"/>
                  </a:lnTo>
                  <a:lnTo>
                    <a:pt x="184315" y="114592"/>
                  </a:lnTo>
                  <a:lnTo>
                    <a:pt x="177431" y="135267"/>
                  </a:lnTo>
                  <a:lnTo>
                    <a:pt x="181279" y="137668"/>
                  </a:lnTo>
                  <a:lnTo>
                    <a:pt x="189382" y="140081"/>
                  </a:lnTo>
                  <a:lnTo>
                    <a:pt x="199123" y="140081"/>
                  </a:lnTo>
                  <a:lnTo>
                    <a:pt x="215900" y="137731"/>
                  </a:lnTo>
                  <a:lnTo>
                    <a:pt x="228676" y="130924"/>
                  </a:lnTo>
                  <a:lnTo>
                    <a:pt x="236816" y="120015"/>
                  </a:lnTo>
                  <a:lnTo>
                    <a:pt x="239674" y="105359"/>
                  </a:lnTo>
                  <a:lnTo>
                    <a:pt x="239064" y="99733"/>
                  </a:lnTo>
                  <a:lnTo>
                    <a:pt x="236791" y="93319"/>
                  </a:lnTo>
                  <a:lnTo>
                    <a:pt x="232143" y="86461"/>
                  </a:lnTo>
                  <a:lnTo>
                    <a:pt x="224459" y="79476"/>
                  </a:lnTo>
                  <a:lnTo>
                    <a:pt x="219798" y="76060"/>
                  </a:lnTo>
                  <a:lnTo>
                    <a:pt x="217576" y="73456"/>
                  </a:lnTo>
                  <a:lnTo>
                    <a:pt x="217576" y="63817"/>
                  </a:lnTo>
                  <a:lnTo>
                    <a:pt x="222440" y="60604"/>
                  </a:lnTo>
                  <a:lnTo>
                    <a:pt x="233807" y="60604"/>
                  </a:lnTo>
                  <a:lnTo>
                    <a:pt x="238645" y="62014"/>
                  </a:lnTo>
                  <a:lnTo>
                    <a:pt x="241503" y="63627"/>
                  </a:lnTo>
                  <a:lnTo>
                    <a:pt x="247586" y="42354"/>
                  </a:lnTo>
                  <a:close/>
                </a:path>
                <a:path w="815975" h="177800">
                  <a:moveTo>
                    <a:pt x="336397" y="70243"/>
                  </a:moveTo>
                  <a:lnTo>
                    <a:pt x="335940" y="63792"/>
                  </a:lnTo>
                  <a:lnTo>
                    <a:pt x="335927" y="63627"/>
                  </a:lnTo>
                  <a:lnTo>
                    <a:pt x="335584" y="58851"/>
                  </a:lnTo>
                  <a:lnTo>
                    <a:pt x="333984" y="53784"/>
                  </a:lnTo>
                  <a:lnTo>
                    <a:pt x="332359" y="48666"/>
                  </a:lnTo>
                  <a:lnTo>
                    <a:pt x="325526" y="41338"/>
                  </a:lnTo>
                  <a:lnTo>
                    <a:pt x="313880" y="38531"/>
                  </a:lnTo>
                  <a:lnTo>
                    <a:pt x="307111" y="39585"/>
                  </a:lnTo>
                  <a:lnTo>
                    <a:pt x="305777" y="40208"/>
                  </a:lnTo>
                  <a:lnTo>
                    <a:pt x="305777" y="70040"/>
                  </a:lnTo>
                  <a:lnTo>
                    <a:pt x="305777" y="75463"/>
                  </a:lnTo>
                  <a:lnTo>
                    <a:pt x="304444" y="88493"/>
                  </a:lnTo>
                  <a:lnTo>
                    <a:pt x="300583" y="102704"/>
                  </a:lnTo>
                  <a:lnTo>
                    <a:pt x="294398" y="114122"/>
                  </a:lnTo>
                  <a:lnTo>
                    <a:pt x="286105" y="118808"/>
                  </a:lnTo>
                  <a:lnTo>
                    <a:pt x="283476" y="118808"/>
                  </a:lnTo>
                  <a:lnTo>
                    <a:pt x="281990" y="118071"/>
                  </a:lnTo>
                  <a:lnTo>
                    <a:pt x="280022" y="117005"/>
                  </a:lnTo>
                  <a:lnTo>
                    <a:pt x="286918" y="80683"/>
                  </a:lnTo>
                  <a:lnTo>
                    <a:pt x="288709" y="71640"/>
                  </a:lnTo>
                  <a:lnTo>
                    <a:pt x="288747" y="71437"/>
                  </a:lnTo>
                  <a:lnTo>
                    <a:pt x="294093" y="63792"/>
                  </a:lnTo>
                  <a:lnTo>
                    <a:pt x="294220" y="63627"/>
                  </a:lnTo>
                  <a:lnTo>
                    <a:pt x="305562" y="63627"/>
                  </a:lnTo>
                  <a:lnTo>
                    <a:pt x="305777" y="70040"/>
                  </a:lnTo>
                  <a:lnTo>
                    <a:pt x="305777" y="40208"/>
                  </a:lnTo>
                  <a:lnTo>
                    <a:pt x="300482" y="42621"/>
                  </a:lnTo>
                  <a:lnTo>
                    <a:pt x="294411" y="47421"/>
                  </a:lnTo>
                  <a:lnTo>
                    <a:pt x="289356" y="53784"/>
                  </a:lnTo>
                  <a:lnTo>
                    <a:pt x="288950" y="53784"/>
                  </a:lnTo>
                  <a:lnTo>
                    <a:pt x="289941" y="42621"/>
                  </a:lnTo>
                  <a:lnTo>
                    <a:pt x="290055" y="41338"/>
                  </a:lnTo>
                  <a:lnTo>
                    <a:pt x="290169" y="40144"/>
                  </a:lnTo>
                  <a:lnTo>
                    <a:pt x="264820" y="40144"/>
                  </a:lnTo>
                  <a:lnTo>
                    <a:pt x="239077" y="177406"/>
                  </a:lnTo>
                  <a:lnTo>
                    <a:pt x="268681" y="177406"/>
                  </a:lnTo>
                  <a:lnTo>
                    <a:pt x="275971" y="138480"/>
                  </a:lnTo>
                  <a:lnTo>
                    <a:pt x="276580" y="138480"/>
                  </a:lnTo>
                  <a:lnTo>
                    <a:pt x="279412" y="139877"/>
                  </a:lnTo>
                  <a:lnTo>
                    <a:pt x="284276" y="140474"/>
                  </a:lnTo>
                  <a:lnTo>
                    <a:pt x="288950" y="140474"/>
                  </a:lnTo>
                  <a:lnTo>
                    <a:pt x="295249" y="138480"/>
                  </a:lnTo>
                  <a:lnTo>
                    <a:pt x="308508" y="134277"/>
                  </a:lnTo>
                  <a:lnTo>
                    <a:pt x="322795" y="118808"/>
                  </a:lnTo>
                  <a:lnTo>
                    <a:pt x="323469" y="118071"/>
                  </a:lnTo>
                  <a:lnTo>
                    <a:pt x="333032" y="95516"/>
                  </a:lnTo>
                  <a:lnTo>
                    <a:pt x="336397" y="70243"/>
                  </a:lnTo>
                  <a:close/>
                </a:path>
                <a:path w="815975" h="177800">
                  <a:moveTo>
                    <a:pt x="422160" y="67437"/>
                  </a:moveTo>
                  <a:lnTo>
                    <a:pt x="421259" y="62217"/>
                  </a:lnTo>
                  <a:lnTo>
                    <a:pt x="420344" y="56832"/>
                  </a:lnTo>
                  <a:lnTo>
                    <a:pt x="415036" y="47574"/>
                  </a:lnTo>
                  <a:lnTo>
                    <a:pt x="406057" y="41021"/>
                  </a:lnTo>
                  <a:lnTo>
                    <a:pt x="395998" y="39090"/>
                  </a:lnTo>
                  <a:lnTo>
                    <a:pt x="395998" y="65227"/>
                  </a:lnTo>
                  <a:lnTo>
                    <a:pt x="395998" y="78270"/>
                  </a:lnTo>
                  <a:lnTo>
                    <a:pt x="387096" y="83489"/>
                  </a:lnTo>
                  <a:lnTo>
                    <a:pt x="374726" y="82689"/>
                  </a:lnTo>
                  <a:lnTo>
                    <a:pt x="376339" y="71450"/>
                  </a:lnTo>
                  <a:lnTo>
                    <a:pt x="382219" y="62217"/>
                  </a:lnTo>
                  <a:lnTo>
                    <a:pt x="393979" y="62217"/>
                  </a:lnTo>
                  <a:lnTo>
                    <a:pt x="395998" y="65227"/>
                  </a:lnTo>
                  <a:lnTo>
                    <a:pt x="395998" y="39090"/>
                  </a:lnTo>
                  <a:lnTo>
                    <a:pt x="355866" y="59283"/>
                  </a:lnTo>
                  <a:lnTo>
                    <a:pt x="343496" y="102146"/>
                  </a:lnTo>
                  <a:lnTo>
                    <a:pt x="345516" y="117309"/>
                  </a:lnTo>
                  <a:lnTo>
                    <a:pt x="351929" y="129324"/>
                  </a:lnTo>
                  <a:lnTo>
                    <a:pt x="363258" y="137236"/>
                  </a:lnTo>
                  <a:lnTo>
                    <a:pt x="379996" y="140081"/>
                  </a:lnTo>
                  <a:lnTo>
                    <a:pt x="388797" y="139776"/>
                  </a:lnTo>
                  <a:lnTo>
                    <a:pt x="396646" y="138823"/>
                  </a:lnTo>
                  <a:lnTo>
                    <a:pt x="403771" y="137236"/>
                  </a:lnTo>
                  <a:lnTo>
                    <a:pt x="411022" y="134861"/>
                  </a:lnTo>
                  <a:lnTo>
                    <a:pt x="409905" y="117309"/>
                  </a:lnTo>
                  <a:lnTo>
                    <a:pt x="409600" y="112395"/>
                  </a:lnTo>
                  <a:lnTo>
                    <a:pt x="402907" y="115392"/>
                  </a:lnTo>
                  <a:lnTo>
                    <a:pt x="396671" y="117309"/>
                  </a:lnTo>
                  <a:lnTo>
                    <a:pt x="382003" y="117309"/>
                  </a:lnTo>
                  <a:lnTo>
                    <a:pt x="377558" y="114782"/>
                  </a:lnTo>
                  <a:lnTo>
                    <a:pt x="372694" y="109982"/>
                  </a:lnTo>
                  <a:lnTo>
                    <a:pt x="372084" y="107365"/>
                  </a:lnTo>
                  <a:lnTo>
                    <a:pt x="372084" y="104559"/>
                  </a:lnTo>
                  <a:lnTo>
                    <a:pt x="391718" y="103251"/>
                  </a:lnTo>
                  <a:lnTo>
                    <a:pt x="407619" y="97053"/>
                  </a:lnTo>
                  <a:lnTo>
                    <a:pt x="418274" y="85344"/>
                  </a:lnTo>
                  <a:lnTo>
                    <a:pt x="418668" y="83489"/>
                  </a:lnTo>
                  <a:lnTo>
                    <a:pt x="422160" y="67437"/>
                  </a:lnTo>
                  <a:close/>
                </a:path>
                <a:path w="815975" h="177800">
                  <a:moveTo>
                    <a:pt x="493344" y="39141"/>
                  </a:moveTo>
                  <a:lnTo>
                    <a:pt x="490499" y="38531"/>
                  </a:lnTo>
                  <a:lnTo>
                    <a:pt x="488683" y="38531"/>
                  </a:lnTo>
                  <a:lnTo>
                    <a:pt x="482676" y="39446"/>
                  </a:lnTo>
                  <a:lnTo>
                    <a:pt x="476402" y="42418"/>
                  </a:lnTo>
                  <a:lnTo>
                    <a:pt x="470141" y="47764"/>
                  </a:lnTo>
                  <a:lnTo>
                    <a:pt x="464146" y="55791"/>
                  </a:lnTo>
                  <a:lnTo>
                    <a:pt x="463334" y="55791"/>
                  </a:lnTo>
                  <a:lnTo>
                    <a:pt x="463943" y="50571"/>
                  </a:lnTo>
                  <a:lnTo>
                    <a:pt x="464756" y="40144"/>
                  </a:lnTo>
                  <a:lnTo>
                    <a:pt x="439204" y="40144"/>
                  </a:lnTo>
                  <a:lnTo>
                    <a:pt x="435381" y="63728"/>
                  </a:lnTo>
                  <a:lnTo>
                    <a:pt x="420954" y="138874"/>
                  </a:lnTo>
                  <a:lnTo>
                    <a:pt x="450964" y="138874"/>
                  </a:lnTo>
                  <a:lnTo>
                    <a:pt x="459079" y="95923"/>
                  </a:lnTo>
                  <a:lnTo>
                    <a:pt x="462699" y="84239"/>
                  </a:lnTo>
                  <a:lnTo>
                    <a:pt x="468249" y="75539"/>
                  </a:lnTo>
                  <a:lnTo>
                    <a:pt x="475107" y="70104"/>
                  </a:lnTo>
                  <a:lnTo>
                    <a:pt x="482600" y="68237"/>
                  </a:lnTo>
                  <a:lnTo>
                    <a:pt x="484225" y="68237"/>
                  </a:lnTo>
                  <a:lnTo>
                    <a:pt x="487667" y="68630"/>
                  </a:lnTo>
                  <a:lnTo>
                    <a:pt x="493344" y="39141"/>
                  </a:lnTo>
                  <a:close/>
                </a:path>
                <a:path w="815975" h="177800">
                  <a:moveTo>
                    <a:pt x="557822" y="40754"/>
                  </a:moveTo>
                  <a:lnTo>
                    <a:pt x="555193" y="39738"/>
                  </a:lnTo>
                  <a:lnTo>
                    <a:pt x="550926" y="38938"/>
                  </a:lnTo>
                  <a:lnTo>
                    <a:pt x="544042" y="38938"/>
                  </a:lnTo>
                  <a:lnTo>
                    <a:pt x="522503" y="43827"/>
                  </a:lnTo>
                  <a:lnTo>
                    <a:pt x="504977" y="57454"/>
                  </a:lnTo>
                  <a:lnTo>
                    <a:pt x="493204" y="78219"/>
                  </a:lnTo>
                  <a:lnTo>
                    <a:pt x="488886" y="104559"/>
                  </a:lnTo>
                  <a:lnTo>
                    <a:pt x="490791" y="117551"/>
                  </a:lnTo>
                  <a:lnTo>
                    <a:pt x="496722" y="128943"/>
                  </a:lnTo>
                  <a:lnTo>
                    <a:pt x="506933" y="137020"/>
                  </a:lnTo>
                  <a:lnTo>
                    <a:pt x="521728" y="140081"/>
                  </a:lnTo>
                  <a:lnTo>
                    <a:pt x="530656" y="140081"/>
                  </a:lnTo>
                  <a:lnTo>
                    <a:pt x="535520" y="116001"/>
                  </a:lnTo>
                  <a:lnTo>
                    <a:pt x="523557" y="116001"/>
                  </a:lnTo>
                  <a:lnTo>
                    <a:pt x="518896" y="109982"/>
                  </a:lnTo>
                  <a:lnTo>
                    <a:pt x="518896" y="100152"/>
                  </a:lnTo>
                  <a:lnTo>
                    <a:pt x="520954" y="85750"/>
                  </a:lnTo>
                  <a:lnTo>
                    <a:pt x="526427" y="74231"/>
                  </a:lnTo>
                  <a:lnTo>
                    <a:pt x="534200" y="66586"/>
                  </a:lnTo>
                  <a:lnTo>
                    <a:pt x="543217" y="63817"/>
                  </a:lnTo>
                  <a:lnTo>
                    <a:pt x="545249" y="63817"/>
                  </a:lnTo>
                  <a:lnTo>
                    <a:pt x="550519" y="64833"/>
                  </a:lnTo>
                  <a:lnTo>
                    <a:pt x="557822" y="40754"/>
                  </a:lnTo>
                  <a:close/>
                </a:path>
                <a:path w="815975" h="177800">
                  <a:moveTo>
                    <a:pt x="642975" y="40144"/>
                  </a:moveTo>
                  <a:lnTo>
                    <a:pt x="612978" y="40144"/>
                  </a:lnTo>
                  <a:lnTo>
                    <a:pt x="599795" y="110172"/>
                  </a:lnTo>
                  <a:lnTo>
                    <a:pt x="594728" y="116598"/>
                  </a:lnTo>
                  <a:lnTo>
                    <a:pt x="586206" y="116598"/>
                  </a:lnTo>
                  <a:lnTo>
                    <a:pt x="584593" y="113995"/>
                  </a:lnTo>
                  <a:lnTo>
                    <a:pt x="584593" y="105359"/>
                  </a:lnTo>
                  <a:lnTo>
                    <a:pt x="585406" y="100139"/>
                  </a:lnTo>
                  <a:lnTo>
                    <a:pt x="596950" y="40144"/>
                  </a:lnTo>
                  <a:lnTo>
                    <a:pt x="566953" y="40144"/>
                  </a:lnTo>
                  <a:lnTo>
                    <a:pt x="554990" y="102552"/>
                  </a:lnTo>
                  <a:lnTo>
                    <a:pt x="553974" y="109969"/>
                  </a:lnTo>
                  <a:lnTo>
                    <a:pt x="553974" y="116598"/>
                  </a:lnTo>
                  <a:lnTo>
                    <a:pt x="555117" y="126174"/>
                  </a:lnTo>
                  <a:lnTo>
                    <a:pt x="558647" y="133743"/>
                  </a:lnTo>
                  <a:lnTo>
                    <a:pt x="564756" y="138696"/>
                  </a:lnTo>
                  <a:lnTo>
                    <a:pt x="573646" y="140487"/>
                  </a:lnTo>
                  <a:lnTo>
                    <a:pt x="580656" y="139636"/>
                  </a:lnTo>
                  <a:lnTo>
                    <a:pt x="587349" y="137045"/>
                  </a:lnTo>
                  <a:lnTo>
                    <a:pt x="593623" y="132613"/>
                  </a:lnTo>
                  <a:lnTo>
                    <a:pt x="599389" y="126238"/>
                  </a:lnTo>
                  <a:lnTo>
                    <a:pt x="599795" y="126631"/>
                  </a:lnTo>
                  <a:lnTo>
                    <a:pt x="599186" y="138874"/>
                  </a:lnTo>
                  <a:lnTo>
                    <a:pt x="624738" y="138874"/>
                  </a:lnTo>
                  <a:lnTo>
                    <a:pt x="628548" y="115277"/>
                  </a:lnTo>
                  <a:lnTo>
                    <a:pt x="642975" y="40144"/>
                  </a:lnTo>
                  <a:close/>
                </a:path>
                <a:path w="815975" h="177800">
                  <a:moveTo>
                    <a:pt x="742137" y="0"/>
                  </a:moveTo>
                  <a:lnTo>
                    <a:pt x="712139" y="0"/>
                  </a:lnTo>
                  <a:lnTo>
                    <a:pt x="704430" y="40335"/>
                  </a:lnTo>
                  <a:lnTo>
                    <a:pt x="702195" y="39331"/>
                  </a:lnTo>
                  <a:lnTo>
                    <a:pt x="700773" y="38938"/>
                  </a:lnTo>
                  <a:lnTo>
                    <a:pt x="700773" y="62217"/>
                  </a:lnTo>
                  <a:lnTo>
                    <a:pt x="693280" y="102552"/>
                  </a:lnTo>
                  <a:lnTo>
                    <a:pt x="690854" y="109181"/>
                  </a:lnTo>
                  <a:lnTo>
                    <a:pt x="687590" y="116205"/>
                  </a:lnTo>
                  <a:lnTo>
                    <a:pt x="677049" y="116205"/>
                  </a:lnTo>
                  <a:lnTo>
                    <a:pt x="675030" y="111785"/>
                  </a:lnTo>
                  <a:lnTo>
                    <a:pt x="675030" y="103949"/>
                  </a:lnTo>
                  <a:lnTo>
                    <a:pt x="676490" y="90995"/>
                  </a:lnTo>
                  <a:lnTo>
                    <a:pt x="680656" y="76784"/>
                  </a:lnTo>
                  <a:lnTo>
                    <a:pt x="687171" y="65328"/>
                  </a:lnTo>
                  <a:lnTo>
                    <a:pt x="695718" y="60617"/>
                  </a:lnTo>
                  <a:lnTo>
                    <a:pt x="697738" y="60617"/>
                  </a:lnTo>
                  <a:lnTo>
                    <a:pt x="699554" y="61214"/>
                  </a:lnTo>
                  <a:lnTo>
                    <a:pt x="700773" y="62217"/>
                  </a:lnTo>
                  <a:lnTo>
                    <a:pt x="700773" y="38938"/>
                  </a:lnTo>
                  <a:lnTo>
                    <a:pt x="699350" y="38544"/>
                  </a:lnTo>
                  <a:lnTo>
                    <a:pt x="695909" y="38544"/>
                  </a:lnTo>
                  <a:lnTo>
                    <a:pt x="674763" y="44665"/>
                  </a:lnTo>
                  <a:lnTo>
                    <a:pt x="658876" y="60756"/>
                  </a:lnTo>
                  <a:lnTo>
                    <a:pt x="648893" y="83400"/>
                  </a:lnTo>
                  <a:lnTo>
                    <a:pt x="645426" y="109181"/>
                  </a:lnTo>
                  <a:lnTo>
                    <a:pt x="646963" y="121945"/>
                  </a:lnTo>
                  <a:lnTo>
                    <a:pt x="651484" y="131826"/>
                  </a:lnTo>
                  <a:lnTo>
                    <a:pt x="658850" y="138214"/>
                  </a:lnTo>
                  <a:lnTo>
                    <a:pt x="668947" y="140487"/>
                  </a:lnTo>
                  <a:lnTo>
                    <a:pt x="675220" y="139446"/>
                  </a:lnTo>
                  <a:lnTo>
                    <a:pt x="681583" y="136423"/>
                  </a:lnTo>
                  <a:lnTo>
                    <a:pt x="687616" y="131508"/>
                  </a:lnTo>
                  <a:lnTo>
                    <a:pt x="692873" y="124815"/>
                  </a:lnTo>
                  <a:lnTo>
                    <a:pt x="693280" y="124815"/>
                  </a:lnTo>
                  <a:lnTo>
                    <a:pt x="692124" y="138214"/>
                  </a:lnTo>
                  <a:lnTo>
                    <a:pt x="692061" y="138874"/>
                  </a:lnTo>
                  <a:lnTo>
                    <a:pt x="716381" y="138874"/>
                  </a:lnTo>
                  <a:lnTo>
                    <a:pt x="730351" y="61214"/>
                  </a:lnTo>
                  <a:lnTo>
                    <a:pt x="730465" y="60617"/>
                  </a:lnTo>
                  <a:lnTo>
                    <a:pt x="734364" y="40335"/>
                  </a:lnTo>
                  <a:lnTo>
                    <a:pt x="742137" y="0"/>
                  </a:lnTo>
                  <a:close/>
                </a:path>
                <a:path w="815975" h="177800">
                  <a:moveTo>
                    <a:pt x="815746" y="67437"/>
                  </a:moveTo>
                  <a:lnTo>
                    <a:pt x="789597" y="39103"/>
                  </a:lnTo>
                  <a:lnTo>
                    <a:pt x="789597" y="65227"/>
                  </a:lnTo>
                  <a:lnTo>
                    <a:pt x="789597" y="78270"/>
                  </a:lnTo>
                  <a:lnTo>
                    <a:pt x="780681" y="83489"/>
                  </a:lnTo>
                  <a:lnTo>
                    <a:pt x="768299" y="82689"/>
                  </a:lnTo>
                  <a:lnTo>
                    <a:pt x="769924" y="71450"/>
                  </a:lnTo>
                  <a:lnTo>
                    <a:pt x="775817" y="62217"/>
                  </a:lnTo>
                  <a:lnTo>
                    <a:pt x="787565" y="62217"/>
                  </a:lnTo>
                  <a:lnTo>
                    <a:pt x="789597" y="65227"/>
                  </a:lnTo>
                  <a:lnTo>
                    <a:pt x="789597" y="39103"/>
                  </a:lnTo>
                  <a:lnTo>
                    <a:pt x="749439" y="59283"/>
                  </a:lnTo>
                  <a:lnTo>
                    <a:pt x="737069" y="102146"/>
                  </a:lnTo>
                  <a:lnTo>
                    <a:pt x="739101" y="117309"/>
                  </a:lnTo>
                  <a:lnTo>
                    <a:pt x="745515" y="129324"/>
                  </a:lnTo>
                  <a:lnTo>
                    <a:pt x="756843" y="137236"/>
                  </a:lnTo>
                  <a:lnTo>
                    <a:pt x="773582" y="140081"/>
                  </a:lnTo>
                  <a:lnTo>
                    <a:pt x="782383" y="139776"/>
                  </a:lnTo>
                  <a:lnTo>
                    <a:pt x="790232" y="138823"/>
                  </a:lnTo>
                  <a:lnTo>
                    <a:pt x="797344" y="137236"/>
                  </a:lnTo>
                  <a:lnTo>
                    <a:pt x="804595" y="134861"/>
                  </a:lnTo>
                  <a:lnTo>
                    <a:pt x="803478" y="117309"/>
                  </a:lnTo>
                  <a:lnTo>
                    <a:pt x="803173" y="112395"/>
                  </a:lnTo>
                  <a:lnTo>
                    <a:pt x="796480" y="115392"/>
                  </a:lnTo>
                  <a:lnTo>
                    <a:pt x="790257" y="117309"/>
                  </a:lnTo>
                  <a:lnTo>
                    <a:pt x="775601" y="117309"/>
                  </a:lnTo>
                  <a:lnTo>
                    <a:pt x="771144" y="114782"/>
                  </a:lnTo>
                  <a:lnTo>
                    <a:pt x="766279" y="109982"/>
                  </a:lnTo>
                  <a:lnTo>
                    <a:pt x="765670" y="107365"/>
                  </a:lnTo>
                  <a:lnTo>
                    <a:pt x="765670" y="104559"/>
                  </a:lnTo>
                  <a:lnTo>
                    <a:pt x="785304" y="103251"/>
                  </a:lnTo>
                  <a:lnTo>
                    <a:pt x="801204" y="97053"/>
                  </a:lnTo>
                  <a:lnTo>
                    <a:pt x="811860" y="85344"/>
                  </a:lnTo>
                  <a:lnTo>
                    <a:pt x="812266" y="83489"/>
                  </a:lnTo>
                  <a:lnTo>
                    <a:pt x="815746" y="674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3" name="object 323"/>
          <p:cNvGrpSpPr/>
          <p:nvPr/>
        </p:nvGrpSpPr>
        <p:grpSpPr>
          <a:xfrm>
            <a:off x="2347541" y="7599485"/>
            <a:ext cx="1772285" cy="1771650"/>
            <a:chOff x="2347541" y="7599485"/>
            <a:chExt cx="1772285" cy="1771650"/>
          </a:xfrm>
        </p:grpSpPr>
        <p:pic>
          <p:nvPicPr>
            <p:cNvPr id="324" name="object 324"/>
            <p:cNvPicPr/>
            <p:nvPr/>
          </p:nvPicPr>
          <p:blipFill>
            <a:blip r:embed="rId228" cstate="print"/>
            <a:stretch>
              <a:fillRect/>
            </a:stretch>
          </p:blipFill>
          <p:spPr>
            <a:xfrm>
              <a:off x="2347541" y="7599485"/>
              <a:ext cx="1771767" cy="1771171"/>
            </a:xfrm>
            <a:prstGeom prst="rect">
              <a:avLst/>
            </a:prstGeom>
          </p:spPr>
        </p:pic>
        <p:pic>
          <p:nvPicPr>
            <p:cNvPr id="325" name="object 325"/>
            <p:cNvPicPr/>
            <p:nvPr/>
          </p:nvPicPr>
          <p:blipFill>
            <a:blip r:embed="rId229" cstate="print"/>
            <a:stretch>
              <a:fillRect/>
            </a:stretch>
          </p:blipFill>
          <p:spPr>
            <a:xfrm>
              <a:off x="2405747" y="7647957"/>
              <a:ext cx="1657939" cy="1657928"/>
            </a:xfrm>
            <a:prstGeom prst="rect">
              <a:avLst/>
            </a:prstGeom>
          </p:spPr>
        </p:pic>
        <p:pic>
          <p:nvPicPr>
            <p:cNvPr id="326" name="object 326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2484634" y="7723000"/>
              <a:ext cx="1510731" cy="1497210"/>
            </a:xfrm>
            <a:prstGeom prst="rect">
              <a:avLst/>
            </a:prstGeom>
          </p:spPr>
        </p:pic>
        <p:sp>
          <p:nvSpPr>
            <p:cNvPr id="327" name="object 327"/>
            <p:cNvSpPr/>
            <p:nvPr/>
          </p:nvSpPr>
          <p:spPr>
            <a:xfrm>
              <a:off x="3172680" y="7723326"/>
              <a:ext cx="76835" cy="1494155"/>
            </a:xfrm>
            <a:custGeom>
              <a:avLst/>
              <a:gdLst/>
              <a:ahLst/>
              <a:cxnLst/>
              <a:rect l="l" t="t" r="r" b="b"/>
              <a:pathLst>
                <a:path w="76835" h="1494154">
                  <a:moveTo>
                    <a:pt x="76225" y="0"/>
                  </a:moveTo>
                  <a:lnTo>
                    <a:pt x="0" y="1493768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3285150" y="7733122"/>
              <a:ext cx="76200" cy="1485900"/>
            </a:xfrm>
            <a:custGeom>
              <a:avLst/>
              <a:gdLst/>
              <a:ahLst/>
              <a:cxnLst/>
              <a:rect l="l" t="t" r="r" b="b"/>
              <a:pathLst>
                <a:path w="76200" h="1485900">
                  <a:moveTo>
                    <a:pt x="75810" y="0"/>
                  </a:moveTo>
                  <a:lnTo>
                    <a:pt x="0" y="1485647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3408853" y="7763012"/>
              <a:ext cx="73660" cy="1438275"/>
            </a:xfrm>
            <a:custGeom>
              <a:avLst/>
              <a:gdLst/>
              <a:ahLst/>
              <a:cxnLst/>
              <a:rect l="l" t="t" r="r" b="b"/>
              <a:pathLst>
                <a:path w="73660" h="1438275">
                  <a:moveTo>
                    <a:pt x="73369" y="0"/>
                  </a:moveTo>
                  <a:lnTo>
                    <a:pt x="0" y="1437798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3538914" y="7818129"/>
              <a:ext cx="68580" cy="1340485"/>
            </a:xfrm>
            <a:custGeom>
              <a:avLst/>
              <a:gdLst/>
              <a:ahLst/>
              <a:cxnLst/>
              <a:rect l="l" t="t" r="r" b="b"/>
              <a:pathLst>
                <a:path w="68579" h="1340484">
                  <a:moveTo>
                    <a:pt x="68399" y="0"/>
                  </a:moveTo>
                  <a:lnTo>
                    <a:pt x="0" y="1340409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3686448" y="7916091"/>
              <a:ext cx="59690" cy="1158875"/>
            </a:xfrm>
            <a:custGeom>
              <a:avLst/>
              <a:gdLst/>
              <a:ahLst/>
              <a:cxnLst/>
              <a:rect l="l" t="t" r="r" b="b"/>
              <a:pathLst>
                <a:path w="59689" h="1158875">
                  <a:moveTo>
                    <a:pt x="59118" y="0"/>
                  </a:moveTo>
                  <a:lnTo>
                    <a:pt x="0" y="1158538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3874962" y="8132181"/>
              <a:ext cx="38100" cy="744220"/>
            </a:xfrm>
            <a:custGeom>
              <a:avLst/>
              <a:gdLst/>
              <a:ahLst/>
              <a:cxnLst/>
              <a:rect l="l" t="t" r="r" b="b"/>
              <a:pathLst>
                <a:path w="38100" h="744220">
                  <a:moveTo>
                    <a:pt x="37970" y="0"/>
                  </a:moveTo>
                  <a:lnTo>
                    <a:pt x="0" y="744093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3065996" y="7729185"/>
              <a:ext cx="75565" cy="1471295"/>
            </a:xfrm>
            <a:custGeom>
              <a:avLst/>
              <a:gdLst/>
              <a:ahLst/>
              <a:cxnLst/>
              <a:rect l="l" t="t" r="r" b="b"/>
              <a:pathLst>
                <a:path w="75564" h="1471295">
                  <a:moveTo>
                    <a:pt x="75075" y="0"/>
                  </a:moveTo>
                  <a:lnTo>
                    <a:pt x="0" y="1471238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2975185" y="7746973"/>
              <a:ext cx="73025" cy="1426845"/>
            </a:xfrm>
            <a:custGeom>
              <a:avLst/>
              <a:gdLst/>
              <a:ahLst/>
              <a:cxnLst/>
              <a:rect l="l" t="t" r="r" b="b"/>
              <a:pathLst>
                <a:path w="73025" h="1426845">
                  <a:moveTo>
                    <a:pt x="72793" y="0"/>
                  </a:moveTo>
                  <a:lnTo>
                    <a:pt x="0" y="1426514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2885057" y="7777753"/>
              <a:ext cx="69215" cy="1356360"/>
            </a:xfrm>
            <a:custGeom>
              <a:avLst/>
              <a:gdLst/>
              <a:ahLst/>
              <a:cxnLst/>
              <a:rect l="l" t="t" r="r" b="b"/>
              <a:pathLst>
                <a:path w="69214" h="1356359">
                  <a:moveTo>
                    <a:pt x="69197" y="0"/>
                  </a:moveTo>
                  <a:lnTo>
                    <a:pt x="0" y="1356042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2805578" y="7817568"/>
              <a:ext cx="64769" cy="1268730"/>
            </a:xfrm>
            <a:custGeom>
              <a:avLst/>
              <a:gdLst/>
              <a:ahLst/>
              <a:cxnLst/>
              <a:rect l="l" t="t" r="r" b="b"/>
              <a:pathLst>
                <a:path w="64769" h="1268729">
                  <a:moveTo>
                    <a:pt x="64723" y="0"/>
                  </a:moveTo>
                  <a:lnTo>
                    <a:pt x="0" y="1268364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2731740" y="7868035"/>
              <a:ext cx="59690" cy="1160145"/>
            </a:xfrm>
            <a:custGeom>
              <a:avLst/>
              <a:gdLst/>
              <a:ahLst/>
              <a:cxnLst/>
              <a:rect l="l" t="t" r="r" b="b"/>
              <a:pathLst>
                <a:path w="59689" h="1160145">
                  <a:moveTo>
                    <a:pt x="59179" y="0"/>
                  </a:moveTo>
                  <a:lnTo>
                    <a:pt x="0" y="1159722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2668412" y="7925060"/>
              <a:ext cx="53340" cy="1039494"/>
            </a:xfrm>
            <a:custGeom>
              <a:avLst/>
              <a:gdLst/>
              <a:ahLst/>
              <a:cxnLst/>
              <a:rect l="l" t="t" r="r" b="b"/>
              <a:pathLst>
                <a:path w="53339" h="1039495">
                  <a:moveTo>
                    <a:pt x="53024" y="0"/>
                  </a:moveTo>
                  <a:lnTo>
                    <a:pt x="0" y="1039114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2591717" y="8020283"/>
              <a:ext cx="43180" cy="841375"/>
            </a:xfrm>
            <a:custGeom>
              <a:avLst/>
              <a:gdLst/>
              <a:ahLst/>
              <a:cxnLst/>
              <a:rect l="l" t="t" r="r" b="b"/>
              <a:pathLst>
                <a:path w="43180" h="841375">
                  <a:moveTo>
                    <a:pt x="42906" y="0"/>
                  </a:moveTo>
                  <a:lnTo>
                    <a:pt x="0" y="840836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2540519" y="8113392"/>
              <a:ext cx="33655" cy="648335"/>
            </a:xfrm>
            <a:custGeom>
              <a:avLst/>
              <a:gdLst/>
              <a:ahLst/>
              <a:cxnLst/>
              <a:rect l="l" t="t" r="r" b="b"/>
              <a:pathLst>
                <a:path w="33655" h="648334">
                  <a:moveTo>
                    <a:pt x="33077" y="0"/>
                  </a:moveTo>
                  <a:lnTo>
                    <a:pt x="0" y="648203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2695605" y="7758197"/>
              <a:ext cx="772795" cy="192405"/>
            </a:xfrm>
            <a:custGeom>
              <a:avLst/>
              <a:gdLst/>
              <a:ahLst/>
              <a:cxnLst/>
              <a:rect l="l" t="t" r="r" b="b"/>
              <a:pathLst>
                <a:path w="772795" h="192404">
                  <a:moveTo>
                    <a:pt x="0" y="191807"/>
                  </a:moveTo>
                  <a:lnTo>
                    <a:pt x="58455" y="177516"/>
                  </a:lnTo>
                  <a:lnTo>
                    <a:pt x="461543" y="77465"/>
                  </a:lnTo>
                  <a:lnTo>
                    <a:pt x="772726" y="0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2589396" y="7864165"/>
              <a:ext cx="1091565" cy="222250"/>
            </a:xfrm>
            <a:custGeom>
              <a:avLst/>
              <a:gdLst/>
              <a:ahLst/>
              <a:cxnLst/>
              <a:rect l="l" t="t" r="r" b="b"/>
              <a:pathLst>
                <a:path w="1091564" h="222250">
                  <a:moveTo>
                    <a:pt x="0" y="221936"/>
                  </a:moveTo>
                  <a:lnTo>
                    <a:pt x="1091033" y="0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2533792" y="8004613"/>
              <a:ext cx="1296670" cy="193040"/>
            </a:xfrm>
            <a:custGeom>
              <a:avLst/>
              <a:gdLst/>
              <a:ahLst/>
              <a:cxnLst/>
              <a:rect l="l" t="t" r="r" b="b"/>
              <a:pathLst>
                <a:path w="1296670" h="193040">
                  <a:moveTo>
                    <a:pt x="0" y="192730"/>
                  </a:moveTo>
                  <a:lnTo>
                    <a:pt x="1296086" y="0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2498623" y="8167329"/>
              <a:ext cx="1431925" cy="146050"/>
            </a:xfrm>
            <a:custGeom>
              <a:avLst/>
              <a:gdLst/>
              <a:ahLst/>
              <a:cxnLst/>
              <a:rect l="l" t="t" r="r" b="b"/>
              <a:pathLst>
                <a:path w="1431925" h="146050">
                  <a:moveTo>
                    <a:pt x="0" y="145724"/>
                  </a:moveTo>
                  <a:lnTo>
                    <a:pt x="1431368" y="0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2483569" y="8349339"/>
              <a:ext cx="1501775" cy="66675"/>
            </a:xfrm>
            <a:custGeom>
              <a:avLst/>
              <a:gdLst/>
              <a:ahLst/>
              <a:cxnLst/>
              <a:rect l="l" t="t" r="r" b="b"/>
              <a:pathLst>
                <a:path w="1501775" h="66675">
                  <a:moveTo>
                    <a:pt x="0" y="66201"/>
                  </a:moveTo>
                  <a:lnTo>
                    <a:pt x="1501403" y="0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2483602" y="8528015"/>
              <a:ext cx="1509395" cy="635"/>
            </a:xfrm>
            <a:custGeom>
              <a:avLst/>
              <a:gdLst/>
              <a:ahLst/>
              <a:cxnLst/>
              <a:rect l="l" t="t" r="r" b="b"/>
              <a:pathLst>
                <a:path w="1509395" h="634">
                  <a:moveTo>
                    <a:pt x="0" y="0"/>
                  </a:moveTo>
                  <a:lnTo>
                    <a:pt x="1509378" y="390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2499014" y="8631911"/>
              <a:ext cx="1456690" cy="79375"/>
            </a:xfrm>
            <a:custGeom>
              <a:avLst/>
              <a:gdLst/>
              <a:ahLst/>
              <a:cxnLst/>
              <a:rect l="l" t="t" r="r" b="b"/>
              <a:pathLst>
                <a:path w="1456689" h="79375">
                  <a:moveTo>
                    <a:pt x="0" y="0"/>
                  </a:moveTo>
                  <a:lnTo>
                    <a:pt x="1456633" y="78796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2534264" y="8746970"/>
              <a:ext cx="1334770" cy="139065"/>
            </a:xfrm>
            <a:custGeom>
              <a:avLst/>
              <a:gdLst/>
              <a:ahLst/>
              <a:cxnLst/>
              <a:rect l="l" t="t" r="r" b="b"/>
              <a:pathLst>
                <a:path w="1334770" h="139065">
                  <a:moveTo>
                    <a:pt x="0" y="0"/>
                  </a:moveTo>
                  <a:lnTo>
                    <a:pt x="1334319" y="138947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2581179" y="8842917"/>
              <a:ext cx="1137920" cy="207010"/>
            </a:xfrm>
            <a:custGeom>
              <a:avLst/>
              <a:gdLst/>
              <a:ahLst/>
              <a:cxnLst/>
              <a:rect l="l" t="t" r="r" b="b"/>
              <a:pathLst>
                <a:path w="1137920" h="207009">
                  <a:moveTo>
                    <a:pt x="1137667" y="20680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2696537" y="8994183"/>
              <a:ext cx="814069" cy="176530"/>
            </a:xfrm>
            <a:custGeom>
              <a:avLst/>
              <a:gdLst/>
              <a:ahLst/>
              <a:cxnLst/>
              <a:rect l="l" t="t" r="r" b="b"/>
              <a:pathLst>
                <a:path w="814070" h="176529">
                  <a:moveTo>
                    <a:pt x="813964" y="176138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CAC8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1" name="object 351"/>
            <p:cNvPicPr/>
            <p:nvPr/>
          </p:nvPicPr>
          <p:blipFill>
            <a:blip r:embed="rId231" cstate="print"/>
            <a:stretch>
              <a:fillRect/>
            </a:stretch>
          </p:blipFill>
          <p:spPr>
            <a:xfrm>
              <a:off x="2508172" y="7942735"/>
              <a:ext cx="1230625" cy="758618"/>
            </a:xfrm>
            <a:prstGeom prst="rect">
              <a:avLst/>
            </a:prstGeom>
          </p:spPr>
        </p:pic>
        <p:pic>
          <p:nvPicPr>
            <p:cNvPr id="352" name="object 352"/>
            <p:cNvPicPr/>
            <p:nvPr/>
          </p:nvPicPr>
          <p:blipFill>
            <a:blip r:embed="rId232" cstate="print"/>
            <a:stretch>
              <a:fillRect/>
            </a:stretch>
          </p:blipFill>
          <p:spPr>
            <a:xfrm>
              <a:off x="2481254" y="7723000"/>
              <a:ext cx="1514110" cy="1230559"/>
            </a:xfrm>
            <a:prstGeom prst="rect">
              <a:avLst/>
            </a:prstGeom>
          </p:spPr>
        </p:pic>
        <p:pic>
          <p:nvPicPr>
            <p:cNvPr id="353" name="object 353"/>
            <p:cNvPicPr/>
            <p:nvPr/>
          </p:nvPicPr>
          <p:blipFill>
            <a:blip r:embed="rId233" cstate="print"/>
            <a:stretch>
              <a:fillRect/>
            </a:stretch>
          </p:blipFill>
          <p:spPr>
            <a:xfrm>
              <a:off x="2481254" y="7723000"/>
              <a:ext cx="1514110" cy="1276573"/>
            </a:xfrm>
            <a:prstGeom prst="rect">
              <a:avLst/>
            </a:prstGeom>
          </p:spPr>
        </p:pic>
        <p:pic>
          <p:nvPicPr>
            <p:cNvPr id="354" name="object 354"/>
            <p:cNvPicPr/>
            <p:nvPr/>
          </p:nvPicPr>
          <p:blipFill>
            <a:blip r:embed="rId234" cstate="print"/>
            <a:stretch>
              <a:fillRect/>
            </a:stretch>
          </p:blipFill>
          <p:spPr>
            <a:xfrm>
              <a:off x="3420859" y="8318165"/>
              <a:ext cx="284389" cy="389370"/>
            </a:xfrm>
            <a:prstGeom prst="rect">
              <a:avLst/>
            </a:prstGeom>
          </p:spPr>
        </p:pic>
        <p:sp>
          <p:nvSpPr>
            <p:cNvPr id="355" name="object 355"/>
            <p:cNvSpPr/>
            <p:nvPr/>
          </p:nvSpPr>
          <p:spPr>
            <a:xfrm>
              <a:off x="3479444" y="8367553"/>
              <a:ext cx="162560" cy="276225"/>
            </a:xfrm>
            <a:custGeom>
              <a:avLst/>
              <a:gdLst/>
              <a:ahLst/>
              <a:cxnLst/>
              <a:rect l="l" t="t" r="r" b="b"/>
              <a:pathLst>
                <a:path w="162560" h="276225">
                  <a:moveTo>
                    <a:pt x="6832" y="135089"/>
                  </a:moveTo>
                  <a:lnTo>
                    <a:pt x="4724" y="132549"/>
                  </a:lnTo>
                  <a:lnTo>
                    <a:pt x="2794" y="132372"/>
                  </a:lnTo>
                  <a:lnTo>
                    <a:pt x="1485" y="133400"/>
                  </a:lnTo>
                  <a:lnTo>
                    <a:pt x="203" y="134467"/>
                  </a:lnTo>
                  <a:lnTo>
                    <a:pt x="0" y="136372"/>
                  </a:lnTo>
                  <a:lnTo>
                    <a:pt x="1054" y="137668"/>
                  </a:lnTo>
                  <a:lnTo>
                    <a:pt x="2108" y="139014"/>
                  </a:lnTo>
                  <a:lnTo>
                    <a:pt x="3987" y="139204"/>
                  </a:lnTo>
                  <a:lnTo>
                    <a:pt x="5397" y="138099"/>
                  </a:lnTo>
                  <a:lnTo>
                    <a:pt x="6604" y="137058"/>
                  </a:lnTo>
                  <a:lnTo>
                    <a:pt x="6832" y="135089"/>
                  </a:lnTo>
                  <a:close/>
                </a:path>
                <a:path w="162560" h="276225">
                  <a:moveTo>
                    <a:pt x="19964" y="94068"/>
                  </a:moveTo>
                  <a:lnTo>
                    <a:pt x="19189" y="92659"/>
                  </a:lnTo>
                  <a:lnTo>
                    <a:pt x="18389" y="91033"/>
                  </a:lnTo>
                  <a:lnTo>
                    <a:pt x="16484" y="90551"/>
                  </a:lnTo>
                  <a:lnTo>
                    <a:pt x="15049" y="91363"/>
                  </a:lnTo>
                  <a:lnTo>
                    <a:pt x="13576" y="92151"/>
                  </a:lnTo>
                  <a:lnTo>
                    <a:pt x="13017" y="93992"/>
                  </a:lnTo>
                  <a:lnTo>
                    <a:pt x="13766" y="95478"/>
                  </a:lnTo>
                  <a:lnTo>
                    <a:pt x="14566" y="96939"/>
                  </a:lnTo>
                  <a:lnTo>
                    <a:pt x="16433" y="97497"/>
                  </a:lnTo>
                  <a:lnTo>
                    <a:pt x="17995" y="96672"/>
                  </a:lnTo>
                  <a:lnTo>
                    <a:pt x="19418" y="95885"/>
                  </a:lnTo>
                  <a:lnTo>
                    <a:pt x="19964" y="94068"/>
                  </a:lnTo>
                  <a:close/>
                </a:path>
                <a:path w="162560" h="276225">
                  <a:moveTo>
                    <a:pt x="31991" y="41541"/>
                  </a:moveTo>
                  <a:lnTo>
                    <a:pt x="31051" y="40487"/>
                  </a:lnTo>
                  <a:lnTo>
                    <a:pt x="30035" y="39408"/>
                  </a:lnTo>
                  <a:lnTo>
                    <a:pt x="28435" y="39357"/>
                  </a:lnTo>
                  <a:lnTo>
                    <a:pt x="27381" y="40335"/>
                  </a:lnTo>
                  <a:lnTo>
                    <a:pt x="26314" y="41300"/>
                  </a:lnTo>
                  <a:lnTo>
                    <a:pt x="26352" y="40563"/>
                  </a:lnTo>
                  <a:lnTo>
                    <a:pt x="25730" y="39839"/>
                  </a:lnTo>
                  <a:lnTo>
                    <a:pt x="25069" y="39128"/>
                  </a:lnTo>
                  <a:lnTo>
                    <a:pt x="23964" y="39103"/>
                  </a:lnTo>
                  <a:lnTo>
                    <a:pt x="23304" y="39687"/>
                  </a:lnTo>
                  <a:lnTo>
                    <a:pt x="22529" y="40386"/>
                  </a:lnTo>
                  <a:lnTo>
                    <a:pt x="22479" y="41490"/>
                  </a:lnTo>
                  <a:lnTo>
                    <a:pt x="23152" y="42189"/>
                  </a:lnTo>
                  <a:lnTo>
                    <a:pt x="23825" y="42913"/>
                  </a:lnTo>
                  <a:lnTo>
                    <a:pt x="24879" y="42964"/>
                  </a:lnTo>
                  <a:lnTo>
                    <a:pt x="25577" y="42278"/>
                  </a:lnTo>
                  <a:lnTo>
                    <a:pt x="26289" y="41668"/>
                  </a:lnTo>
                  <a:lnTo>
                    <a:pt x="26212" y="42976"/>
                  </a:lnTo>
                  <a:lnTo>
                    <a:pt x="27216" y="43992"/>
                  </a:lnTo>
                  <a:lnTo>
                    <a:pt x="28181" y="45034"/>
                  </a:lnTo>
                  <a:lnTo>
                    <a:pt x="29870" y="45123"/>
                  </a:lnTo>
                  <a:lnTo>
                    <a:pt x="31940" y="43180"/>
                  </a:lnTo>
                  <a:lnTo>
                    <a:pt x="31991" y="41541"/>
                  </a:lnTo>
                  <a:close/>
                </a:path>
                <a:path w="162560" h="276225">
                  <a:moveTo>
                    <a:pt x="36525" y="77508"/>
                  </a:moveTo>
                  <a:lnTo>
                    <a:pt x="35750" y="76339"/>
                  </a:lnTo>
                  <a:lnTo>
                    <a:pt x="35026" y="75031"/>
                  </a:lnTo>
                  <a:lnTo>
                    <a:pt x="33388" y="74726"/>
                  </a:lnTo>
                  <a:lnTo>
                    <a:pt x="32181" y="75463"/>
                  </a:lnTo>
                  <a:lnTo>
                    <a:pt x="30975" y="76200"/>
                  </a:lnTo>
                  <a:lnTo>
                    <a:pt x="31102" y="75501"/>
                  </a:lnTo>
                  <a:lnTo>
                    <a:pt x="30645" y="74701"/>
                  </a:lnTo>
                  <a:lnTo>
                    <a:pt x="30099" y="73901"/>
                  </a:lnTo>
                  <a:lnTo>
                    <a:pt x="29006" y="73685"/>
                  </a:lnTo>
                  <a:lnTo>
                    <a:pt x="28232" y="74117"/>
                  </a:lnTo>
                  <a:lnTo>
                    <a:pt x="27432" y="74612"/>
                  </a:lnTo>
                  <a:lnTo>
                    <a:pt x="27127" y="75704"/>
                  </a:lnTo>
                  <a:lnTo>
                    <a:pt x="27698" y="76555"/>
                  </a:lnTo>
                  <a:lnTo>
                    <a:pt x="28168" y="77355"/>
                  </a:lnTo>
                  <a:lnTo>
                    <a:pt x="29222" y="77609"/>
                  </a:lnTo>
                  <a:lnTo>
                    <a:pt x="30835" y="76619"/>
                  </a:lnTo>
                  <a:lnTo>
                    <a:pt x="30594" y="77838"/>
                  </a:lnTo>
                  <a:lnTo>
                    <a:pt x="31369" y="79044"/>
                  </a:lnTo>
                  <a:lnTo>
                    <a:pt x="32105" y="80302"/>
                  </a:lnTo>
                  <a:lnTo>
                    <a:pt x="33718" y="80670"/>
                  </a:lnTo>
                  <a:lnTo>
                    <a:pt x="34963" y="79921"/>
                  </a:lnTo>
                  <a:lnTo>
                    <a:pt x="36156" y="79146"/>
                  </a:lnTo>
                  <a:lnTo>
                    <a:pt x="36525" y="77508"/>
                  </a:lnTo>
                  <a:close/>
                </a:path>
                <a:path w="162560" h="276225">
                  <a:moveTo>
                    <a:pt x="37579" y="122021"/>
                  </a:moveTo>
                  <a:lnTo>
                    <a:pt x="36372" y="119976"/>
                  </a:lnTo>
                  <a:lnTo>
                    <a:pt x="35013" y="119634"/>
                  </a:lnTo>
                  <a:lnTo>
                    <a:pt x="34023" y="120218"/>
                  </a:lnTo>
                  <a:lnTo>
                    <a:pt x="32969" y="120840"/>
                  </a:lnTo>
                  <a:lnTo>
                    <a:pt x="32613" y="122161"/>
                  </a:lnTo>
                  <a:lnTo>
                    <a:pt x="33832" y="124218"/>
                  </a:lnTo>
                  <a:lnTo>
                    <a:pt x="35191" y="124548"/>
                  </a:lnTo>
                  <a:lnTo>
                    <a:pt x="36220" y="124002"/>
                  </a:lnTo>
                  <a:lnTo>
                    <a:pt x="37223" y="123355"/>
                  </a:lnTo>
                  <a:lnTo>
                    <a:pt x="37579" y="122021"/>
                  </a:lnTo>
                  <a:close/>
                </a:path>
                <a:path w="162560" h="276225">
                  <a:moveTo>
                    <a:pt x="37757" y="49187"/>
                  </a:moveTo>
                  <a:lnTo>
                    <a:pt x="36944" y="48374"/>
                  </a:lnTo>
                  <a:lnTo>
                    <a:pt x="36144" y="47510"/>
                  </a:lnTo>
                  <a:lnTo>
                    <a:pt x="34798" y="47434"/>
                  </a:lnTo>
                  <a:lnTo>
                    <a:pt x="33947" y="48183"/>
                  </a:lnTo>
                  <a:lnTo>
                    <a:pt x="33070" y="49022"/>
                  </a:lnTo>
                  <a:lnTo>
                    <a:pt x="33045" y="50317"/>
                  </a:lnTo>
                  <a:lnTo>
                    <a:pt x="33832" y="51231"/>
                  </a:lnTo>
                  <a:lnTo>
                    <a:pt x="34620" y="52082"/>
                  </a:lnTo>
                  <a:lnTo>
                    <a:pt x="35928" y="52108"/>
                  </a:lnTo>
                  <a:lnTo>
                    <a:pt x="36830" y="51320"/>
                  </a:lnTo>
                  <a:lnTo>
                    <a:pt x="37668" y="50558"/>
                  </a:lnTo>
                  <a:lnTo>
                    <a:pt x="37757" y="49187"/>
                  </a:lnTo>
                  <a:close/>
                </a:path>
                <a:path w="162560" h="276225">
                  <a:moveTo>
                    <a:pt x="39687" y="35204"/>
                  </a:moveTo>
                  <a:lnTo>
                    <a:pt x="38874" y="34315"/>
                  </a:lnTo>
                  <a:lnTo>
                    <a:pt x="38087" y="33413"/>
                  </a:lnTo>
                  <a:lnTo>
                    <a:pt x="36652" y="33388"/>
                  </a:lnTo>
                  <a:lnTo>
                    <a:pt x="35814" y="34163"/>
                  </a:lnTo>
                  <a:lnTo>
                    <a:pt x="34937" y="34975"/>
                  </a:lnTo>
                  <a:lnTo>
                    <a:pt x="34886" y="36398"/>
                  </a:lnTo>
                  <a:lnTo>
                    <a:pt x="35687" y="37287"/>
                  </a:lnTo>
                  <a:lnTo>
                    <a:pt x="36512" y="38138"/>
                  </a:lnTo>
                  <a:lnTo>
                    <a:pt x="37896" y="38138"/>
                  </a:lnTo>
                  <a:lnTo>
                    <a:pt x="38773" y="37414"/>
                  </a:lnTo>
                  <a:lnTo>
                    <a:pt x="39687" y="36576"/>
                  </a:lnTo>
                  <a:lnTo>
                    <a:pt x="39687" y="35204"/>
                  </a:lnTo>
                  <a:close/>
                </a:path>
                <a:path w="162560" h="276225">
                  <a:moveTo>
                    <a:pt x="40805" y="86118"/>
                  </a:moveTo>
                  <a:lnTo>
                    <a:pt x="40144" y="85166"/>
                  </a:lnTo>
                  <a:lnTo>
                    <a:pt x="39560" y="84137"/>
                  </a:lnTo>
                  <a:lnTo>
                    <a:pt x="38201" y="83807"/>
                  </a:lnTo>
                  <a:lnTo>
                    <a:pt x="37172" y="84455"/>
                  </a:lnTo>
                  <a:lnTo>
                    <a:pt x="36258" y="85051"/>
                  </a:lnTo>
                  <a:lnTo>
                    <a:pt x="35902" y="86372"/>
                  </a:lnTo>
                  <a:lnTo>
                    <a:pt x="36499" y="87388"/>
                  </a:lnTo>
                  <a:lnTo>
                    <a:pt x="37185" y="88392"/>
                  </a:lnTo>
                  <a:lnTo>
                    <a:pt x="38493" y="88696"/>
                  </a:lnTo>
                  <a:lnTo>
                    <a:pt x="40500" y="87439"/>
                  </a:lnTo>
                  <a:lnTo>
                    <a:pt x="40805" y="86118"/>
                  </a:lnTo>
                  <a:close/>
                </a:path>
                <a:path w="162560" h="276225">
                  <a:moveTo>
                    <a:pt x="44361" y="57302"/>
                  </a:moveTo>
                  <a:lnTo>
                    <a:pt x="43776" y="56603"/>
                  </a:lnTo>
                  <a:lnTo>
                    <a:pt x="43180" y="55816"/>
                  </a:lnTo>
                  <a:lnTo>
                    <a:pt x="42100" y="55702"/>
                  </a:lnTo>
                  <a:lnTo>
                    <a:pt x="41338" y="56311"/>
                  </a:lnTo>
                  <a:lnTo>
                    <a:pt x="40601" y="56946"/>
                  </a:lnTo>
                  <a:lnTo>
                    <a:pt x="40449" y="58039"/>
                  </a:lnTo>
                  <a:lnTo>
                    <a:pt x="41719" y="59461"/>
                  </a:lnTo>
                  <a:lnTo>
                    <a:pt x="42811" y="59601"/>
                  </a:lnTo>
                  <a:lnTo>
                    <a:pt x="43586" y="58991"/>
                  </a:lnTo>
                  <a:lnTo>
                    <a:pt x="44259" y="58381"/>
                  </a:lnTo>
                  <a:lnTo>
                    <a:pt x="44361" y="57302"/>
                  </a:lnTo>
                  <a:close/>
                </a:path>
                <a:path w="162560" h="276225">
                  <a:moveTo>
                    <a:pt x="45275" y="72720"/>
                  </a:moveTo>
                  <a:lnTo>
                    <a:pt x="44564" y="71666"/>
                  </a:lnTo>
                  <a:lnTo>
                    <a:pt x="43954" y="70624"/>
                  </a:lnTo>
                  <a:lnTo>
                    <a:pt x="42621" y="70332"/>
                  </a:lnTo>
                  <a:lnTo>
                    <a:pt x="41643" y="70942"/>
                  </a:lnTo>
                  <a:lnTo>
                    <a:pt x="40589" y="71640"/>
                  </a:lnTo>
                  <a:lnTo>
                    <a:pt x="40309" y="72948"/>
                  </a:lnTo>
                  <a:lnTo>
                    <a:pt x="40932" y="73977"/>
                  </a:lnTo>
                  <a:lnTo>
                    <a:pt x="41541" y="75018"/>
                  </a:lnTo>
                  <a:lnTo>
                    <a:pt x="42938" y="75260"/>
                  </a:lnTo>
                  <a:lnTo>
                    <a:pt x="43942" y="74625"/>
                  </a:lnTo>
                  <a:lnTo>
                    <a:pt x="44945" y="74041"/>
                  </a:lnTo>
                  <a:lnTo>
                    <a:pt x="45275" y="72720"/>
                  </a:lnTo>
                  <a:close/>
                </a:path>
                <a:path w="162560" h="276225">
                  <a:moveTo>
                    <a:pt x="46583" y="25069"/>
                  </a:moveTo>
                  <a:lnTo>
                    <a:pt x="46037" y="24574"/>
                  </a:lnTo>
                  <a:lnTo>
                    <a:pt x="45580" y="24091"/>
                  </a:lnTo>
                  <a:lnTo>
                    <a:pt x="44780" y="23990"/>
                  </a:lnTo>
                  <a:lnTo>
                    <a:pt x="44234" y="24498"/>
                  </a:lnTo>
                  <a:lnTo>
                    <a:pt x="43713" y="24980"/>
                  </a:lnTo>
                  <a:lnTo>
                    <a:pt x="43649" y="25793"/>
                  </a:lnTo>
                  <a:lnTo>
                    <a:pt x="44170" y="26301"/>
                  </a:lnTo>
                  <a:lnTo>
                    <a:pt x="44665" y="26860"/>
                  </a:lnTo>
                  <a:lnTo>
                    <a:pt x="45466" y="26924"/>
                  </a:lnTo>
                  <a:lnTo>
                    <a:pt x="46024" y="26428"/>
                  </a:lnTo>
                  <a:lnTo>
                    <a:pt x="46532" y="25895"/>
                  </a:lnTo>
                  <a:lnTo>
                    <a:pt x="46583" y="25069"/>
                  </a:lnTo>
                  <a:close/>
                </a:path>
                <a:path w="162560" h="276225">
                  <a:moveTo>
                    <a:pt x="47053" y="38303"/>
                  </a:moveTo>
                  <a:lnTo>
                    <a:pt x="46101" y="37274"/>
                  </a:lnTo>
                  <a:lnTo>
                    <a:pt x="45072" y="36245"/>
                  </a:lnTo>
                  <a:lnTo>
                    <a:pt x="43472" y="36182"/>
                  </a:lnTo>
                  <a:lnTo>
                    <a:pt x="42430" y="37096"/>
                  </a:lnTo>
                  <a:lnTo>
                    <a:pt x="41325" y="38074"/>
                  </a:lnTo>
                  <a:lnTo>
                    <a:pt x="41249" y="39725"/>
                  </a:lnTo>
                  <a:lnTo>
                    <a:pt x="42214" y="40817"/>
                  </a:lnTo>
                  <a:lnTo>
                    <a:pt x="43218" y="41846"/>
                  </a:lnTo>
                  <a:lnTo>
                    <a:pt x="44856" y="41910"/>
                  </a:lnTo>
                  <a:lnTo>
                    <a:pt x="46977" y="40017"/>
                  </a:lnTo>
                  <a:lnTo>
                    <a:pt x="47053" y="38303"/>
                  </a:lnTo>
                  <a:close/>
                </a:path>
                <a:path w="162560" h="276225">
                  <a:moveTo>
                    <a:pt x="48666" y="47675"/>
                  </a:moveTo>
                  <a:lnTo>
                    <a:pt x="47879" y="46812"/>
                  </a:lnTo>
                  <a:lnTo>
                    <a:pt x="47104" y="45923"/>
                  </a:lnTo>
                  <a:lnTo>
                    <a:pt x="45681" y="45897"/>
                  </a:lnTo>
                  <a:lnTo>
                    <a:pt x="44780" y="46697"/>
                  </a:lnTo>
                  <a:lnTo>
                    <a:pt x="43891" y="47548"/>
                  </a:lnTo>
                  <a:lnTo>
                    <a:pt x="43840" y="48844"/>
                  </a:lnTo>
                  <a:lnTo>
                    <a:pt x="44640" y="49758"/>
                  </a:lnTo>
                  <a:lnTo>
                    <a:pt x="45440" y="50647"/>
                  </a:lnTo>
                  <a:lnTo>
                    <a:pt x="46888" y="50736"/>
                  </a:lnTo>
                  <a:lnTo>
                    <a:pt x="47713" y="49898"/>
                  </a:lnTo>
                  <a:lnTo>
                    <a:pt x="48602" y="49085"/>
                  </a:lnTo>
                  <a:lnTo>
                    <a:pt x="48666" y="47675"/>
                  </a:lnTo>
                  <a:close/>
                </a:path>
                <a:path w="162560" h="276225">
                  <a:moveTo>
                    <a:pt x="50050" y="58661"/>
                  </a:moveTo>
                  <a:lnTo>
                    <a:pt x="49110" y="57518"/>
                  </a:lnTo>
                  <a:lnTo>
                    <a:pt x="48183" y="56413"/>
                  </a:lnTo>
                  <a:lnTo>
                    <a:pt x="46545" y="56273"/>
                  </a:lnTo>
                  <a:lnTo>
                    <a:pt x="45453" y="57150"/>
                  </a:lnTo>
                  <a:lnTo>
                    <a:pt x="44335" y="58051"/>
                  </a:lnTo>
                  <a:lnTo>
                    <a:pt x="44170" y="59728"/>
                  </a:lnTo>
                  <a:lnTo>
                    <a:pt x="45072" y="60833"/>
                  </a:lnTo>
                  <a:lnTo>
                    <a:pt x="45961" y="61912"/>
                  </a:lnTo>
                  <a:lnTo>
                    <a:pt x="47612" y="62141"/>
                  </a:lnTo>
                  <a:lnTo>
                    <a:pt x="48755" y="61239"/>
                  </a:lnTo>
                  <a:lnTo>
                    <a:pt x="49847" y="60299"/>
                  </a:lnTo>
                  <a:lnTo>
                    <a:pt x="50050" y="58661"/>
                  </a:lnTo>
                  <a:close/>
                </a:path>
                <a:path w="162560" h="276225">
                  <a:moveTo>
                    <a:pt x="51816" y="86652"/>
                  </a:moveTo>
                  <a:lnTo>
                    <a:pt x="51181" y="85648"/>
                  </a:lnTo>
                  <a:lnTo>
                    <a:pt x="50507" y="84582"/>
                  </a:lnTo>
                  <a:lnTo>
                    <a:pt x="49225" y="84302"/>
                  </a:lnTo>
                  <a:lnTo>
                    <a:pt x="48171" y="84924"/>
                  </a:lnTo>
                  <a:lnTo>
                    <a:pt x="47129" y="85572"/>
                  </a:lnTo>
                  <a:lnTo>
                    <a:pt x="46888" y="86893"/>
                  </a:lnTo>
                  <a:lnTo>
                    <a:pt x="47498" y="87972"/>
                  </a:lnTo>
                  <a:lnTo>
                    <a:pt x="48120" y="88950"/>
                  </a:lnTo>
                  <a:lnTo>
                    <a:pt x="49504" y="89268"/>
                  </a:lnTo>
                  <a:lnTo>
                    <a:pt x="50507" y="88620"/>
                  </a:lnTo>
                  <a:lnTo>
                    <a:pt x="51511" y="87985"/>
                  </a:lnTo>
                  <a:lnTo>
                    <a:pt x="51816" y="86652"/>
                  </a:lnTo>
                  <a:close/>
                </a:path>
                <a:path w="162560" h="276225">
                  <a:moveTo>
                    <a:pt x="51917" y="77127"/>
                  </a:moveTo>
                  <a:lnTo>
                    <a:pt x="51231" y="75844"/>
                  </a:lnTo>
                  <a:lnTo>
                    <a:pt x="50507" y="74650"/>
                  </a:lnTo>
                  <a:lnTo>
                    <a:pt x="48818" y="74295"/>
                  </a:lnTo>
                  <a:lnTo>
                    <a:pt x="47561" y="75031"/>
                  </a:lnTo>
                  <a:lnTo>
                    <a:pt x="46355" y="75806"/>
                  </a:lnTo>
                  <a:lnTo>
                    <a:pt x="45986" y="77419"/>
                  </a:lnTo>
                  <a:lnTo>
                    <a:pt x="47536" y="79857"/>
                  </a:lnTo>
                  <a:lnTo>
                    <a:pt x="49161" y="80225"/>
                  </a:lnTo>
                  <a:lnTo>
                    <a:pt x="50380" y="79451"/>
                  </a:lnTo>
                  <a:lnTo>
                    <a:pt x="51600" y="78714"/>
                  </a:lnTo>
                  <a:lnTo>
                    <a:pt x="51917" y="77127"/>
                  </a:lnTo>
                  <a:close/>
                </a:path>
                <a:path w="162560" h="276225">
                  <a:moveTo>
                    <a:pt x="53898" y="63995"/>
                  </a:moveTo>
                  <a:lnTo>
                    <a:pt x="53505" y="63322"/>
                  </a:lnTo>
                  <a:lnTo>
                    <a:pt x="53111" y="62750"/>
                  </a:lnTo>
                  <a:lnTo>
                    <a:pt x="52298" y="62572"/>
                  </a:lnTo>
                  <a:lnTo>
                    <a:pt x="51676" y="62979"/>
                  </a:lnTo>
                  <a:lnTo>
                    <a:pt x="51092" y="63309"/>
                  </a:lnTo>
                  <a:lnTo>
                    <a:pt x="50901" y="64122"/>
                  </a:lnTo>
                  <a:lnTo>
                    <a:pt x="51295" y="64770"/>
                  </a:lnTo>
                  <a:lnTo>
                    <a:pt x="51689" y="65354"/>
                  </a:lnTo>
                  <a:lnTo>
                    <a:pt x="52501" y="65519"/>
                  </a:lnTo>
                  <a:lnTo>
                    <a:pt x="53073" y="65138"/>
                  </a:lnTo>
                  <a:lnTo>
                    <a:pt x="53670" y="64782"/>
                  </a:lnTo>
                  <a:lnTo>
                    <a:pt x="53898" y="63995"/>
                  </a:lnTo>
                  <a:close/>
                </a:path>
                <a:path w="162560" h="276225">
                  <a:moveTo>
                    <a:pt x="54851" y="94157"/>
                  </a:moveTo>
                  <a:lnTo>
                    <a:pt x="54152" y="92913"/>
                  </a:lnTo>
                  <a:lnTo>
                    <a:pt x="53543" y="91643"/>
                  </a:lnTo>
                  <a:lnTo>
                    <a:pt x="51904" y="91173"/>
                  </a:lnTo>
                  <a:lnTo>
                    <a:pt x="50685" y="91833"/>
                  </a:lnTo>
                  <a:lnTo>
                    <a:pt x="49390" y="92544"/>
                  </a:lnTo>
                  <a:lnTo>
                    <a:pt x="49326" y="92760"/>
                  </a:lnTo>
                  <a:lnTo>
                    <a:pt x="49568" y="91833"/>
                  </a:lnTo>
                  <a:lnTo>
                    <a:pt x="49123" y="90970"/>
                  </a:lnTo>
                  <a:lnTo>
                    <a:pt x="48729" y="90093"/>
                  </a:lnTo>
                  <a:lnTo>
                    <a:pt x="47599" y="89789"/>
                  </a:lnTo>
                  <a:lnTo>
                    <a:pt x="46824" y="90246"/>
                  </a:lnTo>
                  <a:lnTo>
                    <a:pt x="45923" y="90716"/>
                  </a:lnTo>
                  <a:lnTo>
                    <a:pt x="45643" y="91732"/>
                  </a:lnTo>
                  <a:lnTo>
                    <a:pt x="46088" y="92595"/>
                  </a:lnTo>
                  <a:lnTo>
                    <a:pt x="46583" y="93459"/>
                  </a:lnTo>
                  <a:lnTo>
                    <a:pt x="47625" y="93700"/>
                  </a:lnTo>
                  <a:lnTo>
                    <a:pt x="49288" y="92862"/>
                  </a:lnTo>
                  <a:lnTo>
                    <a:pt x="48920" y="94081"/>
                  </a:lnTo>
                  <a:lnTo>
                    <a:pt x="49606" y="95338"/>
                  </a:lnTo>
                  <a:lnTo>
                    <a:pt x="50101" y="96304"/>
                  </a:lnTo>
                  <a:lnTo>
                    <a:pt x="49364" y="96126"/>
                  </a:lnTo>
                  <a:lnTo>
                    <a:pt x="48742" y="96545"/>
                  </a:lnTo>
                  <a:lnTo>
                    <a:pt x="48094" y="96913"/>
                  </a:lnTo>
                  <a:lnTo>
                    <a:pt x="47955" y="97675"/>
                  </a:lnTo>
                  <a:lnTo>
                    <a:pt x="48336" y="98272"/>
                  </a:lnTo>
                  <a:lnTo>
                    <a:pt x="48691" y="98933"/>
                  </a:lnTo>
                  <a:lnTo>
                    <a:pt x="49479" y="99161"/>
                  </a:lnTo>
                  <a:lnTo>
                    <a:pt x="50114" y="98691"/>
                  </a:lnTo>
                  <a:lnTo>
                    <a:pt x="50749" y="98336"/>
                  </a:lnTo>
                  <a:lnTo>
                    <a:pt x="50952" y="97536"/>
                  </a:lnTo>
                  <a:lnTo>
                    <a:pt x="50558" y="96926"/>
                  </a:lnTo>
                  <a:lnTo>
                    <a:pt x="50393" y="96672"/>
                  </a:lnTo>
                  <a:lnTo>
                    <a:pt x="51854" y="97091"/>
                  </a:lnTo>
                  <a:lnTo>
                    <a:pt x="53149" y="96418"/>
                  </a:lnTo>
                  <a:lnTo>
                    <a:pt x="54394" y="95732"/>
                  </a:lnTo>
                  <a:lnTo>
                    <a:pt x="54851" y="94157"/>
                  </a:lnTo>
                  <a:close/>
                </a:path>
                <a:path w="162560" h="276225">
                  <a:moveTo>
                    <a:pt x="64198" y="94107"/>
                  </a:moveTo>
                  <a:lnTo>
                    <a:pt x="63538" y="93116"/>
                  </a:lnTo>
                  <a:lnTo>
                    <a:pt x="62928" y="92113"/>
                  </a:lnTo>
                  <a:lnTo>
                    <a:pt x="62204" y="91948"/>
                  </a:lnTo>
                  <a:lnTo>
                    <a:pt x="63474" y="91249"/>
                  </a:lnTo>
                  <a:lnTo>
                    <a:pt x="63881" y="89966"/>
                  </a:lnTo>
                  <a:lnTo>
                    <a:pt x="63296" y="88874"/>
                  </a:lnTo>
                  <a:lnTo>
                    <a:pt x="62738" y="87807"/>
                  </a:lnTo>
                  <a:lnTo>
                    <a:pt x="61429" y="87439"/>
                  </a:lnTo>
                  <a:lnTo>
                    <a:pt x="60388" y="87972"/>
                  </a:lnTo>
                  <a:lnTo>
                    <a:pt x="59283" y="88607"/>
                  </a:lnTo>
                  <a:lnTo>
                    <a:pt x="58902" y="89903"/>
                  </a:lnTo>
                  <a:lnTo>
                    <a:pt x="59461" y="90957"/>
                  </a:lnTo>
                  <a:lnTo>
                    <a:pt x="60020" y="91986"/>
                  </a:lnTo>
                  <a:lnTo>
                    <a:pt x="60833" y="92252"/>
                  </a:lnTo>
                  <a:lnTo>
                    <a:pt x="60528" y="92443"/>
                  </a:lnTo>
                  <a:lnTo>
                    <a:pt x="59512" y="93078"/>
                  </a:lnTo>
                  <a:lnTo>
                    <a:pt x="59207" y="94449"/>
                  </a:lnTo>
                  <a:lnTo>
                    <a:pt x="59905" y="95402"/>
                  </a:lnTo>
                  <a:lnTo>
                    <a:pt x="60502" y="96380"/>
                  </a:lnTo>
                  <a:lnTo>
                    <a:pt x="61899" y="96735"/>
                  </a:lnTo>
                  <a:lnTo>
                    <a:pt x="62928" y="96100"/>
                  </a:lnTo>
                  <a:lnTo>
                    <a:pt x="63944" y="95465"/>
                  </a:lnTo>
                  <a:lnTo>
                    <a:pt x="64198" y="94107"/>
                  </a:lnTo>
                  <a:close/>
                </a:path>
                <a:path w="162560" h="276225">
                  <a:moveTo>
                    <a:pt x="65303" y="56299"/>
                  </a:moveTo>
                  <a:lnTo>
                    <a:pt x="64477" y="55181"/>
                  </a:lnTo>
                  <a:lnTo>
                    <a:pt x="63487" y="54063"/>
                  </a:lnTo>
                  <a:lnTo>
                    <a:pt x="62077" y="53936"/>
                  </a:lnTo>
                  <a:lnTo>
                    <a:pt x="62179" y="52793"/>
                  </a:lnTo>
                  <a:lnTo>
                    <a:pt x="61379" y="51917"/>
                  </a:lnTo>
                  <a:lnTo>
                    <a:pt x="60540" y="51041"/>
                  </a:lnTo>
                  <a:lnTo>
                    <a:pt x="59194" y="50965"/>
                  </a:lnTo>
                  <a:lnTo>
                    <a:pt x="58267" y="51790"/>
                  </a:lnTo>
                  <a:lnTo>
                    <a:pt x="57746" y="52273"/>
                  </a:lnTo>
                  <a:lnTo>
                    <a:pt x="57353" y="51777"/>
                  </a:lnTo>
                  <a:lnTo>
                    <a:pt x="56603" y="50888"/>
                  </a:lnTo>
                  <a:lnTo>
                    <a:pt x="55168" y="50761"/>
                  </a:lnTo>
                  <a:lnTo>
                    <a:pt x="54279" y="51523"/>
                  </a:lnTo>
                  <a:lnTo>
                    <a:pt x="53340" y="52260"/>
                  </a:lnTo>
                  <a:lnTo>
                    <a:pt x="53162" y="53606"/>
                  </a:lnTo>
                  <a:lnTo>
                    <a:pt x="53975" y="54571"/>
                  </a:lnTo>
                  <a:lnTo>
                    <a:pt x="54698" y="55511"/>
                  </a:lnTo>
                  <a:lnTo>
                    <a:pt x="56121" y="55626"/>
                  </a:lnTo>
                  <a:lnTo>
                    <a:pt x="57048" y="54902"/>
                  </a:lnTo>
                  <a:lnTo>
                    <a:pt x="57708" y="54343"/>
                  </a:lnTo>
                  <a:lnTo>
                    <a:pt x="58178" y="54851"/>
                  </a:lnTo>
                  <a:lnTo>
                    <a:pt x="58991" y="55765"/>
                  </a:lnTo>
                  <a:lnTo>
                    <a:pt x="59575" y="55778"/>
                  </a:lnTo>
                  <a:lnTo>
                    <a:pt x="59410" y="57378"/>
                  </a:lnTo>
                  <a:lnTo>
                    <a:pt x="60312" y="58470"/>
                  </a:lnTo>
                  <a:lnTo>
                    <a:pt x="61239" y="59626"/>
                  </a:lnTo>
                  <a:lnTo>
                    <a:pt x="62903" y="59791"/>
                  </a:lnTo>
                  <a:lnTo>
                    <a:pt x="65176" y="57924"/>
                  </a:lnTo>
                  <a:lnTo>
                    <a:pt x="65303" y="56299"/>
                  </a:lnTo>
                  <a:close/>
                </a:path>
                <a:path w="162560" h="276225">
                  <a:moveTo>
                    <a:pt x="65582" y="43040"/>
                  </a:moveTo>
                  <a:lnTo>
                    <a:pt x="65112" y="42481"/>
                  </a:lnTo>
                  <a:lnTo>
                    <a:pt x="64681" y="41910"/>
                  </a:lnTo>
                  <a:lnTo>
                    <a:pt x="63830" y="41833"/>
                  </a:lnTo>
                  <a:lnTo>
                    <a:pt x="63322" y="42291"/>
                  </a:lnTo>
                  <a:lnTo>
                    <a:pt x="62725" y="42659"/>
                  </a:lnTo>
                  <a:lnTo>
                    <a:pt x="62649" y="43573"/>
                  </a:lnTo>
                  <a:lnTo>
                    <a:pt x="63119" y="44107"/>
                  </a:lnTo>
                  <a:lnTo>
                    <a:pt x="63563" y="44691"/>
                  </a:lnTo>
                  <a:lnTo>
                    <a:pt x="64401" y="44729"/>
                  </a:lnTo>
                  <a:lnTo>
                    <a:pt x="64985" y="44297"/>
                  </a:lnTo>
                  <a:lnTo>
                    <a:pt x="65544" y="43827"/>
                  </a:lnTo>
                  <a:lnTo>
                    <a:pt x="65582" y="43040"/>
                  </a:lnTo>
                  <a:close/>
                </a:path>
                <a:path w="162560" h="276225">
                  <a:moveTo>
                    <a:pt x="66382" y="65798"/>
                  </a:moveTo>
                  <a:lnTo>
                    <a:pt x="65608" y="64833"/>
                  </a:lnTo>
                  <a:lnTo>
                    <a:pt x="64846" y="63931"/>
                  </a:lnTo>
                  <a:lnTo>
                    <a:pt x="63449" y="63792"/>
                  </a:lnTo>
                  <a:lnTo>
                    <a:pt x="62509" y="64579"/>
                  </a:lnTo>
                  <a:lnTo>
                    <a:pt x="61595" y="65303"/>
                  </a:lnTo>
                  <a:lnTo>
                    <a:pt x="61493" y="66700"/>
                  </a:lnTo>
                  <a:lnTo>
                    <a:pt x="62217" y="67627"/>
                  </a:lnTo>
                  <a:lnTo>
                    <a:pt x="62992" y="68554"/>
                  </a:lnTo>
                  <a:lnTo>
                    <a:pt x="64350" y="68707"/>
                  </a:lnTo>
                  <a:lnTo>
                    <a:pt x="65316" y="67932"/>
                  </a:lnTo>
                  <a:lnTo>
                    <a:pt x="66230" y="67170"/>
                  </a:lnTo>
                  <a:lnTo>
                    <a:pt x="66382" y="65798"/>
                  </a:lnTo>
                  <a:close/>
                </a:path>
                <a:path w="162560" h="276225">
                  <a:moveTo>
                    <a:pt x="66814" y="76720"/>
                  </a:moveTo>
                  <a:lnTo>
                    <a:pt x="65874" y="75692"/>
                  </a:lnTo>
                  <a:lnTo>
                    <a:pt x="65087" y="75552"/>
                  </a:lnTo>
                  <a:lnTo>
                    <a:pt x="64516" y="76009"/>
                  </a:lnTo>
                  <a:lnTo>
                    <a:pt x="63957" y="76492"/>
                  </a:lnTo>
                  <a:lnTo>
                    <a:pt x="63804" y="77317"/>
                  </a:lnTo>
                  <a:lnTo>
                    <a:pt x="64350" y="77889"/>
                  </a:lnTo>
                  <a:lnTo>
                    <a:pt x="64770" y="78447"/>
                  </a:lnTo>
                  <a:lnTo>
                    <a:pt x="65570" y="78498"/>
                  </a:lnTo>
                  <a:lnTo>
                    <a:pt x="66167" y="78066"/>
                  </a:lnTo>
                  <a:lnTo>
                    <a:pt x="66751" y="77584"/>
                  </a:lnTo>
                  <a:lnTo>
                    <a:pt x="66814" y="76720"/>
                  </a:lnTo>
                  <a:close/>
                </a:path>
                <a:path w="162560" h="276225">
                  <a:moveTo>
                    <a:pt x="67094" y="26352"/>
                  </a:moveTo>
                  <a:lnTo>
                    <a:pt x="67056" y="25260"/>
                  </a:lnTo>
                  <a:lnTo>
                    <a:pt x="66306" y="24625"/>
                  </a:lnTo>
                  <a:lnTo>
                    <a:pt x="65532" y="24066"/>
                  </a:lnTo>
                  <a:lnTo>
                    <a:pt x="64465" y="24180"/>
                  </a:lnTo>
                  <a:lnTo>
                    <a:pt x="63881" y="24917"/>
                  </a:lnTo>
                  <a:lnTo>
                    <a:pt x="63246" y="25615"/>
                  </a:lnTo>
                  <a:lnTo>
                    <a:pt x="63334" y="26771"/>
                  </a:lnTo>
                  <a:lnTo>
                    <a:pt x="64871" y="27952"/>
                  </a:lnTo>
                  <a:lnTo>
                    <a:pt x="65925" y="27838"/>
                  </a:lnTo>
                  <a:lnTo>
                    <a:pt x="66535" y="27089"/>
                  </a:lnTo>
                  <a:lnTo>
                    <a:pt x="67094" y="26352"/>
                  </a:lnTo>
                  <a:close/>
                </a:path>
                <a:path w="162560" h="276225">
                  <a:moveTo>
                    <a:pt x="67843" y="115062"/>
                  </a:moveTo>
                  <a:lnTo>
                    <a:pt x="67462" y="114465"/>
                  </a:lnTo>
                  <a:lnTo>
                    <a:pt x="67106" y="113855"/>
                  </a:lnTo>
                  <a:lnTo>
                    <a:pt x="66294" y="113601"/>
                  </a:lnTo>
                  <a:lnTo>
                    <a:pt x="65671" y="113944"/>
                  </a:lnTo>
                  <a:lnTo>
                    <a:pt x="65100" y="114287"/>
                  </a:lnTo>
                  <a:lnTo>
                    <a:pt x="64782" y="115023"/>
                  </a:lnTo>
                  <a:lnTo>
                    <a:pt x="65125" y="115684"/>
                  </a:lnTo>
                  <a:lnTo>
                    <a:pt x="65481" y="116344"/>
                  </a:lnTo>
                  <a:lnTo>
                    <a:pt x="66344" y="116522"/>
                  </a:lnTo>
                  <a:lnTo>
                    <a:pt x="67513" y="115912"/>
                  </a:lnTo>
                  <a:lnTo>
                    <a:pt x="67843" y="115062"/>
                  </a:lnTo>
                  <a:close/>
                </a:path>
                <a:path w="162560" h="276225">
                  <a:moveTo>
                    <a:pt x="72224" y="61010"/>
                  </a:moveTo>
                  <a:lnTo>
                    <a:pt x="71691" y="60236"/>
                  </a:lnTo>
                  <a:lnTo>
                    <a:pt x="71056" y="59486"/>
                  </a:lnTo>
                  <a:lnTo>
                    <a:pt x="69964" y="59385"/>
                  </a:lnTo>
                  <a:lnTo>
                    <a:pt x="69215" y="59994"/>
                  </a:lnTo>
                  <a:lnTo>
                    <a:pt x="68478" y="60617"/>
                  </a:lnTo>
                  <a:lnTo>
                    <a:pt x="68376" y="61722"/>
                  </a:lnTo>
                  <a:lnTo>
                    <a:pt x="69011" y="62433"/>
                  </a:lnTo>
                  <a:lnTo>
                    <a:pt x="69583" y="63157"/>
                  </a:lnTo>
                  <a:lnTo>
                    <a:pt x="70700" y="63296"/>
                  </a:lnTo>
                  <a:lnTo>
                    <a:pt x="71399" y="62699"/>
                  </a:lnTo>
                  <a:lnTo>
                    <a:pt x="72161" y="62052"/>
                  </a:lnTo>
                  <a:lnTo>
                    <a:pt x="72224" y="61010"/>
                  </a:lnTo>
                  <a:close/>
                </a:path>
                <a:path w="162560" h="276225">
                  <a:moveTo>
                    <a:pt x="72694" y="99326"/>
                  </a:moveTo>
                  <a:lnTo>
                    <a:pt x="72542" y="97663"/>
                  </a:lnTo>
                  <a:lnTo>
                    <a:pt x="71462" y="96735"/>
                  </a:lnTo>
                  <a:lnTo>
                    <a:pt x="70332" y="95846"/>
                  </a:lnTo>
                  <a:lnTo>
                    <a:pt x="69913" y="95910"/>
                  </a:lnTo>
                  <a:lnTo>
                    <a:pt x="70281" y="94830"/>
                  </a:lnTo>
                  <a:lnTo>
                    <a:pt x="69570" y="93573"/>
                  </a:lnTo>
                  <a:lnTo>
                    <a:pt x="68859" y="92265"/>
                  </a:lnTo>
                  <a:lnTo>
                    <a:pt x="67386" y="91808"/>
                  </a:lnTo>
                  <a:lnTo>
                    <a:pt x="67386" y="97650"/>
                  </a:lnTo>
                  <a:lnTo>
                    <a:pt x="66903" y="98285"/>
                  </a:lnTo>
                  <a:lnTo>
                    <a:pt x="66827" y="97663"/>
                  </a:lnTo>
                  <a:lnTo>
                    <a:pt x="67183" y="97764"/>
                  </a:lnTo>
                  <a:lnTo>
                    <a:pt x="67386" y="97650"/>
                  </a:lnTo>
                  <a:lnTo>
                    <a:pt x="67386" y="91808"/>
                  </a:lnTo>
                  <a:lnTo>
                    <a:pt x="65989" y="92468"/>
                  </a:lnTo>
                  <a:lnTo>
                    <a:pt x="64719" y="93218"/>
                  </a:lnTo>
                  <a:lnTo>
                    <a:pt x="64262" y="94703"/>
                  </a:lnTo>
                  <a:lnTo>
                    <a:pt x="64922" y="95986"/>
                  </a:lnTo>
                  <a:lnTo>
                    <a:pt x="65100" y="96329"/>
                  </a:lnTo>
                  <a:lnTo>
                    <a:pt x="64249" y="96431"/>
                  </a:lnTo>
                  <a:lnTo>
                    <a:pt x="63703" y="97129"/>
                  </a:lnTo>
                  <a:lnTo>
                    <a:pt x="63055" y="97891"/>
                  </a:lnTo>
                  <a:lnTo>
                    <a:pt x="63169" y="98983"/>
                  </a:lnTo>
                  <a:lnTo>
                    <a:pt x="63893" y="99631"/>
                  </a:lnTo>
                  <a:lnTo>
                    <a:pt x="64617" y="100164"/>
                  </a:lnTo>
                  <a:lnTo>
                    <a:pt x="65747" y="100063"/>
                  </a:lnTo>
                  <a:lnTo>
                    <a:pt x="66370" y="99326"/>
                  </a:lnTo>
                  <a:lnTo>
                    <a:pt x="66929" y="98615"/>
                  </a:lnTo>
                  <a:lnTo>
                    <a:pt x="67043" y="99872"/>
                  </a:lnTo>
                  <a:lnTo>
                    <a:pt x="68173" y="100736"/>
                  </a:lnTo>
                  <a:lnTo>
                    <a:pt x="69291" y="101727"/>
                  </a:lnTo>
                  <a:lnTo>
                    <a:pt x="70942" y="101561"/>
                  </a:lnTo>
                  <a:lnTo>
                    <a:pt x="71818" y="100393"/>
                  </a:lnTo>
                  <a:lnTo>
                    <a:pt x="72694" y="99326"/>
                  </a:lnTo>
                  <a:close/>
                </a:path>
                <a:path w="162560" h="276225">
                  <a:moveTo>
                    <a:pt x="72923" y="27076"/>
                  </a:moveTo>
                  <a:lnTo>
                    <a:pt x="72758" y="25425"/>
                  </a:lnTo>
                  <a:lnTo>
                    <a:pt x="71628" y="24523"/>
                  </a:lnTo>
                  <a:lnTo>
                    <a:pt x="70523" y="23622"/>
                  </a:lnTo>
                  <a:lnTo>
                    <a:pt x="68884" y="23837"/>
                  </a:lnTo>
                  <a:lnTo>
                    <a:pt x="67983" y="24930"/>
                  </a:lnTo>
                  <a:lnTo>
                    <a:pt x="67119" y="26022"/>
                  </a:lnTo>
                  <a:lnTo>
                    <a:pt x="67271" y="27660"/>
                  </a:lnTo>
                  <a:lnTo>
                    <a:pt x="68351" y="28562"/>
                  </a:lnTo>
                  <a:lnTo>
                    <a:pt x="69456" y="29438"/>
                  </a:lnTo>
                  <a:lnTo>
                    <a:pt x="71069" y="29260"/>
                  </a:lnTo>
                  <a:lnTo>
                    <a:pt x="71983" y="28168"/>
                  </a:lnTo>
                  <a:lnTo>
                    <a:pt x="72923" y="27076"/>
                  </a:lnTo>
                  <a:close/>
                </a:path>
                <a:path w="162560" h="276225">
                  <a:moveTo>
                    <a:pt x="74574" y="84035"/>
                  </a:moveTo>
                  <a:lnTo>
                    <a:pt x="74091" y="83172"/>
                  </a:lnTo>
                  <a:lnTo>
                    <a:pt x="73609" y="82359"/>
                  </a:lnTo>
                  <a:lnTo>
                    <a:pt x="72948" y="82207"/>
                  </a:lnTo>
                  <a:lnTo>
                    <a:pt x="73050" y="81876"/>
                  </a:lnTo>
                  <a:lnTo>
                    <a:pt x="72364" y="80606"/>
                  </a:lnTo>
                  <a:lnTo>
                    <a:pt x="71589" y="80378"/>
                  </a:lnTo>
                  <a:lnTo>
                    <a:pt x="70967" y="80733"/>
                  </a:lnTo>
                  <a:lnTo>
                    <a:pt x="70319" y="80987"/>
                  </a:lnTo>
                  <a:lnTo>
                    <a:pt x="70065" y="81813"/>
                  </a:lnTo>
                  <a:lnTo>
                    <a:pt x="70434" y="82473"/>
                  </a:lnTo>
                  <a:lnTo>
                    <a:pt x="70739" y="83121"/>
                  </a:lnTo>
                  <a:lnTo>
                    <a:pt x="70612" y="84175"/>
                  </a:lnTo>
                  <a:lnTo>
                    <a:pt x="71120" y="84963"/>
                  </a:lnTo>
                  <a:lnTo>
                    <a:pt x="71589" y="85775"/>
                  </a:lnTo>
                  <a:lnTo>
                    <a:pt x="72644" y="86106"/>
                  </a:lnTo>
                  <a:lnTo>
                    <a:pt x="73469" y="85572"/>
                  </a:lnTo>
                  <a:lnTo>
                    <a:pt x="74282" y="85090"/>
                  </a:lnTo>
                  <a:lnTo>
                    <a:pt x="74574" y="84035"/>
                  </a:lnTo>
                  <a:close/>
                </a:path>
                <a:path w="162560" h="276225">
                  <a:moveTo>
                    <a:pt x="77444" y="48844"/>
                  </a:moveTo>
                  <a:lnTo>
                    <a:pt x="76631" y="47917"/>
                  </a:lnTo>
                  <a:lnTo>
                    <a:pt x="75971" y="47002"/>
                  </a:lnTo>
                  <a:lnTo>
                    <a:pt x="74599" y="46812"/>
                  </a:lnTo>
                  <a:lnTo>
                    <a:pt x="73634" y="47561"/>
                  </a:lnTo>
                  <a:lnTo>
                    <a:pt x="72745" y="48323"/>
                  </a:lnTo>
                  <a:lnTo>
                    <a:pt x="72631" y="49720"/>
                  </a:lnTo>
                  <a:lnTo>
                    <a:pt x="73380" y="50685"/>
                  </a:lnTo>
                  <a:lnTo>
                    <a:pt x="74117" y="51587"/>
                  </a:lnTo>
                  <a:lnTo>
                    <a:pt x="75463" y="51714"/>
                  </a:lnTo>
                  <a:lnTo>
                    <a:pt x="76377" y="50965"/>
                  </a:lnTo>
                  <a:lnTo>
                    <a:pt x="77343" y="50190"/>
                  </a:lnTo>
                  <a:lnTo>
                    <a:pt x="77444" y="48844"/>
                  </a:lnTo>
                  <a:close/>
                </a:path>
                <a:path w="162560" h="276225">
                  <a:moveTo>
                    <a:pt x="79451" y="105689"/>
                  </a:moveTo>
                  <a:lnTo>
                    <a:pt x="79324" y="104343"/>
                  </a:lnTo>
                  <a:lnTo>
                    <a:pt x="78371" y="103632"/>
                  </a:lnTo>
                  <a:lnTo>
                    <a:pt x="77482" y="102908"/>
                  </a:lnTo>
                  <a:lnTo>
                    <a:pt x="76098" y="103073"/>
                  </a:lnTo>
                  <a:lnTo>
                    <a:pt x="75425" y="103924"/>
                  </a:lnTo>
                  <a:lnTo>
                    <a:pt x="74726" y="104825"/>
                  </a:lnTo>
                  <a:lnTo>
                    <a:pt x="74803" y="106146"/>
                  </a:lnTo>
                  <a:lnTo>
                    <a:pt x="76581" y="107632"/>
                  </a:lnTo>
                  <a:lnTo>
                    <a:pt x="77939" y="107505"/>
                  </a:lnTo>
                  <a:lnTo>
                    <a:pt x="78701" y="106565"/>
                  </a:lnTo>
                  <a:lnTo>
                    <a:pt x="79451" y="105689"/>
                  </a:lnTo>
                  <a:close/>
                </a:path>
                <a:path w="162560" h="276225">
                  <a:moveTo>
                    <a:pt x="79527" y="19443"/>
                  </a:moveTo>
                  <a:lnTo>
                    <a:pt x="79336" y="18148"/>
                  </a:lnTo>
                  <a:lnTo>
                    <a:pt x="78435" y="17335"/>
                  </a:lnTo>
                  <a:lnTo>
                    <a:pt x="77546" y="16586"/>
                  </a:lnTo>
                  <a:lnTo>
                    <a:pt x="76187" y="16725"/>
                  </a:lnTo>
                  <a:lnTo>
                    <a:pt x="75412" y="17627"/>
                  </a:lnTo>
                  <a:lnTo>
                    <a:pt x="74663" y="18580"/>
                  </a:lnTo>
                  <a:lnTo>
                    <a:pt x="74815" y="19977"/>
                  </a:lnTo>
                  <a:lnTo>
                    <a:pt x="75704" y="20701"/>
                  </a:lnTo>
                  <a:lnTo>
                    <a:pt x="76619" y="21475"/>
                  </a:lnTo>
                  <a:lnTo>
                    <a:pt x="78016" y="21310"/>
                  </a:lnTo>
                  <a:lnTo>
                    <a:pt x="78740" y="20383"/>
                  </a:lnTo>
                  <a:lnTo>
                    <a:pt x="79527" y="19443"/>
                  </a:lnTo>
                  <a:close/>
                </a:path>
                <a:path w="162560" h="276225">
                  <a:moveTo>
                    <a:pt x="79590" y="33451"/>
                  </a:moveTo>
                  <a:lnTo>
                    <a:pt x="79476" y="32080"/>
                  </a:lnTo>
                  <a:lnTo>
                    <a:pt x="78587" y="31381"/>
                  </a:lnTo>
                  <a:lnTo>
                    <a:pt x="77660" y="30683"/>
                  </a:lnTo>
                  <a:lnTo>
                    <a:pt x="76377" y="30784"/>
                  </a:lnTo>
                  <a:lnTo>
                    <a:pt x="75603" y="31699"/>
                  </a:lnTo>
                  <a:lnTo>
                    <a:pt x="74841" y="32613"/>
                  </a:lnTo>
                  <a:lnTo>
                    <a:pt x="74980" y="33921"/>
                  </a:lnTo>
                  <a:lnTo>
                    <a:pt x="75907" y="34645"/>
                  </a:lnTo>
                  <a:lnTo>
                    <a:pt x="76771" y="35407"/>
                  </a:lnTo>
                  <a:lnTo>
                    <a:pt x="78155" y="35242"/>
                  </a:lnTo>
                  <a:lnTo>
                    <a:pt x="78841" y="34404"/>
                  </a:lnTo>
                  <a:lnTo>
                    <a:pt x="79590" y="33451"/>
                  </a:lnTo>
                  <a:close/>
                </a:path>
                <a:path w="162560" h="276225">
                  <a:moveTo>
                    <a:pt x="79616" y="71716"/>
                  </a:moveTo>
                  <a:lnTo>
                    <a:pt x="78905" y="70802"/>
                  </a:lnTo>
                  <a:lnTo>
                    <a:pt x="78130" y="69850"/>
                  </a:lnTo>
                  <a:lnTo>
                    <a:pt x="76720" y="69735"/>
                  </a:lnTo>
                  <a:lnTo>
                    <a:pt x="75793" y="70472"/>
                  </a:lnTo>
                  <a:lnTo>
                    <a:pt x="74790" y="71259"/>
                  </a:lnTo>
                  <a:lnTo>
                    <a:pt x="74714" y="72580"/>
                  </a:lnTo>
                  <a:lnTo>
                    <a:pt x="75476" y="73545"/>
                  </a:lnTo>
                  <a:lnTo>
                    <a:pt x="76212" y="74447"/>
                  </a:lnTo>
                  <a:lnTo>
                    <a:pt x="77571" y="74599"/>
                  </a:lnTo>
                  <a:lnTo>
                    <a:pt x="78562" y="73850"/>
                  </a:lnTo>
                  <a:lnTo>
                    <a:pt x="79438" y="73126"/>
                  </a:lnTo>
                  <a:lnTo>
                    <a:pt x="79616" y="71716"/>
                  </a:lnTo>
                  <a:close/>
                </a:path>
                <a:path w="162560" h="276225">
                  <a:moveTo>
                    <a:pt x="79895" y="86194"/>
                  </a:moveTo>
                  <a:lnTo>
                    <a:pt x="79133" y="84912"/>
                  </a:lnTo>
                  <a:lnTo>
                    <a:pt x="78460" y="83743"/>
                  </a:lnTo>
                  <a:lnTo>
                    <a:pt x="76822" y="83350"/>
                  </a:lnTo>
                  <a:lnTo>
                    <a:pt x="75590" y="84048"/>
                  </a:lnTo>
                  <a:lnTo>
                    <a:pt x="74396" y="84734"/>
                  </a:lnTo>
                  <a:lnTo>
                    <a:pt x="73964" y="86360"/>
                  </a:lnTo>
                  <a:lnTo>
                    <a:pt x="74663" y="87604"/>
                  </a:lnTo>
                  <a:lnTo>
                    <a:pt x="75438" y="88785"/>
                  </a:lnTo>
                  <a:lnTo>
                    <a:pt x="76123" y="88976"/>
                  </a:lnTo>
                  <a:lnTo>
                    <a:pt x="75971" y="88988"/>
                  </a:lnTo>
                  <a:lnTo>
                    <a:pt x="75196" y="89916"/>
                  </a:lnTo>
                  <a:lnTo>
                    <a:pt x="74472" y="90830"/>
                  </a:lnTo>
                  <a:lnTo>
                    <a:pt x="74599" y="92163"/>
                  </a:lnTo>
                  <a:lnTo>
                    <a:pt x="75514" y="92900"/>
                  </a:lnTo>
                  <a:lnTo>
                    <a:pt x="76466" y="93649"/>
                  </a:lnTo>
                  <a:lnTo>
                    <a:pt x="77838" y="93522"/>
                  </a:lnTo>
                  <a:lnTo>
                    <a:pt x="78574" y="92595"/>
                  </a:lnTo>
                  <a:lnTo>
                    <a:pt x="79362" y="91681"/>
                  </a:lnTo>
                  <a:lnTo>
                    <a:pt x="79235" y="90284"/>
                  </a:lnTo>
                  <a:lnTo>
                    <a:pt x="78257" y="89585"/>
                  </a:lnTo>
                  <a:lnTo>
                    <a:pt x="77470" y="88950"/>
                  </a:lnTo>
                  <a:lnTo>
                    <a:pt x="78282" y="88468"/>
                  </a:lnTo>
                  <a:lnTo>
                    <a:pt x="79476" y="87782"/>
                  </a:lnTo>
                  <a:lnTo>
                    <a:pt x="79895" y="86194"/>
                  </a:lnTo>
                  <a:close/>
                </a:path>
                <a:path w="162560" h="276225">
                  <a:moveTo>
                    <a:pt x="84531" y="80264"/>
                  </a:moveTo>
                  <a:lnTo>
                    <a:pt x="84467" y="79400"/>
                  </a:lnTo>
                  <a:lnTo>
                    <a:pt x="83947" y="78943"/>
                  </a:lnTo>
                  <a:lnTo>
                    <a:pt x="83375" y="78562"/>
                  </a:lnTo>
                  <a:lnTo>
                    <a:pt x="82575" y="78600"/>
                  </a:lnTo>
                  <a:lnTo>
                    <a:pt x="82130" y="79133"/>
                  </a:lnTo>
                  <a:lnTo>
                    <a:pt x="81661" y="79730"/>
                  </a:lnTo>
                  <a:lnTo>
                    <a:pt x="81775" y="80543"/>
                  </a:lnTo>
                  <a:lnTo>
                    <a:pt x="82283" y="80949"/>
                  </a:lnTo>
                  <a:lnTo>
                    <a:pt x="82854" y="81394"/>
                  </a:lnTo>
                  <a:lnTo>
                    <a:pt x="83705" y="81330"/>
                  </a:lnTo>
                  <a:lnTo>
                    <a:pt x="84124" y="80797"/>
                  </a:lnTo>
                  <a:lnTo>
                    <a:pt x="84531" y="80264"/>
                  </a:lnTo>
                  <a:close/>
                </a:path>
                <a:path w="162560" h="276225">
                  <a:moveTo>
                    <a:pt x="84721" y="8026"/>
                  </a:moveTo>
                  <a:lnTo>
                    <a:pt x="84645" y="7175"/>
                  </a:lnTo>
                  <a:lnTo>
                    <a:pt x="84099" y="6692"/>
                  </a:lnTo>
                  <a:lnTo>
                    <a:pt x="83578" y="6299"/>
                  </a:lnTo>
                  <a:lnTo>
                    <a:pt x="82715" y="6350"/>
                  </a:lnTo>
                  <a:lnTo>
                    <a:pt x="82296" y="6908"/>
                  </a:lnTo>
                  <a:lnTo>
                    <a:pt x="81788" y="7454"/>
                  </a:lnTo>
                  <a:lnTo>
                    <a:pt x="81915" y="8267"/>
                  </a:lnTo>
                  <a:lnTo>
                    <a:pt x="82473" y="8737"/>
                  </a:lnTo>
                  <a:lnTo>
                    <a:pt x="83045" y="9182"/>
                  </a:lnTo>
                  <a:lnTo>
                    <a:pt x="83870" y="9067"/>
                  </a:lnTo>
                  <a:lnTo>
                    <a:pt x="84289" y="8559"/>
                  </a:lnTo>
                  <a:lnTo>
                    <a:pt x="84721" y="8026"/>
                  </a:lnTo>
                  <a:close/>
                </a:path>
                <a:path w="162560" h="276225">
                  <a:moveTo>
                    <a:pt x="86880" y="273304"/>
                  </a:moveTo>
                  <a:lnTo>
                    <a:pt x="86245" y="272313"/>
                  </a:lnTo>
                  <a:lnTo>
                    <a:pt x="85750" y="271183"/>
                  </a:lnTo>
                  <a:lnTo>
                    <a:pt x="84391" y="270789"/>
                  </a:lnTo>
                  <a:lnTo>
                    <a:pt x="83324" y="271411"/>
                  </a:lnTo>
                  <a:lnTo>
                    <a:pt x="82270" y="271907"/>
                  </a:lnTo>
                  <a:lnTo>
                    <a:pt x="81889" y="273227"/>
                  </a:lnTo>
                  <a:lnTo>
                    <a:pt x="82435" y="274358"/>
                  </a:lnTo>
                  <a:lnTo>
                    <a:pt x="82994" y="275412"/>
                  </a:lnTo>
                  <a:lnTo>
                    <a:pt x="84328" y="275793"/>
                  </a:lnTo>
                  <a:lnTo>
                    <a:pt x="86436" y="274637"/>
                  </a:lnTo>
                  <a:lnTo>
                    <a:pt x="86880" y="273304"/>
                  </a:lnTo>
                  <a:close/>
                </a:path>
                <a:path w="162560" h="276225">
                  <a:moveTo>
                    <a:pt x="87249" y="21717"/>
                  </a:moveTo>
                  <a:lnTo>
                    <a:pt x="87058" y="20142"/>
                  </a:lnTo>
                  <a:lnTo>
                    <a:pt x="85928" y="19215"/>
                  </a:lnTo>
                  <a:lnTo>
                    <a:pt x="84874" y="18326"/>
                  </a:lnTo>
                  <a:lnTo>
                    <a:pt x="83172" y="18516"/>
                  </a:lnTo>
                  <a:lnTo>
                    <a:pt x="82308" y="19570"/>
                  </a:lnTo>
                  <a:lnTo>
                    <a:pt x="81381" y="20662"/>
                  </a:lnTo>
                  <a:lnTo>
                    <a:pt x="81534" y="22326"/>
                  </a:lnTo>
                  <a:lnTo>
                    <a:pt x="82664" y="23215"/>
                  </a:lnTo>
                  <a:lnTo>
                    <a:pt x="83807" y="24155"/>
                  </a:lnTo>
                  <a:lnTo>
                    <a:pt x="85407" y="23964"/>
                  </a:lnTo>
                  <a:lnTo>
                    <a:pt x="87249" y="21717"/>
                  </a:lnTo>
                  <a:close/>
                </a:path>
                <a:path w="162560" h="276225">
                  <a:moveTo>
                    <a:pt x="89154" y="239090"/>
                  </a:moveTo>
                  <a:lnTo>
                    <a:pt x="88569" y="238061"/>
                  </a:lnTo>
                  <a:lnTo>
                    <a:pt x="87998" y="237007"/>
                  </a:lnTo>
                  <a:lnTo>
                    <a:pt x="86677" y="236588"/>
                  </a:lnTo>
                  <a:lnTo>
                    <a:pt x="85623" y="237134"/>
                  </a:lnTo>
                  <a:lnTo>
                    <a:pt x="84556" y="237744"/>
                  </a:lnTo>
                  <a:lnTo>
                    <a:pt x="84201" y="239014"/>
                  </a:lnTo>
                  <a:lnTo>
                    <a:pt x="84759" y="240106"/>
                  </a:lnTo>
                  <a:lnTo>
                    <a:pt x="85344" y="241160"/>
                  </a:lnTo>
                  <a:lnTo>
                    <a:pt x="86601" y="241566"/>
                  </a:lnTo>
                  <a:lnTo>
                    <a:pt x="87668" y="240957"/>
                  </a:lnTo>
                  <a:lnTo>
                    <a:pt x="88709" y="240436"/>
                  </a:lnTo>
                  <a:lnTo>
                    <a:pt x="89154" y="239090"/>
                  </a:lnTo>
                  <a:close/>
                </a:path>
                <a:path w="162560" h="276225">
                  <a:moveTo>
                    <a:pt x="89916" y="102679"/>
                  </a:moveTo>
                  <a:lnTo>
                    <a:pt x="89789" y="101307"/>
                  </a:lnTo>
                  <a:lnTo>
                    <a:pt x="88912" y="100596"/>
                  </a:lnTo>
                  <a:lnTo>
                    <a:pt x="87972" y="99847"/>
                  </a:lnTo>
                  <a:lnTo>
                    <a:pt x="86614" y="99974"/>
                  </a:lnTo>
                  <a:lnTo>
                    <a:pt x="85839" y="100863"/>
                  </a:lnTo>
                  <a:lnTo>
                    <a:pt x="85102" y="101803"/>
                  </a:lnTo>
                  <a:lnTo>
                    <a:pt x="85204" y="103162"/>
                  </a:lnTo>
                  <a:lnTo>
                    <a:pt x="86144" y="103936"/>
                  </a:lnTo>
                  <a:lnTo>
                    <a:pt x="87083" y="104686"/>
                  </a:lnTo>
                  <a:lnTo>
                    <a:pt x="88430" y="104521"/>
                  </a:lnTo>
                  <a:lnTo>
                    <a:pt x="89192" y="103644"/>
                  </a:lnTo>
                  <a:lnTo>
                    <a:pt x="89916" y="102679"/>
                  </a:lnTo>
                  <a:close/>
                </a:path>
                <a:path w="162560" h="276225">
                  <a:moveTo>
                    <a:pt x="90106" y="30454"/>
                  </a:moveTo>
                  <a:lnTo>
                    <a:pt x="90004" y="29083"/>
                  </a:lnTo>
                  <a:lnTo>
                    <a:pt x="89052" y="28346"/>
                  </a:lnTo>
                  <a:lnTo>
                    <a:pt x="88138" y="27584"/>
                  </a:lnTo>
                  <a:lnTo>
                    <a:pt x="86804" y="27698"/>
                  </a:lnTo>
                  <a:lnTo>
                    <a:pt x="86067" y="28676"/>
                  </a:lnTo>
                  <a:lnTo>
                    <a:pt x="85267" y="29565"/>
                  </a:lnTo>
                  <a:lnTo>
                    <a:pt x="85344" y="30975"/>
                  </a:lnTo>
                  <a:lnTo>
                    <a:pt x="86360" y="31711"/>
                  </a:lnTo>
                  <a:lnTo>
                    <a:pt x="87261" y="32423"/>
                  </a:lnTo>
                  <a:lnTo>
                    <a:pt x="88620" y="32296"/>
                  </a:lnTo>
                  <a:lnTo>
                    <a:pt x="89382" y="31394"/>
                  </a:lnTo>
                  <a:lnTo>
                    <a:pt x="90106" y="30454"/>
                  </a:lnTo>
                  <a:close/>
                </a:path>
                <a:path w="162560" h="276225">
                  <a:moveTo>
                    <a:pt x="92494" y="112674"/>
                  </a:moveTo>
                  <a:lnTo>
                    <a:pt x="92443" y="111836"/>
                  </a:lnTo>
                  <a:lnTo>
                    <a:pt x="91351" y="110959"/>
                  </a:lnTo>
                  <a:lnTo>
                    <a:pt x="90500" y="111023"/>
                  </a:lnTo>
                  <a:lnTo>
                    <a:pt x="90055" y="111556"/>
                  </a:lnTo>
                  <a:lnTo>
                    <a:pt x="89611" y="112141"/>
                  </a:lnTo>
                  <a:lnTo>
                    <a:pt x="89687" y="112966"/>
                  </a:lnTo>
                  <a:lnTo>
                    <a:pt x="90246" y="113436"/>
                  </a:lnTo>
                  <a:lnTo>
                    <a:pt x="90779" y="113906"/>
                  </a:lnTo>
                  <a:lnTo>
                    <a:pt x="91617" y="113741"/>
                  </a:lnTo>
                  <a:lnTo>
                    <a:pt x="92049" y="113182"/>
                  </a:lnTo>
                  <a:lnTo>
                    <a:pt x="92494" y="112674"/>
                  </a:lnTo>
                  <a:close/>
                </a:path>
                <a:path w="162560" h="276225">
                  <a:moveTo>
                    <a:pt x="92697" y="40462"/>
                  </a:moveTo>
                  <a:lnTo>
                    <a:pt x="92608" y="39611"/>
                  </a:lnTo>
                  <a:lnTo>
                    <a:pt x="92049" y="39166"/>
                  </a:lnTo>
                  <a:lnTo>
                    <a:pt x="91490" y="38709"/>
                  </a:lnTo>
                  <a:lnTo>
                    <a:pt x="90728" y="38785"/>
                  </a:lnTo>
                  <a:lnTo>
                    <a:pt x="90258" y="39370"/>
                  </a:lnTo>
                  <a:lnTo>
                    <a:pt x="89750" y="39903"/>
                  </a:lnTo>
                  <a:lnTo>
                    <a:pt x="89852" y="40728"/>
                  </a:lnTo>
                  <a:lnTo>
                    <a:pt x="90982" y="41630"/>
                  </a:lnTo>
                  <a:lnTo>
                    <a:pt x="91808" y="41541"/>
                  </a:lnTo>
                  <a:lnTo>
                    <a:pt x="92214" y="40995"/>
                  </a:lnTo>
                  <a:lnTo>
                    <a:pt x="92697" y="40462"/>
                  </a:lnTo>
                  <a:close/>
                </a:path>
                <a:path w="162560" h="276225">
                  <a:moveTo>
                    <a:pt x="92976" y="59944"/>
                  </a:moveTo>
                  <a:lnTo>
                    <a:pt x="92049" y="58839"/>
                  </a:lnTo>
                  <a:lnTo>
                    <a:pt x="91147" y="57734"/>
                  </a:lnTo>
                  <a:lnTo>
                    <a:pt x="89547" y="57531"/>
                  </a:lnTo>
                  <a:lnTo>
                    <a:pt x="88417" y="58445"/>
                  </a:lnTo>
                  <a:lnTo>
                    <a:pt x="87337" y="59359"/>
                  </a:lnTo>
                  <a:lnTo>
                    <a:pt x="87147" y="61023"/>
                  </a:lnTo>
                  <a:lnTo>
                    <a:pt x="89001" y="63233"/>
                  </a:lnTo>
                  <a:lnTo>
                    <a:pt x="90614" y="63449"/>
                  </a:lnTo>
                  <a:lnTo>
                    <a:pt x="91732" y="62471"/>
                  </a:lnTo>
                  <a:lnTo>
                    <a:pt x="92862" y="61556"/>
                  </a:lnTo>
                  <a:lnTo>
                    <a:pt x="92976" y="59944"/>
                  </a:lnTo>
                  <a:close/>
                </a:path>
                <a:path w="162560" h="276225">
                  <a:moveTo>
                    <a:pt x="93218" y="46723"/>
                  </a:moveTo>
                  <a:lnTo>
                    <a:pt x="92811" y="46164"/>
                  </a:lnTo>
                  <a:lnTo>
                    <a:pt x="92341" y="45631"/>
                  </a:lnTo>
                  <a:lnTo>
                    <a:pt x="91490" y="45567"/>
                  </a:lnTo>
                  <a:lnTo>
                    <a:pt x="91020" y="45986"/>
                  </a:lnTo>
                  <a:lnTo>
                    <a:pt x="90398" y="46418"/>
                  </a:lnTo>
                  <a:lnTo>
                    <a:pt x="90309" y="47294"/>
                  </a:lnTo>
                  <a:lnTo>
                    <a:pt x="90754" y="47866"/>
                  </a:lnTo>
                  <a:lnTo>
                    <a:pt x="91211" y="48387"/>
                  </a:lnTo>
                  <a:lnTo>
                    <a:pt x="92036" y="48463"/>
                  </a:lnTo>
                  <a:lnTo>
                    <a:pt x="93129" y="47548"/>
                  </a:lnTo>
                  <a:lnTo>
                    <a:pt x="93218" y="46723"/>
                  </a:lnTo>
                  <a:close/>
                </a:path>
                <a:path w="162560" h="276225">
                  <a:moveTo>
                    <a:pt x="93649" y="106387"/>
                  </a:moveTo>
                  <a:lnTo>
                    <a:pt x="93281" y="105791"/>
                  </a:lnTo>
                  <a:lnTo>
                    <a:pt x="92887" y="105181"/>
                  </a:lnTo>
                  <a:lnTo>
                    <a:pt x="92100" y="104965"/>
                  </a:lnTo>
                  <a:lnTo>
                    <a:pt x="91478" y="105308"/>
                  </a:lnTo>
                  <a:lnTo>
                    <a:pt x="90855" y="105702"/>
                  </a:lnTo>
                  <a:lnTo>
                    <a:pt x="90716" y="106451"/>
                  </a:lnTo>
                  <a:lnTo>
                    <a:pt x="91059" y="107061"/>
                  </a:lnTo>
                  <a:lnTo>
                    <a:pt x="91414" y="107657"/>
                  </a:lnTo>
                  <a:lnTo>
                    <a:pt x="92202" y="107899"/>
                  </a:lnTo>
                  <a:lnTo>
                    <a:pt x="93433" y="107149"/>
                  </a:lnTo>
                  <a:lnTo>
                    <a:pt x="93649" y="106387"/>
                  </a:lnTo>
                  <a:close/>
                </a:path>
                <a:path w="162560" h="276225">
                  <a:moveTo>
                    <a:pt x="94094" y="69342"/>
                  </a:moveTo>
                  <a:lnTo>
                    <a:pt x="93294" y="68453"/>
                  </a:lnTo>
                  <a:lnTo>
                    <a:pt x="92532" y="67487"/>
                  </a:lnTo>
                  <a:lnTo>
                    <a:pt x="91211" y="67360"/>
                  </a:lnTo>
                  <a:lnTo>
                    <a:pt x="90284" y="68122"/>
                  </a:lnTo>
                  <a:lnTo>
                    <a:pt x="89357" y="68859"/>
                  </a:lnTo>
                  <a:lnTo>
                    <a:pt x="89217" y="70243"/>
                  </a:lnTo>
                  <a:lnTo>
                    <a:pt x="89954" y="71196"/>
                  </a:lnTo>
                  <a:lnTo>
                    <a:pt x="90703" y="72072"/>
                  </a:lnTo>
                  <a:lnTo>
                    <a:pt x="92049" y="72224"/>
                  </a:lnTo>
                  <a:lnTo>
                    <a:pt x="93040" y="71462"/>
                  </a:lnTo>
                  <a:lnTo>
                    <a:pt x="93954" y="70700"/>
                  </a:lnTo>
                  <a:lnTo>
                    <a:pt x="94094" y="69342"/>
                  </a:lnTo>
                  <a:close/>
                </a:path>
                <a:path w="162560" h="276225">
                  <a:moveTo>
                    <a:pt x="94526" y="80175"/>
                  </a:moveTo>
                  <a:lnTo>
                    <a:pt x="94094" y="79667"/>
                  </a:lnTo>
                  <a:lnTo>
                    <a:pt x="93649" y="79095"/>
                  </a:lnTo>
                  <a:lnTo>
                    <a:pt x="92798" y="79006"/>
                  </a:lnTo>
                  <a:lnTo>
                    <a:pt x="92227" y="79502"/>
                  </a:lnTo>
                  <a:lnTo>
                    <a:pt x="91732" y="79921"/>
                  </a:lnTo>
                  <a:lnTo>
                    <a:pt x="91694" y="80733"/>
                  </a:lnTo>
                  <a:lnTo>
                    <a:pt x="92519" y="81864"/>
                  </a:lnTo>
                  <a:lnTo>
                    <a:pt x="93370" y="81953"/>
                  </a:lnTo>
                  <a:lnTo>
                    <a:pt x="93941" y="81457"/>
                  </a:lnTo>
                  <a:lnTo>
                    <a:pt x="94475" y="81026"/>
                  </a:lnTo>
                  <a:lnTo>
                    <a:pt x="94526" y="80175"/>
                  </a:lnTo>
                  <a:close/>
                </a:path>
                <a:path w="162560" h="276225">
                  <a:moveTo>
                    <a:pt x="94970" y="158407"/>
                  </a:moveTo>
                  <a:lnTo>
                    <a:pt x="94284" y="157137"/>
                  </a:lnTo>
                  <a:lnTo>
                    <a:pt x="93548" y="155917"/>
                  </a:lnTo>
                  <a:lnTo>
                    <a:pt x="91960" y="155511"/>
                  </a:lnTo>
                  <a:lnTo>
                    <a:pt x="90690" y="156210"/>
                  </a:lnTo>
                  <a:lnTo>
                    <a:pt x="89446" y="156984"/>
                  </a:lnTo>
                  <a:lnTo>
                    <a:pt x="89115" y="158546"/>
                  </a:lnTo>
                  <a:lnTo>
                    <a:pt x="89763" y="159804"/>
                  </a:lnTo>
                  <a:lnTo>
                    <a:pt x="90525" y="160997"/>
                  </a:lnTo>
                  <a:lnTo>
                    <a:pt x="92138" y="161442"/>
                  </a:lnTo>
                  <a:lnTo>
                    <a:pt x="93332" y="160667"/>
                  </a:lnTo>
                  <a:lnTo>
                    <a:pt x="94551" y="159981"/>
                  </a:lnTo>
                  <a:lnTo>
                    <a:pt x="94970" y="158407"/>
                  </a:lnTo>
                  <a:close/>
                </a:path>
                <a:path w="162560" h="276225">
                  <a:moveTo>
                    <a:pt x="95161" y="86169"/>
                  </a:moveTo>
                  <a:lnTo>
                    <a:pt x="94488" y="84874"/>
                  </a:lnTo>
                  <a:lnTo>
                    <a:pt x="93687" y="83680"/>
                  </a:lnTo>
                  <a:lnTo>
                    <a:pt x="92087" y="83248"/>
                  </a:lnTo>
                  <a:lnTo>
                    <a:pt x="90893" y="83985"/>
                  </a:lnTo>
                  <a:lnTo>
                    <a:pt x="89662" y="84721"/>
                  </a:lnTo>
                  <a:lnTo>
                    <a:pt x="89268" y="86309"/>
                  </a:lnTo>
                  <a:lnTo>
                    <a:pt x="89992" y="87553"/>
                  </a:lnTo>
                  <a:lnTo>
                    <a:pt x="90716" y="88760"/>
                  </a:lnTo>
                  <a:lnTo>
                    <a:pt x="92341" y="89179"/>
                  </a:lnTo>
                  <a:lnTo>
                    <a:pt x="93535" y="88442"/>
                  </a:lnTo>
                  <a:lnTo>
                    <a:pt x="94780" y="87718"/>
                  </a:lnTo>
                  <a:lnTo>
                    <a:pt x="95161" y="86169"/>
                  </a:lnTo>
                  <a:close/>
                </a:path>
                <a:path w="162560" h="276225">
                  <a:moveTo>
                    <a:pt x="97447" y="73177"/>
                  </a:moveTo>
                  <a:lnTo>
                    <a:pt x="97066" y="72567"/>
                  </a:lnTo>
                  <a:lnTo>
                    <a:pt x="96723" y="71920"/>
                  </a:lnTo>
                  <a:lnTo>
                    <a:pt x="95885" y="71678"/>
                  </a:lnTo>
                  <a:lnTo>
                    <a:pt x="95275" y="72072"/>
                  </a:lnTo>
                  <a:lnTo>
                    <a:pt x="94703" y="72453"/>
                  </a:lnTo>
                  <a:lnTo>
                    <a:pt x="94424" y="73279"/>
                  </a:lnTo>
                  <a:lnTo>
                    <a:pt x="94805" y="73888"/>
                  </a:lnTo>
                  <a:lnTo>
                    <a:pt x="95173" y="74498"/>
                  </a:lnTo>
                  <a:lnTo>
                    <a:pt x="95961" y="74676"/>
                  </a:lnTo>
                  <a:lnTo>
                    <a:pt x="96583" y="74358"/>
                  </a:lnTo>
                  <a:lnTo>
                    <a:pt x="97180" y="74002"/>
                  </a:lnTo>
                  <a:lnTo>
                    <a:pt x="97447" y="73177"/>
                  </a:lnTo>
                  <a:close/>
                </a:path>
                <a:path w="162560" h="276225">
                  <a:moveTo>
                    <a:pt x="103936" y="105778"/>
                  </a:moveTo>
                  <a:lnTo>
                    <a:pt x="103784" y="104444"/>
                  </a:lnTo>
                  <a:lnTo>
                    <a:pt x="101968" y="102895"/>
                  </a:lnTo>
                  <a:lnTo>
                    <a:pt x="100558" y="103047"/>
                  </a:lnTo>
                  <a:lnTo>
                    <a:pt x="99834" y="104000"/>
                  </a:lnTo>
                  <a:lnTo>
                    <a:pt x="99110" y="104902"/>
                  </a:lnTo>
                  <a:lnTo>
                    <a:pt x="99263" y="106260"/>
                  </a:lnTo>
                  <a:lnTo>
                    <a:pt x="100152" y="107010"/>
                  </a:lnTo>
                  <a:lnTo>
                    <a:pt x="101092" y="107696"/>
                  </a:lnTo>
                  <a:lnTo>
                    <a:pt x="102438" y="107619"/>
                  </a:lnTo>
                  <a:lnTo>
                    <a:pt x="103200" y="106743"/>
                  </a:lnTo>
                  <a:lnTo>
                    <a:pt x="103936" y="105778"/>
                  </a:lnTo>
                  <a:close/>
                </a:path>
                <a:path w="162560" h="276225">
                  <a:moveTo>
                    <a:pt x="104063" y="33528"/>
                  </a:moveTo>
                  <a:lnTo>
                    <a:pt x="103974" y="32131"/>
                  </a:lnTo>
                  <a:lnTo>
                    <a:pt x="103073" y="31432"/>
                  </a:lnTo>
                  <a:lnTo>
                    <a:pt x="102146" y="30645"/>
                  </a:lnTo>
                  <a:lnTo>
                    <a:pt x="100774" y="30759"/>
                  </a:lnTo>
                  <a:lnTo>
                    <a:pt x="100063" y="31737"/>
                  </a:lnTo>
                  <a:lnTo>
                    <a:pt x="99263" y="32651"/>
                  </a:lnTo>
                  <a:lnTo>
                    <a:pt x="99402" y="33997"/>
                  </a:lnTo>
                  <a:lnTo>
                    <a:pt x="101269" y="35560"/>
                  </a:lnTo>
                  <a:lnTo>
                    <a:pt x="102590" y="35382"/>
                  </a:lnTo>
                  <a:lnTo>
                    <a:pt x="103390" y="34442"/>
                  </a:lnTo>
                  <a:lnTo>
                    <a:pt x="104063" y="33528"/>
                  </a:lnTo>
                  <a:close/>
                </a:path>
                <a:path w="162560" h="276225">
                  <a:moveTo>
                    <a:pt x="107188" y="75133"/>
                  </a:moveTo>
                  <a:lnTo>
                    <a:pt x="106413" y="74295"/>
                  </a:lnTo>
                  <a:lnTo>
                    <a:pt x="105664" y="73367"/>
                  </a:lnTo>
                  <a:lnTo>
                    <a:pt x="104317" y="73190"/>
                  </a:lnTo>
                  <a:lnTo>
                    <a:pt x="103416" y="73901"/>
                  </a:lnTo>
                  <a:lnTo>
                    <a:pt x="102476" y="74701"/>
                  </a:lnTo>
                  <a:lnTo>
                    <a:pt x="102362" y="76034"/>
                  </a:lnTo>
                  <a:lnTo>
                    <a:pt x="103847" y="77927"/>
                  </a:lnTo>
                  <a:lnTo>
                    <a:pt x="105206" y="78054"/>
                  </a:lnTo>
                  <a:lnTo>
                    <a:pt x="106159" y="77292"/>
                  </a:lnTo>
                  <a:lnTo>
                    <a:pt x="107035" y="76504"/>
                  </a:lnTo>
                  <a:lnTo>
                    <a:pt x="107188" y="75133"/>
                  </a:lnTo>
                  <a:close/>
                </a:path>
                <a:path w="162560" h="276225">
                  <a:moveTo>
                    <a:pt x="108000" y="170281"/>
                  </a:moveTo>
                  <a:lnTo>
                    <a:pt x="106781" y="168236"/>
                  </a:lnTo>
                  <a:lnTo>
                    <a:pt x="105511" y="167906"/>
                  </a:lnTo>
                  <a:lnTo>
                    <a:pt x="104508" y="168516"/>
                  </a:lnTo>
                  <a:lnTo>
                    <a:pt x="103492" y="169151"/>
                  </a:lnTo>
                  <a:lnTo>
                    <a:pt x="103098" y="170446"/>
                  </a:lnTo>
                  <a:lnTo>
                    <a:pt x="103695" y="171437"/>
                  </a:lnTo>
                  <a:lnTo>
                    <a:pt x="104355" y="172389"/>
                  </a:lnTo>
                  <a:lnTo>
                    <a:pt x="105638" y="172796"/>
                  </a:lnTo>
                  <a:lnTo>
                    <a:pt x="106616" y="172199"/>
                  </a:lnTo>
                  <a:lnTo>
                    <a:pt x="107619" y="171551"/>
                  </a:lnTo>
                  <a:lnTo>
                    <a:pt x="108000" y="170281"/>
                  </a:lnTo>
                  <a:close/>
                </a:path>
                <a:path w="162560" h="276225">
                  <a:moveTo>
                    <a:pt x="136563" y="15303"/>
                  </a:moveTo>
                  <a:lnTo>
                    <a:pt x="135801" y="14465"/>
                  </a:lnTo>
                  <a:lnTo>
                    <a:pt x="135051" y="13512"/>
                  </a:lnTo>
                  <a:lnTo>
                    <a:pt x="133718" y="13385"/>
                  </a:lnTo>
                  <a:lnTo>
                    <a:pt x="132778" y="14147"/>
                  </a:lnTo>
                  <a:lnTo>
                    <a:pt x="131914" y="14846"/>
                  </a:lnTo>
                  <a:lnTo>
                    <a:pt x="131749" y="16230"/>
                  </a:lnTo>
                  <a:lnTo>
                    <a:pt x="132537" y="17119"/>
                  </a:lnTo>
                  <a:lnTo>
                    <a:pt x="133261" y="17983"/>
                  </a:lnTo>
                  <a:lnTo>
                    <a:pt x="134594" y="18135"/>
                  </a:lnTo>
                  <a:lnTo>
                    <a:pt x="136359" y="16624"/>
                  </a:lnTo>
                  <a:lnTo>
                    <a:pt x="136563" y="15303"/>
                  </a:lnTo>
                  <a:close/>
                </a:path>
                <a:path w="162560" h="276225">
                  <a:moveTo>
                    <a:pt x="148488" y="3429"/>
                  </a:moveTo>
                  <a:lnTo>
                    <a:pt x="148348" y="1790"/>
                  </a:lnTo>
                  <a:lnTo>
                    <a:pt x="146151" y="0"/>
                  </a:lnTo>
                  <a:lnTo>
                    <a:pt x="144475" y="177"/>
                  </a:lnTo>
                  <a:lnTo>
                    <a:pt x="143637" y="1282"/>
                  </a:lnTo>
                  <a:lnTo>
                    <a:pt x="142697" y="2374"/>
                  </a:lnTo>
                  <a:lnTo>
                    <a:pt x="142862" y="3975"/>
                  </a:lnTo>
                  <a:lnTo>
                    <a:pt x="143967" y="4902"/>
                  </a:lnTo>
                  <a:lnTo>
                    <a:pt x="145072" y="5854"/>
                  </a:lnTo>
                  <a:lnTo>
                    <a:pt x="146735" y="5600"/>
                  </a:lnTo>
                  <a:lnTo>
                    <a:pt x="147624" y="4559"/>
                  </a:lnTo>
                  <a:lnTo>
                    <a:pt x="148488" y="3429"/>
                  </a:lnTo>
                  <a:close/>
                </a:path>
                <a:path w="162560" h="276225">
                  <a:moveTo>
                    <a:pt x="162458" y="27965"/>
                  </a:moveTo>
                  <a:lnTo>
                    <a:pt x="161239" y="25933"/>
                  </a:lnTo>
                  <a:lnTo>
                    <a:pt x="159931" y="25565"/>
                  </a:lnTo>
                  <a:lnTo>
                    <a:pt x="158915" y="26174"/>
                  </a:lnTo>
                  <a:lnTo>
                    <a:pt x="157886" y="26771"/>
                  </a:lnTo>
                  <a:lnTo>
                    <a:pt x="157543" y="28105"/>
                  </a:lnTo>
                  <a:lnTo>
                    <a:pt x="158127" y="29210"/>
                  </a:lnTo>
                  <a:lnTo>
                    <a:pt x="158775" y="30137"/>
                  </a:lnTo>
                  <a:lnTo>
                    <a:pt x="160096" y="30530"/>
                  </a:lnTo>
                  <a:lnTo>
                    <a:pt x="162140" y="29248"/>
                  </a:lnTo>
                  <a:lnTo>
                    <a:pt x="162458" y="27965"/>
                  </a:lnTo>
                  <a:close/>
                </a:path>
              </a:pathLst>
            </a:custGeom>
            <a:solidFill>
              <a:srgbClr val="044D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3469119" y="8373001"/>
              <a:ext cx="184785" cy="323850"/>
            </a:xfrm>
            <a:custGeom>
              <a:avLst/>
              <a:gdLst/>
              <a:ahLst/>
              <a:cxnLst/>
              <a:rect l="l" t="t" r="r" b="b"/>
              <a:pathLst>
                <a:path w="184785" h="323850">
                  <a:moveTo>
                    <a:pt x="4902" y="153149"/>
                  </a:moveTo>
                  <a:lnTo>
                    <a:pt x="3340" y="151244"/>
                  </a:lnTo>
                  <a:lnTo>
                    <a:pt x="2019" y="151091"/>
                  </a:lnTo>
                  <a:lnTo>
                    <a:pt x="1054" y="151879"/>
                  </a:lnTo>
                  <a:lnTo>
                    <a:pt x="101" y="152628"/>
                  </a:lnTo>
                  <a:lnTo>
                    <a:pt x="0" y="154025"/>
                  </a:lnTo>
                  <a:lnTo>
                    <a:pt x="1485" y="155917"/>
                  </a:lnTo>
                  <a:lnTo>
                    <a:pt x="2870" y="156006"/>
                  </a:lnTo>
                  <a:lnTo>
                    <a:pt x="3810" y="155257"/>
                  </a:lnTo>
                  <a:lnTo>
                    <a:pt x="4775" y="154482"/>
                  </a:lnTo>
                  <a:lnTo>
                    <a:pt x="4902" y="153149"/>
                  </a:lnTo>
                  <a:close/>
                </a:path>
                <a:path w="184785" h="323850">
                  <a:moveTo>
                    <a:pt x="25285" y="286766"/>
                  </a:moveTo>
                  <a:lnTo>
                    <a:pt x="24511" y="285546"/>
                  </a:lnTo>
                  <a:lnTo>
                    <a:pt x="23723" y="284340"/>
                  </a:lnTo>
                  <a:lnTo>
                    <a:pt x="22161" y="283933"/>
                  </a:lnTo>
                  <a:lnTo>
                    <a:pt x="20942" y="284708"/>
                  </a:lnTo>
                  <a:lnTo>
                    <a:pt x="19634" y="285470"/>
                  </a:lnTo>
                  <a:lnTo>
                    <a:pt x="19304" y="287070"/>
                  </a:lnTo>
                  <a:lnTo>
                    <a:pt x="20091" y="288290"/>
                  </a:lnTo>
                  <a:lnTo>
                    <a:pt x="20916" y="289521"/>
                  </a:lnTo>
                  <a:lnTo>
                    <a:pt x="22491" y="289890"/>
                  </a:lnTo>
                  <a:lnTo>
                    <a:pt x="23660" y="289153"/>
                  </a:lnTo>
                  <a:lnTo>
                    <a:pt x="24892" y="288404"/>
                  </a:lnTo>
                  <a:lnTo>
                    <a:pt x="25285" y="286766"/>
                  </a:lnTo>
                  <a:close/>
                </a:path>
                <a:path w="184785" h="323850">
                  <a:moveTo>
                    <a:pt x="36512" y="107340"/>
                  </a:moveTo>
                  <a:lnTo>
                    <a:pt x="35852" y="106591"/>
                  </a:lnTo>
                  <a:lnTo>
                    <a:pt x="35191" y="105956"/>
                  </a:lnTo>
                  <a:lnTo>
                    <a:pt x="34086" y="105930"/>
                  </a:lnTo>
                  <a:lnTo>
                    <a:pt x="33413" y="106514"/>
                  </a:lnTo>
                  <a:lnTo>
                    <a:pt x="32689" y="107188"/>
                  </a:lnTo>
                  <a:lnTo>
                    <a:pt x="32626" y="108305"/>
                  </a:lnTo>
                  <a:lnTo>
                    <a:pt x="33299" y="108991"/>
                  </a:lnTo>
                  <a:lnTo>
                    <a:pt x="33947" y="109702"/>
                  </a:lnTo>
                  <a:lnTo>
                    <a:pt x="35013" y="109753"/>
                  </a:lnTo>
                  <a:lnTo>
                    <a:pt x="35763" y="109105"/>
                  </a:lnTo>
                  <a:lnTo>
                    <a:pt x="36423" y="108394"/>
                  </a:lnTo>
                  <a:lnTo>
                    <a:pt x="36512" y="107340"/>
                  </a:lnTo>
                  <a:close/>
                </a:path>
                <a:path w="184785" h="323850">
                  <a:moveTo>
                    <a:pt x="41275" y="142303"/>
                  </a:moveTo>
                  <a:lnTo>
                    <a:pt x="40792" y="141478"/>
                  </a:lnTo>
                  <a:lnTo>
                    <a:pt x="40208" y="140690"/>
                  </a:lnTo>
                  <a:lnTo>
                    <a:pt x="39204" y="140373"/>
                  </a:lnTo>
                  <a:lnTo>
                    <a:pt x="38392" y="140944"/>
                  </a:lnTo>
                  <a:lnTo>
                    <a:pt x="37553" y="141401"/>
                  </a:lnTo>
                  <a:lnTo>
                    <a:pt x="37325" y="142481"/>
                  </a:lnTo>
                  <a:lnTo>
                    <a:pt x="38341" y="144145"/>
                  </a:lnTo>
                  <a:lnTo>
                    <a:pt x="39395" y="144411"/>
                  </a:lnTo>
                  <a:lnTo>
                    <a:pt x="40182" y="143891"/>
                  </a:lnTo>
                  <a:lnTo>
                    <a:pt x="41021" y="143370"/>
                  </a:lnTo>
                  <a:lnTo>
                    <a:pt x="41275" y="142303"/>
                  </a:lnTo>
                  <a:close/>
                </a:path>
                <a:path w="184785" h="323850">
                  <a:moveTo>
                    <a:pt x="42164" y="108343"/>
                  </a:moveTo>
                  <a:lnTo>
                    <a:pt x="41224" y="107302"/>
                  </a:lnTo>
                  <a:lnTo>
                    <a:pt x="40233" y="106248"/>
                  </a:lnTo>
                  <a:lnTo>
                    <a:pt x="38582" y="106184"/>
                  </a:lnTo>
                  <a:lnTo>
                    <a:pt x="37503" y="107111"/>
                  </a:lnTo>
                  <a:lnTo>
                    <a:pt x="36449" y="108153"/>
                  </a:lnTo>
                  <a:lnTo>
                    <a:pt x="36398" y="109728"/>
                  </a:lnTo>
                  <a:lnTo>
                    <a:pt x="38303" y="111874"/>
                  </a:lnTo>
                  <a:lnTo>
                    <a:pt x="39966" y="111912"/>
                  </a:lnTo>
                  <a:lnTo>
                    <a:pt x="41033" y="110921"/>
                  </a:lnTo>
                  <a:lnTo>
                    <a:pt x="42075" y="110007"/>
                  </a:lnTo>
                  <a:lnTo>
                    <a:pt x="42164" y="108343"/>
                  </a:lnTo>
                  <a:close/>
                </a:path>
                <a:path w="184785" h="323850">
                  <a:moveTo>
                    <a:pt x="49847" y="101993"/>
                  </a:moveTo>
                  <a:lnTo>
                    <a:pt x="48996" y="101142"/>
                  </a:lnTo>
                  <a:lnTo>
                    <a:pt x="48196" y="100241"/>
                  </a:lnTo>
                  <a:lnTo>
                    <a:pt x="46850" y="100164"/>
                  </a:lnTo>
                  <a:lnTo>
                    <a:pt x="45974" y="100965"/>
                  </a:lnTo>
                  <a:lnTo>
                    <a:pt x="45072" y="101752"/>
                  </a:lnTo>
                  <a:lnTo>
                    <a:pt x="45008" y="103149"/>
                  </a:lnTo>
                  <a:lnTo>
                    <a:pt x="45808" y="104063"/>
                  </a:lnTo>
                  <a:lnTo>
                    <a:pt x="46659" y="104914"/>
                  </a:lnTo>
                  <a:lnTo>
                    <a:pt x="48006" y="104978"/>
                  </a:lnTo>
                  <a:lnTo>
                    <a:pt x="49796" y="103390"/>
                  </a:lnTo>
                  <a:lnTo>
                    <a:pt x="49847" y="101993"/>
                  </a:lnTo>
                  <a:close/>
                </a:path>
                <a:path w="184785" h="323850">
                  <a:moveTo>
                    <a:pt x="50965" y="152908"/>
                  </a:moveTo>
                  <a:lnTo>
                    <a:pt x="50342" y="151879"/>
                  </a:lnTo>
                  <a:lnTo>
                    <a:pt x="49707" y="150914"/>
                  </a:lnTo>
                  <a:lnTo>
                    <a:pt x="48336" y="150571"/>
                  </a:lnTo>
                  <a:lnTo>
                    <a:pt x="47409" y="151244"/>
                  </a:lnTo>
                  <a:lnTo>
                    <a:pt x="46380" y="151892"/>
                  </a:lnTo>
                  <a:lnTo>
                    <a:pt x="46101" y="153187"/>
                  </a:lnTo>
                  <a:lnTo>
                    <a:pt x="46672" y="154190"/>
                  </a:lnTo>
                  <a:lnTo>
                    <a:pt x="47332" y="155168"/>
                  </a:lnTo>
                  <a:lnTo>
                    <a:pt x="48628" y="155435"/>
                  </a:lnTo>
                  <a:lnTo>
                    <a:pt x="49618" y="154851"/>
                  </a:lnTo>
                  <a:lnTo>
                    <a:pt x="50634" y="154266"/>
                  </a:lnTo>
                  <a:lnTo>
                    <a:pt x="50965" y="152908"/>
                  </a:lnTo>
                  <a:close/>
                </a:path>
                <a:path w="184785" h="323850">
                  <a:moveTo>
                    <a:pt x="51562" y="279590"/>
                  </a:moveTo>
                  <a:lnTo>
                    <a:pt x="50927" y="278549"/>
                  </a:lnTo>
                  <a:lnTo>
                    <a:pt x="50279" y="277571"/>
                  </a:lnTo>
                  <a:lnTo>
                    <a:pt x="48933" y="277266"/>
                  </a:lnTo>
                  <a:lnTo>
                    <a:pt x="47942" y="277901"/>
                  </a:lnTo>
                  <a:lnTo>
                    <a:pt x="46913" y="278498"/>
                  </a:lnTo>
                  <a:lnTo>
                    <a:pt x="46596" y="279844"/>
                  </a:lnTo>
                  <a:lnTo>
                    <a:pt x="47205" y="280898"/>
                  </a:lnTo>
                  <a:lnTo>
                    <a:pt x="47853" y="281889"/>
                  </a:lnTo>
                  <a:lnTo>
                    <a:pt x="49237" y="282219"/>
                  </a:lnTo>
                  <a:lnTo>
                    <a:pt x="50215" y="281622"/>
                  </a:lnTo>
                  <a:lnTo>
                    <a:pt x="51231" y="280962"/>
                  </a:lnTo>
                  <a:lnTo>
                    <a:pt x="51562" y="279590"/>
                  </a:lnTo>
                  <a:close/>
                </a:path>
                <a:path w="184785" h="323850">
                  <a:moveTo>
                    <a:pt x="56692" y="91884"/>
                  </a:moveTo>
                  <a:lnTo>
                    <a:pt x="56197" y="91325"/>
                  </a:lnTo>
                  <a:lnTo>
                    <a:pt x="55676" y="90868"/>
                  </a:lnTo>
                  <a:lnTo>
                    <a:pt x="54927" y="90779"/>
                  </a:lnTo>
                  <a:lnTo>
                    <a:pt x="54368" y="91262"/>
                  </a:lnTo>
                  <a:lnTo>
                    <a:pt x="53848" y="91808"/>
                  </a:lnTo>
                  <a:lnTo>
                    <a:pt x="53835" y="92633"/>
                  </a:lnTo>
                  <a:lnTo>
                    <a:pt x="54305" y="93154"/>
                  </a:lnTo>
                  <a:lnTo>
                    <a:pt x="54787" y="93687"/>
                  </a:lnTo>
                  <a:lnTo>
                    <a:pt x="55613" y="93675"/>
                  </a:lnTo>
                  <a:lnTo>
                    <a:pt x="56108" y="93218"/>
                  </a:lnTo>
                  <a:lnTo>
                    <a:pt x="56642" y="92697"/>
                  </a:lnTo>
                  <a:lnTo>
                    <a:pt x="56692" y="91884"/>
                  </a:lnTo>
                  <a:close/>
                </a:path>
                <a:path w="184785" h="323850">
                  <a:moveTo>
                    <a:pt x="57200" y="105130"/>
                  </a:moveTo>
                  <a:lnTo>
                    <a:pt x="56261" y="104063"/>
                  </a:lnTo>
                  <a:lnTo>
                    <a:pt x="55283" y="102984"/>
                  </a:lnTo>
                  <a:lnTo>
                    <a:pt x="53644" y="102946"/>
                  </a:lnTo>
                  <a:lnTo>
                    <a:pt x="52527" y="103924"/>
                  </a:lnTo>
                  <a:lnTo>
                    <a:pt x="51460" y="104940"/>
                  </a:lnTo>
                  <a:lnTo>
                    <a:pt x="51422" y="106514"/>
                  </a:lnTo>
                  <a:lnTo>
                    <a:pt x="52412" y="107594"/>
                  </a:lnTo>
                  <a:lnTo>
                    <a:pt x="53365" y="108686"/>
                  </a:lnTo>
                  <a:lnTo>
                    <a:pt x="54991" y="108762"/>
                  </a:lnTo>
                  <a:lnTo>
                    <a:pt x="57137" y="106781"/>
                  </a:lnTo>
                  <a:lnTo>
                    <a:pt x="57200" y="105130"/>
                  </a:lnTo>
                  <a:close/>
                </a:path>
                <a:path w="184785" h="323850">
                  <a:moveTo>
                    <a:pt x="59728" y="158584"/>
                  </a:moveTo>
                  <a:lnTo>
                    <a:pt x="59334" y="157695"/>
                  </a:lnTo>
                  <a:lnTo>
                    <a:pt x="58864" y="156870"/>
                  </a:lnTo>
                  <a:lnTo>
                    <a:pt x="57772" y="156603"/>
                  </a:lnTo>
                  <a:lnTo>
                    <a:pt x="56946" y="157010"/>
                  </a:lnTo>
                  <a:lnTo>
                    <a:pt x="56083" y="157505"/>
                  </a:lnTo>
                  <a:lnTo>
                    <a:pt x="55753" y="158559"/>
                  </a:lnTo>
                  <a:lnTo>
                    <a:pt x="56222" y="159372"/>
                  </a:lnTo>
                  <a:lnTo>
                    <a:pt x="56705" y="160235"/>
                  </a:lnTo>
                  <a:lnTo>
                    <a:pt x="57772" y="160528"/>
                  </a:lnTo>
                  <a:lnTo>
                    <a:pt x="58547" y="160108"/>
                  </a:lnTo>
                  <a:lnTo>
                    <a:pt x="59423" y="159639"/>
                  </a:lnTo>
                  <a:lnTo>
                    <a:pt x="59728" y="158584"/>
                  </a:lnTo>
                  <a:close/>
                </a:path>
                <a:path w="184785" h="323850">
                  <a:moveTo>
                    <a:pt x="60198" y="125437"/>
                  </a:moveTo>
                  <a:lnTo>
                    <a:pt x="58369" y="123164"/>
                  </a:lnTo>
                  <a:lnTo>
                    <a:pt x="56705" y="123012"/>
                  </a:lnTo>
                  <a:lnTo>
                    <a:pt x="55587" y="123952"/>
                  </a:lnTo>
                  <a:lnTo>
                    <a:pt x="54470" y="124853"/>
                  </a:lnTo>
                  <a:lnTo>
                    <a:pt x="54546" y="124129"/>
                  </a:lnTo>
                  <a:lnTo>
                    <a:pt x="53987" y="123317"/>
                  </a:lnTo>
                  <a:lnTo>
                    <a:pt x="53340" y="122618"/>
                  </a:lnTo>
                  <a:lnTo>
                    <a:pt x="52197" y="122466"/>
                  </a:lnTo>
                  <a:lnTo>
                    <a:pt x="51498" y="123063"/>
                  </a:lnTo>
                  <a:lnTo>
                    <a:pt x="50736" y="123698"/>
                  </a:lnTo>
                  <a:lnTo>
                    <a:pt x="50596" y="124815"/>
                  </a:lnTo>
                  <a:lnTo>
                    <a:pt x="51231" y="125577"/>
                  </a:lnTo>
                  <a:lnTo>
                    <a:pt x="51828" y="126276"/>
                  </a:lnTo>
                  <a:lnTo>
                    <a:pt x="52908" y="126415"/>
                  </a:lnTo>
                  <a:lnTo>
                    <a:pt x="53721" y="125831"/>
                  </a:lnTo>
                  <a:lnTo>
                    <a:pt x="54419" y="125209"/>
                  </a:lnTo>
                  <a:lnTo>
                    <a:pt x="54279" y="126492"/>
                  </a:lnTo>
                  <a:lnTo>
                    <a:pt x="55206" y="127647"/>
                  </a:lnTo>
                  <a:lnTo>
                    <a:pt x="56134" y="128739"/>
                  </a:lnTo>
                  <a:lnTo>
                    <a:pt x="57797" y="128879"/>
                  </a:lnTo>
                  <a:lnTo>
                    <a:pt x="58826" y="128016"/>
                  </a:lnTo>
                  <a:lnTo>
                    <a:pt x="60058" y="127025"/>
                  </a:lnTo>
                  <a:lnTo>
                    <a:pt x="60198" y="125437"/>
                  </a:lnTo>
                  <a:close/>
                </a:path>
                <a:path w="184785" h="323850">
                  <a:moveTo>
                    <a:pt x="61963" y="153416"/>
                  </a:moveTo>
                  <a:lnTo>
                    <a:pt x="61315" y="152400"/>
                  </a:lnTo>
                  <a:lnTo>
                    <a:pt x="60680" y="151345"/>
                  </a:lnTo>
                  <a:lnTo>
                    <a:pt x="59334" y="151066"/>
                  </a:lnTo>
                  <a:lnTo>
                    <a:pt x="58331" y="151714"/>
                  </a:lnTo>
                  <a:lnTo>
                    <a:pt x="57302" y="152374"/>
                  </a:lnTo>
                  <a:lnTo>
                    <a:pt x="56984" y="153695"/>
                  </a:lnTo>
                  <a:lnTo>
                    <a:pt x="57670" y="154698"/>
                  </a:lnTo>
                  <a:lnTo>
                    <a:pt x="58305" y="155727"/>
                  </a:lnTo>
                  <a:lnTo>
                    <a:pt x="59613" y="156057"/>
                  </a:lnTo>
                  <a:lnTo>
                    <a:pt x="60617" y="155371"/>
                  </a:lnTo>
                  <a:lnTo>
                    <a:pt x="61722" y="154749"/>
                  </a:lnTo>
                  <a:lnTo>
                    <a:pt x="61963" y="153416"/>
                  </a:lnTo>
                  <a:close/>
                </a:path>
                <a:path w="184785" h="323850">
                  <a:moveTo>
                    <a:pt x="62115" y="143891"/>
                  </a:moveTo>
                  <a:lnTo>
                    <a:pt x="61328" y="142608"/>
                  </a:lnTo>
                  <a:lnTo>
                    <a:pt x="60515" y="141439"/>
                  </a:lnTo>
                  <a:lnTo>
                    <a:pt x="59004" y="141109"/>
                  </a:lnTo>
                  <a:lnTo>
                    <a:pt x="57746" y="141808"/>
                  </a:lnTo>
                  <a:lnTo>
                    <a:pt x="56451" y="142595"/>
                  </a:lnTo>
                  <a:lnTo>
                    <a:pt x="56184" y="144157"/>
                  </a:lnTo>
                  <a:lnTo>
                    <a:pt x="56870" y="145465"/>
                  </a:lnTo>
                  <a:lnTo>
                    <a:pt x="57619" y="146659"/>
                  </a:lnTo>
                  <a:lnTo>
                    <a:pt x="59283" y="147053"/>
                  </a:lnTo>
                  <a:lnTo>
                    <a:pt x="61785" y="145465"/>
                  </a:lnTo>
                  <a:lnTo>
                    <a:pt x="62115" y="143891"/>
                  </a:lnTo>
                  <a:close/>
                </a:path>
                <a:path w="184785" h="323850">
                  <a:moveTo>
                    <a:pt x="64020" y="130733"/>
                  </a:moveTo>
                  <a:lnTo>
                    <a:pt x="63233" y="129514"/>
                  </a:lnTo>
                  <a:lnTo>
                    <a:pt x="62445" y="129324"/>
                  </a:lnTo>
                  <a:lnTo>
                    <a:pt x="61861" y="129705"/>
                  </a:lnTo>
                  <a:lnTo>
                    <a:pt x="61239" y="130098"/>
                  </a:lnTo>
                  <a:lnTo>
                    <a:pt x="61074" y="130937"/>
                  </a:lnTo>
                  <a:lnTo>
                    <a:pt x="61429" y="131495"/>
                  </a:lnTo>
                  <a:lnTo>
                    <a:pt x="61810" y="132118"/>
                  </a:lnTo>
                  <a:lnTo>
                    <a:pt x="62598" y="132334"/>
                  </a:lnTo>
                  <a:lnTo>
                    <a:pt x="63169" y="131978"/>
                  </a:lnTo>
                  <a:lnTo>
                    <a:pt x="63842" y="131584"/>
                  </a:lnTo>
                  <a:lnTo>
                    <a:pt x="64020" y="130733"/>
                  </a:lnTo>
                  <a:close/>
                </a:path>
                <a:path w="184785" h="323850">
                  <a:moveTo>
                    <a:pt x="65011" y="161010"/>
                  </a:moveTo>
                  <a:lnTo>
                    <a:pt x="64300" y="159702"/>
                  </a:lnTo>
                  <a:lnTo>
                    <a:pt x="63639" y="158432"/>
                  </a:lnTo>
                  <a:lnTo>
                    <a:pt x="62052" y="157949"/>
                  </a:lnTo>
                  <a:lnTo>
                    <a:pt x="60794" y="158623"/>
                  </a:lnTo>
                  <a:lnTo>
                    <a:pt x="59550" y="159296"/>
                  </a:lnTo>
                  <a:lnTo>
                    <a:pt x="59042" y="160896"/>
                  </a:lnTo>
                  <a:lnTo>
                    <a:pt x="59740" y="162179"/>
                  </a:lnTo>
                  <a:lnTo>
                    <a:pt x="60210" y="163068"/>
                  </a:lnTo>
                  <a:lnTo>
                    <a:pt x="59486" y="162941"/>
                  </a:lnTo>
                  <a:lnTo>
                    <a:pt x="58877" y="163296"/>
                  </a:lnTo>
                  <a:lnTo>
                    <a:pt x="58254" y="163690"/>
                  </a:lnTo>
                  <a:lnTo>
                    <a:pt x="58102" y="164503"/>
                  </a:lnTo>
                  <a:lnTo>
                    <a:pt x="58432" y="165087"/>
                  </a:lnTo>
                  <a:lnTo>
                    <a:pt x="58839" y="165696"/>
                  </a:lnTo>
                  <a:lnTo>
                    <a:pt x="59677" y="165874"/>
                  </a:lnTo>
                  <a:lnTo>
                    <a:pt x="60248" y="165544"/>
                  </a:lnTo>
                  <a:lnTo>
                    <a:pt x="60858" y="165150"/>
                  </a:lnTo>
                  <a:lnTo>
                    <a:pt x="61061" y="164287"/>
                  </a:lnTo>
                  <a:lnTo>
                    <a:pt x="60655" y="163715"/>
                  </a:lnTo>
                  <a:lnTo>
                    <a:pt x="60515" y="163474"/>
                  </a:lnTo>
                  <a:lnTo>
                    <a:pt x="61963" y="163931"/>
                  </a:lnTo>
                  <a:lnTo>
                    <a:pt x="64516" y="162572"/>
                  </a:lnTo>
                  <a:lnTo>
                    <a:pt x="65011" y="161010"/>
                  </a:lnTo>
                  <a:close/>
                </a:path>
                <a:path w="184785" h="323850">
                  <a:moveTo>
                    <a:pt x="69659" y="169824"/>
                  </a:moveTo>
                  <a:lnTo>
                    <a:pt x="68872" y="168338"/>
                  </a:lnTo>
                  <a:lnTo>
                    <a:pt x="68122" y="166827"/>
                  </a:lnTo>
                  <a:lnTo>
                    <a:pt x="66306" y="166281"/>
                  </a:lnTo>
                  <a:lnTo>
                    <a:pt x="64770" y="167081"/>
                  </a:lnTo>
                  <a:lnTo>
                    <a:pt x="63334" y="167843"/>
                  </a:lnTo>
                  <a:lnTo>
                    <a:pt x="62750" y="169710"/>
                  </a:lnTo>
                  <a:lnTo>
                    <a:pt x="63525" y="171157"/>
                  </a:lnTo>
                  <a:lnTo>
                    <a:pt x="64325" y="172732"/>
                  </a:lnTo>
                  <a:lnTo>
                    <a:pt x="66192" y="173253"/>
                  </a:lnTo>
                  <a:lnTo>
                    <a:pt x="67652" y="172440"/>
                  </a:lnTo>
                  <a:lnTo>
                    <a:pt x="69113" y="171665"/>
                  </a:lnTo>
                  <a:lnTo>
                    <a:pt x="69659" y="169824"/>
                  </a:lnTo>
                  <a:close/>
                </a:path>
                <a:path w="184785" h="323850">
                  <a:moveTo>
                    <a:pt x="74371" y="160909"/>
                  </a:moveTo>
                  <a:lnTo>
                    <a:pt x="73774" y="159893"/>
                  </a:lnTo>
                  <a:lnTo>
                    <a:pt x="73088" y="158877"/>
                  </a:lnTo>
                  <a:lnTo>
                    <a:pt x="72326" y="158724"/>
                  </a:lnTo>
                  <a:lnTo>
                    <a:pt x="72580" y="158572"/>
                  </a:lnTo>
                  <a:lnTo>
                    <a:pt x="73621" y="158013"/>
                  </a:lnTo>
                  <a:lnTo>
                    <a:pt x="73977" y="156730"/>
                  </a:lnTo>
                  <a:lnTo>
                    <a:pt x="73431" y="155702"/>
                  </a:lnTo>
                  <a:lnTo>
                    <a:pt x="72885" y="154635"/>
                  </a:lnTo>
                  <a:lnTo>
                    <a:pt x="71539" y="154254"/>
                  </a:lnTo>
                  <a:lnTo>
                    <a:pt x="70497" y="154787"/>
                  </a:lnTo>
                  <a:lnTo>
                    <a:pt x="69481" y="155321"/>
                  </a:lnTo>
                  <a:lnTo>
                    <a:pt x="69075" y="156679"/>
                  </a:lnTo>
                  <a:lnTo>
                    <a:pt x="70180" y="158813"/>
                  </a:lnTo>
                  <a:lnTo>
                    <a:pt x="70980" y="159042"/>
                  </a:lnTo>
                  <a:lnTo>
                    <a:pt x="70713" y="159194"/>
                  </a:lnTo>
                  <a:lnTo>
                    <a:pt x="69697" y="159854"/>
                  </a:lnTo>
                  <a:lnTo>
                    <a:pt x="69405" y="161163"/>
                  </a:lnTo>
                  <a:lnTo>
                    <a:pt x="70650" y="163220"/>
                  </a:lnTo>
                  <a:lnTo>
                    <a:pt x="72009" y="163499"/>
                  </a:lnTo>
                  <a:lnTo>
                    <a:pt x="73050" y="162928"/>
                  </a:lnTo>
                  <a:lnTo>
                    <a:pt x="74053" y="162267"/>
                  </a:lnTo>
                  <a:lnTo>
                    <a:pt x="74371" y="160909"/>
                  </a:lnTo>
                  <a:close/>
                </a:path>
                <a:path w="184785" h="323850">
                  <a:moveTo>
                    <a:pt x="75463" y="123075"/>
                  </a:moveTo>
                  <a:lnTo>
                    <a:pt x="74536" y="121970"/>
                  </a:lnTo>
                  <a:lnTo>
                    <a:pt x="73647" y="120815"/>
                  </a:lnTo>
                  <a:lnTo>
                    <a:pt x="72275" y="120700"/>
                  </a:lnTo>
                  <a:lnTo>
                    <a:pt x="72313" y="119634"/>
                  </a:lnTo>
                  <a:lnTo>
                    <a:pt x="70726" y="117843"/>
                  </a:lnTo>
                  <a:lnTo>
                    <a:pt x="69316" y="117779"/>
                  </a:lnTo>
                  <a:lnTo>
                    <a:pt x="68453" y="118554"/>
                  </a:lnTo>
                  <a:lnTo>
                    <a:pt x="67551" y="119405"/>
                  </a:lnTo>
                  <a:lnTo>
                    <a:pt x="67513" y="120738"/>
                  </a:lnTo>
                  <a:lnTo>
                    <a:pt x="68300" y="121691"/>
                  </a:lnTo>
                  <a:lnTo>
                    <a:pt x="69100" y="122516"/>
                  </a:lnTo>
                  <a:lnTo>
                    <a:pt x="69684" y="122555"/>
                  </a:lnTo>
                  <a:lnTo>
                    <a:pt x="69583" y="124155"/>
                  </a:lnTo>
                  <a:lnTo>
                    <a:pt x="70472" y="125272"/>
                  </a:lnTo>
                  <a:lnTo>
                    <a:pt x="71424" y="126415"/>
                  </a:lnTo>
                  <a:lnTo>
                    <a:pt x="73050" y="126593"/>
                  </a:lnTo>
                  <a:lnTo>
                    <a:pt x="74180" y="125691"/>
                  </a:lnTo>
                  <a:lnTo>
                    <a:pt x="75285" y="124777"/>
                  </a:lnTo>
                  <a:lnTo>
                    <a:pt x="75463" y="123075"/>
                  </a:lnTo>
                  <a:close/>
                </a:path>
                <a:path w="184785" h="323850">
                  <a:moveTo>
                    <a:pt x="75742" y="109816"/>
                  </a:moveTo>
                  <a:lnTo>
                    <a:pt x="75285" y="109245"/>
                  </a:lnTo>
                  <a:lnTo>
                    <a:pt x="74815" y="108712"/>
                  </a:lnTo>
                  <a:lnTo>
                    <a:pt x="74028" y="108559"/>
                  </a:lnTo>
                  <a:lnTo>
                    <a:pt x="73482" y="109080"/>
                  </a:lnTo>
                  <a:lnTo>
                    <a:pt x="72885" y="109499"/>
                  </a:lnTo>
                  <a:lnTo>
                    <a:pt x="72783" y="110337"/>
                  </a:lnTo>
                  <a:lnTo>
                    <a:pt x="73228" y="110934"/>
                  </a:lnTo>
                  <a:lnTo>
                    <a:pt x="73685" y="111442"/>
                  </a:lnTo>
                  <a:lnTo>
                    <a:pt x="74549" y="111518"/>
                  </a:lnTo>
                  <a:lnTo>
                    <a:pt x="75107" y="111074"/>
                  </a:lnTo>
                  <a:lnTo>
                    <a:pt x="75666" y="110578"/>
                  </a:lnTo>
                  <a:lnTo>
                    <a:pt x="75742" y="109816"/>
                  </a:lnTo>
                  <a:close/>
                </a:path>
                <a:path w="184785" h="323850">
                  <a:moveTo>
                    <a:pt x="76949" y="143573"/>
                  </a:moveTo>
                  <a:lnTo>
                    <a:pt x="76479" y="143027"/>
                  </a:lnTo>
                  <a:lnTo>
                    <a:pt x="76034" y="142430"/>
                  </a:lnTo>
                  <a:lnTo>
                    <a:pt x="75196" y="142341"/>
                  </a:lnTo>
                  <a:lnTo>
                    <a:pt x="74663" y="142798"/>
                  </a:lnTo>
                  <a:lnTo>
                    <a:pt x="74104" y="143256"/>
                  </a:lnTo>
                  <a:lnTo>
                    <a:pt x="74066" y="144068"/>
                  </a:lnTo>
                  <a:lnTo>
                    <a:pt x="74460" y="144640"/>
                  </a:lnTo>
                  <a:lnTo>
                    <a:pt x="74879" y="145199"/>
                  </a:lnTo>
                  <a:lnTo>
                    <a:pt x="75742" y="145300"/>
                  </a:lnTo>
                  <a:lnTo>
                    <a:pt x="76314" y="144805"/>
                  </a:lnTo>
                  <a:lnTo>
                    <a:pt x="76847" y="144386"/>
                  </a:lnTo>
                  <a:lnTo>
                    <a:pt x="76949" y="143573"/>
                  </a:lnTo>
                  <a:close/>
                </a:path>
                <a:path w="184785" h="323850">
                  <a:moveTo>
                    <a:pt x="77939" y="181876"/>
                  </a:moveTo>
                  <a:lnTo>
                    <a:pt x="77597" y="181203"/>
                  </a:lnTo>
                  <a:lnTo>
                    <a:pt x="77279" y="180581"/>
                  </a:lnTo>
                  <a:lnTo>
                    <a:pt x="76428" y="180365"/>
                  </a:lnTo>
                  <a:lnTo>
                    <a:pt x="75844" y="180708"/>
                  </a:lnTo>
                  <a:lnTo>
                    <a:pt x="75234" y="181013"/>
                  </a:lnTo>
                  <a:lnTo>
                    <a:pt x="74942" y="181851"/>
                  </a:lnTo>
                  <a:lnTo>
                    <a:pt x="75298" y="182499"/>
                  </a:lnTo>
                  <a:lnTo>
                    <a:pt x="75692" y="183095"/>
                  </a:lnTo>
                  <a:lnTo>
                    <a:pt x="76428" y="183337"/>
                  </a:lnTo>
                  <a:lnTo>
                    <a:pt x="77698" y="182689"/>
                  </a:lnTo>
                  <a:lnTo>
                    <a:pt x="77939" y="181876"/>
                  </a:lnTo>
                  <a:close/>
                </a:path>
                <a:path w="184785" h="323850">
                  <a:moveTo>
                    <a:pt x="79629" y="171081"/>
                  </a:moveTo>
                  <a:lnTo>
                    <a:pt x="79044" y="170014"/>
                  </a:lnTo>
                  <a:lnTo>
                    <a:pt x="78422" y="168960"/>
                  </a:lnTo>
                  <a:lnTo>
                    <a:pt x="77139" y="168592"/>
                  </a:lnTo>
                  <a:lnTo>
                    <a:pt x="76098" y="169113"/>
                  </a:lnTo>
                  <a:lnTo>
                    <a:pt x="75006" y="169710"/>
                  </a:lnTo>
                  <a:lnTo>
                    <a:pt x="74587" y="171018"/>
                  </a:lnTo>
                  <a:lnTo>
                    <a:pt x="75742" y="173151"/>
                  </a:lnTo>
                  <a:lnTo>
                    <a:pt x="77101" y="173482"/>
                  </a:lnTo>
                  <a:lnTo>
                    <a:pt x="78143" y="172986"/>
                  </a:lnTo>
                  <a:lnTo>
                    <a:pt x="79184" y="172427"/>
                  </a:lnTo>
                  <a:lnTo>
                    <a:pt x="79629" y="171081"/>
                  </a:lnTo>
                  <a:close/>
                </a:path>
                <a:path w="184785" h="323850">
                  <a:moveTo>
                    <a:pt x="80391" y="161607"/>
                  </a:moveTo>
                  <a:lnTo>
                    <a:pt x="79667" y="160312"/>
                  </a:lnTo>
                  <a:lnTo>
                    <a:pt x="78981" y="159016"/>
                  </a:lnTo>
                  <a:lnTo>
                    <a:pt x="77431" y="158559"/>
                  </a:lnTo>
                  <a:lnTo>
                    <a:pt x="76149" y="159270"/>
                  </a:lnTo>
                  <a:lnTo>
                    <a:pt x="74891" y="159918"/>
                  </a:lnTo>
                  <a:lnTo>
                    <a:pt x="74422" y="161480"/>
                  </a:lnTo>
                  <a:lnTo>
                    <a:pt x="75158" y="162750"/>
                  </a:lnTo>
                  <a:lnTo>
                    <a:pt x="75819" y="164058"/>
                  </a:lnTo>
                  <a:lnTo>
                    <a:pt x="77355" y="164541"/>
                  </a:lnTo>
                  <a:lnTo>
                    <a:pt x="78625" y="163906"/>
                  </a:lnTo>
                  <a:lnTo>
                    <a:pt x="79933" y="163118"/>
                  </a:lnTo>
                  <a:lnTo>
                    <a:pt x="80391" y="161607"/>
                  </a:lnTo>
                  <a:close/>
                </a:path>
                <a:path w="184785" h="323850">
                  <a:moveTo>
                    <a:pt x="84721" y="150837"/>
                  </a:moveTo>
                  <a:lnTo>
                    <a:pt x="84213" y="150012"/>
                  </a:lnTo>
                  <a:lnTo>
                    <a:pt x="83743" y="149148"/>
                  </a:lnTo>
                  <a:lnTo>
                    <a:pt x="83070" y="149021"/>
                  </a:lnTo>
                  <a:lnTo>
                    <a:pt x="83210" y="148602"/>
                  </a:lnTo>
                  <a:lnTo>
                    <a:pt x="82829" y="148056"/>
                  </a:lnTo>
                  <a:lnTo>
                    <a:pt x="82499" y="147421"/>
                  </a:lnTo>
                  <a:lnTo>
                    <a:pt x="81762" y="147193"/>
                  </a:lnTo>
                  <a:lnTo>
                    <a:pt x="81051" y="147497"/>
                  </a:lnTo>
                  <a:lnTo>
                    <a:pt x="80479" y="147828"/>
                  </a:lnTo>
                  <a:lnTo>
                    <a:pt x="80213" y="148602"/>
                  </a:lnTo>
                  <a:lnTo>
                    <a:pt x="80556" y="149237"/>
                  </a:lnTo>
                  <a:lnTo>
                    <a:pt x="80899" y="149885"/>
                  </a:lnTo>
                  <a:lnTo>
                    <a:pt x="81026" y="149923"/>
                  </a:lnTo>
                  <a:lnTo>
                    <a:pt x="80772" y="150964"/>
                  </a:lnTo>
                  <a:lnTo>
                    <a:pt x="81229" y="151777"/>
                  </a:lnTo>
                  <a:lnTo>
                    <a:pt x="81699" y="152628"/>
                  </a:lnTo>
                  <a:lnTo>
                    <a:pt x="82791" y="152869"/>
                  </a:lnTo>
                  <a:lnTo>
                    <a:pt x="84416" y="151853"/>
                  </a:lnTo>
                  <a:lnTo>
                    <a:pt x="84721" y="150837"/>
                  </a:lnTo>
                  <a:close/>
                </a:path>
                <a:path w="184785" h="323850">
                  <a:moveTo>
                    <a:pt x="87718" y="231000"/>
                  </a:moveTo>
                  <a:lnTo>
                    <a:pt x="86182" y="229069"/>
                  </a:lnTo>
                  <a:lnTo>
                    <a:pt x="84810" y="228904"/>
                  </a:lnTo>
                  <a:lnTo>
                    <a:pt x="83870" y="229717"/>
                  </a:lnTo>
                  <a:lnTo>
                    <a:pt x="82918" y="230441"/>
                  </a:lnTo>
                  <a:lnTo>
                    <a:pt x="82791" y="231876"/>
                  </a:lnTo>
                  <a:lnTo>
                    <a:pt x="83527" y="232803"/>
                  </a:lnTo>
                  <a:lnTo>
                    <a:pt x="84315" y="233756"/>
                  </a:lnTo>
                  <a:lnTo>
                    <a:pt x="85648" y="233883"/>
                  </a:lnTo>
                  <a:lnTo>
                    <a:pt x="86652" y="233108"/>
                  </a:lnTo>
                  <a:lnTo>
                    <a:pt x="87604" y="232283"/>
                  </a:lnTo>
                  <a:lnTo>
                    <a:pt x="87718" y="231000"/>
                  </a:lnTo>
                  <a:close/>
                </a:path>
                <a:path w="184785" h="323850">
                  <a:moveTo>
                    <a:pt x="87960" y="129108"/>
                  </a:moveTo>
                  <a:lnTo>
                    <a:pt x="87071" y="127990"/>
                  </a:lnTo>
                  <a:lnTo>
                    <a:pt x="86182" y="126822"/>
                  </a:lnTo>
                  <a:lnTo>
                    <a:pt x="84531" y="126707"/>
                  </a:lnTo>
                  <a:lnTo>
                    <a:pt x="83413" y="127558"/>
                  </a:lnTo>
                  <a:lnTo>
                    <a:pt x="82334" y="128524"/>
                  </a:lnTo>
                  <a:lnTo>
                    <a:pt x="82435" y="127762"/>
                  </a:lnTo>
                  <a:lnTo>
                    <a:pt x="81153" y="126301"/>
                  </a:lnTo>
                  <a:lnTo>
                    <a:pt x="80086" y="126199"/>
                  </a:lnTo>
                  <a:lnTo>
                    <a:pt x="79362" y="126771"/>
                  </a:lnTo>
                  <a:lnTo>
                    <a:pt x="78638" y="127406"/>
                  </a:lnTo>
                  <a:lnTo>
                    <a:pt x="78524" y="128511"/>
                  </a:lnTo>
                  <a:lnTo>
                    <a:pt x="79108" y="129235"/>
                  </a:lnTo>
                  <a:lnTo>
                    <a:pt x="79768" y="129984"/>
                  </a:lnTo>
                  <a:lnTo>
                    <a:pt x="80860" y="130060"/>
                  </a:lnTo>
                  <a:lnTo>
                    <a:pt x="81546" y="129514"/>
                  </a:lnTo>
                  <a:lnTo>
                    <a:pt x="82270" y="128854"/>
                  </a:lnTo>
                  <a:lnTo>
                    <a:pt x="82194" y="130136"/>
                  </a:lnTo>
                  <a:lnTo>
                    <a:pt x="83058" y="131292"/>
                  </a:lnTo>
                  <a:lnTo>
                    <a:pt x="83985" y="132346"/>
                  </a:lnTo>
                  <a:lnTo>
                    <a:pt x="85636" y="132537"/>
                  </a:lnTo>
                  <a:lnTo>
                    <a:pt x="86715" y="131610"/>
                  </a:lnTo>
                  <a:lnTo>
                    <a:pt x="87795" y="130721"/>
                  </a:lnTo>
                  <a:lnTo>
                    <a:pt x="87960" y="129108"/>
                  </a:lnTo>
                  <a:close/>
                </a:path>
                <a:path w="184785" h="323850">
                  <a:moveTo>
                    <a:pt x="89725" y="138544"/>
                  </a:moveTo>
                  <a:lnTo>
                    <a:pt x="88214" y="136664"/>
                  </a:lnTo>
                  <a:lnTo>
                    <a:pt x="86829" y="136499"/>
                  </a:lnTo>
                  <a:lnTo>
                    <a:pt x="85940" y="137274"/>
                  </a:lnTo>
                  <a:lnTo>
                    <a:pt x="84975" y="138036"/>
                  </a:lnTo>
                  <a:lnTo>
                    <a:pt x="84823" y="139420"/>
                  </a:lnTo>
                  <a:lnTo>
                    <a:pt x="85636" y="140347"/>
                  </a:lnTo>
                  <a:lnTo>
                    <a:pt x="86321" y="141300"/>
                  </a:lnTo>
                  <a:lnTo>
                    <a:pt x="87718" y="141414"/>
                  </a:lnTo>
                  <a:lnTo>
                    <a:pt x="88684" y="140665"/>
                  </a:lnTo>
                  <a:lnTo>
                    <a:pt x="89623" y="139852"/>
                  </a:lnTo>
                  <a:lnTo>
                    <a:pt x="89725" y="138544"/>
                  </a:lnTo>
                  <a:close/>
                </a:path>
                <a:path w="184785" h="323850">
                  <a:moveTo>
                    <a:pt x="90030" y="152984"/>
                  </a:moveTo>
                  <a:lnTo>
                    <a:pt x="89357" y="151726"/>
                  </a:lnTo>
                  <a:lnTo>
                    <a:pt x="88519" y="150520"/>
                  </a:lnTo>
                  <a:lnTo>
                    <a:pt x="86969" y="150114"/>
                  </a:lnTo>
                  <a:lnTo>
                    <a:pt x="85725" y="150888"/>
                  </a:lnTo>
                  <a:lnTo>
                    <a:pt x="84518" y="151549"/>
                  </a:lnTo>
                  <a:lnTo>
                    <a:pt x="84099" y="153149"/>
                  </a:lnTo>
                  <a:lnTo>
                    <a:pt x="84823" y="154393"/>
                  </a:lnTo>
                  <a:lnTo>
                    <a:pt x="85572" y="155600"/>
                  </a:lnTo>
                  <a:lnTo>
                    <a:pt x="87160" y="156006"/>
                  </a:lnTo>
                  <a:lnTo>
                    <a:pt x="88392" y="155308"/>
                  </a:lnTo>
                  <a:lnTo>
                    <a:pt x="89598" y="154546"/>
                  </a:lnTo>
                  <a:lnTo>
                    <a:pt x="90030" y="152984"/>
                  </a:lnTo>
                  <a:close/>
                </a:path>
                <a:path w="184785" h="323850">
                  <a:moveTo>
                    <a:pt x="91401" y="179387"/>
                  </a:moveTo>
                  <a:lnTo>
                    <a:pt x="90843" y="178308"/>
                  </a:lnTo>
                  <a:lnTo>
                    <a:pt x="90284" y="177292"/>
                  </a:lnTo>
                  <a:lnTo>
                    <a:pt x="88963" y="176872"/>
                  </a:lnTo>
                  <a:lnTo>
                    <a:pt x="87922" y="177431"/>
                  </a:lnTo>
                  <a:lnTo>
                    <a:pt x="86829" y="178015"/>
                  </a:lnTo>
                  <a:lnTo>
                    <a:pt x="86474" y="179336"/>
                  </a:lnTo>
                  <a:lnTo>
                    <a:pt x="87020" y="180378"/>
                  </a:lnTo>
                  <a:lnTo>
                    <a:pt x="87591" y="181419"/>
                  </a:lnTo>
                  <a:lnTo>
                    <a:pt x="88849" y="181851"/>
                  </a:lnTo>
                  <a:lnTo>
                    <a:pt x="90017" y="181241"/>
                  </a:lnTo>
                  <a:lnTo>
                    <a:pt x="91046" y="180695"/>
                  </a:lnTo>
                  <a:lnTo>
                    <a:pt x="91401" y="179387"/>
                  </a:lnTo>
                  <a:close/>
                </a:path>
                <a:path w="184785" h="323850">
                  <a:moveTo>
                    <a:pt x="93980" y="161607"/>
                  </a:moveTo>
                  <a:lnTo>
                    <a:pt x="93459" y="160578"/>
                  </a:lnTo>
                  <a:lnTo>
                    <a:pt x="92824" y="159600"/>
                  </a:lnTo>
                  <a:lnTo>
                    <a:pt x="91516" y="159245"/>
                  </a:lnTo>
                  <a:lnTo>
                    <a:pt x="90512" y="159804"/>
                  </a:lnTo>
                  <a:lnTo>
                    <a:pt x="89496" y="160413"/>
                  </a:lnTo>
                  <a:lnTo>
                    <a:pt x="89230" y="161734"/>
                  </a:lnTo>
                  <a:lnTo>
                    <a:pt x="89776" y="162788"/>
                  </a:lnTo>
                  <a:lnTo>
                    <a:pt x="90347" y="163741"/>
                  </a:lnTo>
                  <a:lnTo>
                    <a:pt x="91681" y="164033"/>
                  </a:lnTo>
                  <a:lnTo>
                    <a:pt x="92710" y="163474"/>
                  </a:lnTo>
                  <a:lnTo>
                    <a:pt x="93713" y="162877"/>
                  </a:lnTo>
                  <a:lnTo>
                    <a:pt x="93980" y="161607"/>
                  </a:lnTo>
                  <a:close/>
                </a:path>
                <a:path w="184785" h="323850">
                  <a:moveTo>
                    <a:pt x="94259" y="320598"/>
                  </a:moveTo>
                  <a:lnTo>
                    <a:pt x="92735" y="318719"/>
                  </a:lnTo>
                  <a:lnTo>
                    <a:pt x="91338" y="318604"/>
                  </a:lnTo>
                  <a:lnTo>
                    <a:pt x="90449" y="319366"/>
                  </a:lnTo>
                  <a:lnTo>
                    <a:pt x="89522" y="320116"/>
                  </a:lnTo>
                  <a:lnTo>
                    <a:pt x="89433" y="321462"/>
                  </a:lnTo>
                  <a:lnTo>
                    <a:pt x="90131" y="322376"/>
                  </a:lnTo>
                  <a:lnTo>
                    <a:pt x="90881" y="323329"/>
                  </a:lnTo>
                  <a:lnTo>
                    <a:pt x="92265" y="323481"/>
                  </a:lnTo>
                  <a:lnTo>
                    <a:pt x="93230" y="322643"/>
                  </a:lnTo>
                  <a:lnTo>
                    <a:pt x="94132" y="321932"/>
                  </a:lnTo>
                  <a:lnTo>
                    <a:pt x="94259" y="320598"/>
                  </a:lnTo>
                  <a:close/>
                </a:path>
                <a:path w="184785" h="323850">
                  <a:moveTo>
                    <a:pt x="95948" y="123228"/>
                  </a:moveTo>
                  <a:lnTo>
                    <a:pt x="94462" y="121323"/>
                  </a:lnTo>
                  <a:lnTo>
                    <a:pt x="93091" y="121208"/>
                  </a:lnTo>
                  <a:lnTo>
                    <a:pt x="92138" y="121970"/>
                  </a:lnTo>
                  <a:lnTo>
                    <a:pt x="91249" y="122694"/>
                  </a:lnTo>
                  <a:lnTo>
                    <a:pt x="91122" y="124091"/>
                  </a:lnTo>
                  <a:lnTo>
                    <a:pt x="91897" y="125018"/>
                  </a:lnTo>
                  <a:lnTo>
                    <a:pt x="92621" y="125971"/>
                  </a:lnTo>
                  <a:lnTo>
                    <a:pt x="93954" y="126072"/>
                  </a:lnTo>
                  <a:lnTo>
                    <a:pt x="94932" y="125310"/>
                  </a:lnTo>
                  <a:lnTo>
                    <a:pt x="95783" y="124561"/>
                  </a:lnTo>
                  <a:lnTo>
                    <a:pt x="95948" y="123228"/>
                  </a:lnTo>
                  <a:close/>
                </a:path>
                <a:path w="184785" h="323850">
                  <a:moveTo>
                    <a:pt x="98806" y="148374"/>
                  </a:moveTo>
                  <a:lnTo>
                    <a:pt x="98171" y="147370"/>
                  </a:lnTo>
                  <a:lnTo>
                    <a:pt x="97586" y="146316"/>
                  </a:lnTo>
                  <a:lnTo>
                    <a:pt x="96227" y="145999"/>
                  </a:lnTo>
                  <a:lnTo>
                    <a:pt x="95237" y="146608"/>
                  </a:lnTo>
                  <a:lnTo>
                    <a:pt x="94234" y="147205"/>
                  </a:lnTo>
                  <a:lnTo>
                    <a:pt x="93840" y="148513"/>
                  </a:lnTo>
                  <a:lnTo>
                    <a:pt x="94475" y="149555"/>
                  </a:lnTo>
                  <a:lnTo>
                    <a:pt x="95059" y="150558"/>
                  </a:lnTo>
                  <a:lnTo>
                    <a:pt x="96342" y="150926"/>
                  </a:lnTo>
                  <a:lnTo>
                    <a:pt x="97447" y="150329"/>
                  </a:lnTo>
                  <a:lnTo>
                    <a:pt x="98437" y="149669"/>
                  </a:lnTo>
                  <a:lnTo>
                    <a:pt x="98806" y="148374"/>
                  </a:lnTo>
                  <a:close/>
                </a:path>
                <a:path w="184785" h="323850">
                  <a:moveTo>
                    <a:pt x="101854" y="217182"/>
                  </a:moveTo>
                  <a:lnTo>
                    <a:pt x="101079" y="216255"/>
                  </a:lnTo>
                  <a:lnTo>
                    <a:pt x="100380" y="215379"/>
                  </a:lnTo>
                  <a:lnTo>
                    <a:pt x="99034" y="215188"/>
                  </a:lnTo>
                  <a:lnTo>
                    <a:pt x="98158" y="215963"/>
                  </a:lnTo>
                  <a:lnTo>
                    <a:pt x="97243" y="216738"/>
                  </a:lnTo>
                  <a:lnTo>
                    <a:pt x="97066" y="218071"/>
                  </a:lnTo>
                  <a:lnTo>
                    <a:pt x="97828" y="218897"/>
                  </a:lnTo>
                  <a:lnTo>
                    <a:pt x="98564" y="219849"/>
                  </a:lnTo>
                  <a:lnTo>
                    <a:pt x="99885" y="219964"/>
                  </a:lnTo>
                  <a:lnTo>
                    <a:pt x="100850" y="219240"/>
                  </a:lnTo>
                  <a:lnTo>
                    <a:pt x="101727" y="218503"/>
                  </a:lnTo>
                  <a:lnTo>
                    <a:pt x="101854" y="217182"/>
                  </a:lnTo>
                  <a:close/>
                </a:path>
                <a:path w="184785" h="323850">
                  <a:moveTo>
                    <a:pt x="103339" y="113563"/>
                  </a:moveTo>
                  <a:lnTo>
                    <a:pt x="102908" y="112941"/>
                  </a:lnTo>
                  <a:lnTo>
                    <a:pt x="102438" y="112407"/>
                  </a:lnTo>
                  <a:lnTo>
                    <a:pt x="101638" y="112293"/>
                  </a:lnTo>
                  <a:lnTo>
                    <a:pt x="101079" y="112776"/>
                  </a:lnTo>
                  <a:lnTo>
                    <a:pt x="100533" y="113233"/>
                  </a:lnTo>
                  <a:lnTo>
                    <a:pt x="100469" y="114058"/>
                  </a:lnTo>
                  <a:lnTo>
                    <a:pt x="100901" y="114630"/>
                  </a:lnTo>
                  <a:lnTo>
                    <a:pt x="101384" y="115189"/>
                  </a:lnTo>
                  <a:lnTo>
                    <a:pt x="102146" y="115277"/>
                  </a:lnTo>
                  <a:lnTo>
                    <a:pt x="102743" y="114820"/>
                  </a:lnTo>
                  <a:lnTo>
                    <a:pt x="103314" y="114363"/>
                  </a:lnTo>
                  <a:lnTo>
                    <a:pt x="103339" y="113563"/>
                  </a:lnTo>
                  <a:close/>
                </a:path>
                <a:path w="184785" h="323850">
                  <a:moveTo>
                    <a:pt x="103771" y="173164"/>
                  </a:moveTo>
                  <a:lnTo>
                    <a:pt x="103416" y="172516"/>
                  </a:lnTo>
                  <a:lnTo>
                    <a:pt x="103047" y="171983"/>
                  </a:lnTo>
                  <a:lnTo>
                    <a:pt x="102285" y="171767"/>
                  </a:lnTo>
                  <a:lnTo>
                    <a:pt x="101638" y="172085"/>
                  </a:lnTo>
                  <a:lnTo>
                    <a:pt x="100977" y="172466"/>
                  </a:lnTo>
                  <a:lnTo>
                    <a:pt x="100799" y="173266"/>
                  </a:lnTo>
                  <a:lnTo>
                    <a:pt x="101130" y="173888"/>
                  </a:lnTo>
                  <a:lnTo>
                    <a:pt x="101561" y="174523"/>
                  </a:lnTo>
                  <a:lnTo>
                    <a:pt x="102298" y="174713"/>
                  </a:lnTo>
                  <a:lnTo>
                    <a:pt x="102946" y="174345"/>
                  </a:lnTo>
                  <a:lnTo>
                    <a:pt x="103555" y="173951"/>
                  </a:lnTo>
                  <a:lnTo>
                    <a:pt x="103771" y="173164"/>
                  </a:lnTo>
                  <a:close/>
                </a:path>
                <a:path w="184785" h="323850">
                  <a:moveTo>
                    <a:pt x="104178" y="136144"/>
                  </a:moveTo>
                  <a:lnTo>
                    <a:pt x="102704" y="134277"/>
                  </a:lnTo>
                  <a:lnTo>
                    <a:pt x="101282" y="134188"/>
                  </a:lnTo>
                  <a:lnTo>
                    <a:pt x="100380" y="134924"/>
                  </a:lnTo>
                  <a:lnTo>
                    <a:pt x="99453" y="135699"/>
                  </a:lnTo>
                  <a:lnTo>
                    <a:pt x="99364" y="137007"/>
                  </a:lnTo>
                  <a:lnTo>
                    <a:pt x="100114" y="137960"/>
                  </a:lnTo>
                  <a:lnTo>
                    <a:pt x="100876" y="138899"/>
                  </a:lnTo>
                  <a:lnTo>
                    <a:pt x="102209" y="139026"/>
                  </a:lnTo>
                  <a:lnTo>
                    <a:pt x="103187" y="138239"/>
                  </a:lnTo>
                  <a:lnTo>
                    <a:pt x="104038" y="137490"/>
                  </a:lnTo>
                  <a:lnTo>
                    <a:pt x="104178" y="136144"/>
                  </a:lnTo>
                  <a:close/>
                </a:path>
                <a:path w="184785" h="323850">
                  <a:moveTo>
                    <a:pt x="104902" y="162407"/>
                  </a:moveTo>
                  <a:lnTo>
                    <a:pt x="104317" y="161328"/>
                  </a:lnTo>
                  <a:lnTo>
                    <a:pt x="103759" y="160324"/>
                  </a:lnTo>
                  <a:lnTo>
                    <a:pt x="102438" y="159981"/>
                  </a:lnTo>
                  <a:lnTo>
                    <a:pt x="101384" y="160591"/>
                  </a:lnTo>
                  <a:lnTo>
                    <a:pt x="100368" y="161226"/>
                  </a:lnTo>
                  <a:lnTo>
                    <a:pt x="99999" y="162496"/>
                  </a:lnTo>
                  <a:lnTo>
                    <a:pt x="101206" y="164579"/>
                  </a:lnTo>
                  <a:lnTo>
                    <a:pt x="102577" y="164934"/>
                  </a:lnTo>
                  <a:lnTo>
                    <a:pt x="103543" y="164287"/>
                  </a:lnTo>
                  <a:lnTo>
                    <a:pt x="104648" y="163741"/>
                  </a:lnTo>
                  <a:lnTo>
                    <a:pt x="104902" y="162407"/>
                  </a:lnTo>
                  <a:close/>
                </a:path>
                <a:path w="184785" h="323850">
                  <a:moveTo>
                    <a:pt x="105295" y="152958"/>
                  </a:moveTo>
                  <a:lnTo>
                    <a:pt x="104609" y="151688"/>
                  </a:lnTo>
                  <a:lnTo>
                    <a:pt x="103873" y="150469"/>
                  </a:lnTo>
                  <a:lnTo>
                    <a:pt x="102285" y="150063"/>
                  </a:lnTo>
                  <a:lnTo>
                    <a:pt x="101015" y="150761"/>
                  </a:lnTo>
                  <a:lnTo>
                    <a:pt x="99771" y="151536"/>
                  </a:lnTo>
                  <a:lnTo>
                    <a:pt x="99441" y="153098"/>
                  </a:lnTo>
                  <a:lnTo>
                    <a:pt x="100088" y="154355"/>
                  </a:lnTo>
                  <a:lnTo>
                    <a:pt x="100850" y="155549"/>
                  </a:lnTo>
                  <a:lnTo>
                    <a:pt x="102463" y="155994"/>
                  </a:lnTo>
                  <a:lnTo>
                    <a:pt x="103657" y="155219"/>
                  </a:lnTo>
                  <a:lnTo>
                    <a:pt x="104876" y="154533"/>
                  </a:lnTo>
                  <a:lnTo>
                    <a:pt x="105295" y="152958"/>
                  </a:lnTo>
                  <a:close/>
                </a:path>
                <a:path w="184785" h="323850">
                  <a:moveTo>
                    <a:pt x="107556" y="139979"/>
                  </a:moveTo>
                  <a:lnTo>
                    <a:pt x="107213" y="139357"/>
                  </a:lnTo>
                  <a:lnTo>
                    <a:pt x="106832" y="138734"/>
                  </a:lnTo>
                  <a:lnTo>
                    <a:pt x="106006" y="138518"/>
                  </a:lnTo>
                  <a:lnTo>
                    <a:pt x="105371" y="138899"/>
                  </a:lnTo>
                  <a:lnTo>
                    <a:pt x="104813" y="139204"/>
                  </a:lnTo>
                  <a:lnTo>
                    <a:pt x="104622" y="140004"/>
                  </a:lnTo>
                  <a:lnTo>
                    <a:pt x="104927" y="140639"/>
                  </a:lnTo>
                  <a:lnTo>
                    <a:pt x="105346" y="141274"/>
                  </a:lnTo>
                  <a:lnTo>
                    <a:pt x="106108" y="141465"/>
                  </a:lnTo>
                  <a:lnTo>
                    <a:pt x="106718" y="141147"/>
                  </a:lnTo>
                  <a:lnTo>
                    <a:pt x="107327" y="140754"/>
                  </a:lnTo>
                  <a:lnTo>
                    <a:pt x="107556" y="139979"/>
                  </a:lnTo>
                  <a:close/>
                </a:path>
                <a:path w="184785" h="323850">
                  <a:moveTo>
                    <a:pt x="109880" y="43827"/>
                  </a:moveTo>
                  <a:lnTo>
                    <a:pt x="108800" y="42570"/>
                  </a:lnTo>
                  <a:lnTo>
                    <a:pt x="107721" y="41224"/>
                  </a:lnTo>
                  <a:lnTo>
                    <a:pt x="105778" y="41046"/>
                  </a:lnTo>
                  <a:lnTo>
                    <a:pt x="104495" y="42100"/>
                  </a:lnTo>
                  <a:lnTo>
                    <a:pt x="103174" y="43180"/>
                  </a:lnTo>
                  <a:lnTo>
                    <a:pt x="102984" y="45097"/>
                  </a:lnTo>
                  <a:lnTo>
                    <a:pt x="104038" y="46456"/>
                  </a:lnTo>
                  <a:lnTo>
                    <a:pt x="105168" y="47713"/>
                  </a:lnTo>
                  <a:lnTo>
                    <a:pt x="107022" y="47942"/>
                  </a:lnTo>
                  <a:lnTo>
                    <a:pt x="108394" y="46850"/>
                  </a:lnTo>
                  <a:lnTo>
                    <a:pt x="109639" y="45821"/>
                  </a:lnTo>
                  <a:lnTo>
                    <a:pt x="109880" y="43827"/>
                  </a:lnTo>
                  <a:close/>
                </a:path>
                <a:path w="184785" h="323850">
                  <a:moveTo>
                    <a:pt x="117030" y="170129"/>
                  </a:moveTo>
                  <a:lnTo>
                    <a:pt x="115811" y="168084"/>
                  </a:lnTo>
                  <a:lnTo>
                    <a:pt x="114490" y="167703"/>
                  </a:lnTo>
                  <a:lnTo>
                    <a:pt x="113461" y="168351"/>
                  </a:lnTo>
                  <a:lnTo>
                    <a:pt x="112445" y="168922"/>
                  </a:lnTo>
                  <a:lnTo>
                    <a:pt x="112077" y="170281"/>
                  </a:lnTo>
                  <a:lnTo>
                    <a:pt x="112725" y="171272"/>
                  </a:lnTo>
                  <a:lnTo>
                    <a:pt x="113309" y="172339"/>
                  </a:lnTo>
                  <a:lnTo>
                    <a:pt x="114630" y="172631"/>
                  </a:lnTo>
                  <a:lnTo>
                    <a:pt x="115697" y="172046"/>
                  </a:lnTo>
                  <a:lnTo>
                    <a:pt x="116674" y="171450"/>
                  </a:lnTo>
                  <a:lnTo>
                    <a:pt x="117030" y="170129"/>
                  </a:lnTo>
                  <a:close/>
                </a:path>
                <a:path w="184785" h="323850">
                  <a:moveTo>
                    <a:pt x="117335" y="141960"/>
                  </a:moveTo>
                  <a:lnTo>
                    <a:pt x="116586" y="140982"/>
                  </a:lnTo>
                  <a:lnTo>
                    <a:pt x="115862" y="140081"/>
                  </a:lnTo>
                  <a:lnTo>
                    <a:pt x="114490" y="139928"/>
                  </a:lnTo>
                  <a:lnTo>
                    <a:pt x="113525" y="140703"/>
                  </a:lnTo>
                  <a:lnTo>
                    <a:pt x="112598" y="141478"/>
                  </a:lnTo>
                  <a:lnTo>
                    <a:pt x="112509" y="142824"/>
                  </a:lnTo>
                  <a:lnTo>
                    <a:pt x="113220" y="143789"/>
                  </a:lnTo>
                  <a:lnTo>
                    <a:pt x="113995" y="144691"/>
                  </a:lnTo>
                  <a:lnTo>
                    <a:pt x="115328" y="144792"/>
                  </a:lnTo>
                  <a:lnTo>
                    <a:pt x="116255" y="144068"/>
                  </a:lnTo>
                  <a:lnTo>
                    <a:pt x="117208" y="143306"/>
                  </a:lnTo>
                  <a:lnTo>
                    <a:pt x="117335" y="141960"/>
                  </a:lnTo>
                  <a:close/>
                </a:path>
                <a:path w="184785" h="323850">
                  <a:moveTo>
                    <a:pt x="118668" y="1816"/>
                  </a:moveTo>
                  <a:lnTo>
                    <a:pt x="117894" y="952"/>
                  </a:lnTo>
                  <a:lnTo>
                    <a:pt x="117106" y="88"/>
                  </a:lnTo>
                  <a:lnTo>
                    <a:pt x="115735" y="0"/>
                  </a:lnTo>
                  <a:lnTo>
                    <a:pt x="114884" y="838"/>
                  </a:lnTo>
                  <a:lnTo>
                    <a:pt x="114007" y="1625"/>
                  </a:lnTo>
                  <a:lnTo>
                    <a:pt x="113957" y="2971"/>
                  </a:lnTo>
                  <a:lnTo>
                    <a:pt x="114744" y="3848"/>
                  </a:lnTo>
                  <a:lnTo>
                    <a:pt x="115582" y="4686"/>
                  </a:lnTo>
                  <a:lnTo>
                    <a:pt x="116865" y="4737"/>
                  </a:lnTo>
                  <a:lnTo>
                    <a:pt x="117754" y="3975"/>
                  </a:lnTo>
                  <a:lnTo>
                    <a:pt x="118643" y="3187"/>
                  </a:lnTo>
                  <a:lnTo>
                    <a:pt x="118668" y="1816"/>
                  </a:lnTo>
                  <a:close/>
                </a:path>
                <a:path w="184785" h="323850">
                  <a:moveTo>
                    <a:pt x="134099" y="265404"/>
                  </a:moveTo>
                  <a:lnTo>
                    <a:pt x="132308" y="263207"/>
                  </a:lnTo>
                  <a:lnTo>
                    <a:pt x="130644" y="263067"/>
                  </a:lnTo>
                  <a:lnTo>
                    <a:pt x="129540" y="263969"/>
                  </a:lnTo>
                  <a:lnTo>
                    <a:pt x="128473" y="264845"/>
                  </a:lnTo>
                  <a:lnTo>
                    <a:pt x="128257" y="266560"/>
                  </a:lnTo>
                  <a:lnTo>
                    <a:pt x="130086" y="268668"/>
                  </a:lnTo>
                  <a:lnTo>
                    <a:pt x="131724" y="268897"/>
                  </a:lnTo>
                  <a:lnTo>
                    <a:pt x="132803" y="267982"/>
                  </a:lnTo>
                  <a:lnTo>
                    <a:pt x="133959" y="267042"/>
                  </a:lnTo>
                  <a:lnTo>
                    <a:pt x="134099" y="265404"/>
                  </a:lnTo>
                  <a:close/>
                </a:path>
                <a:path w="184785" h="323850">
                  <a:moveTo>
                    <a:pt x="134708" y="221005"/>
                  </a:moveTo>
                  <a:lnTo>
                    <a:pt x="133896" y="219519"/>
                  </a:lnTo>
                  <a:lnTo>
                    <a:pt x="133032" y="218097"/>
                  </a:lnTo>
                  <a:lnTo>
                    <a:pt x="131203" y="217525"/>
                  </a:lnTo>
                  <a:lnTo>
                    <a:pt x="129717" y="218313"/>
                  </a:lnTo>
                  <a:lnTo>
                    <a:pt x="128282" y="219087"/>
                  </a:lnTo>
                  <a:lnTo>
                    <a:pt x="127736" y="220941"/>
                  </a:lnTo>
                  <a:lnTo>
                    <a:pt x="128511" y="222415"/>
                  </a:lnTo>
                  <a:lnTo>
                    <a:pt x="129349" y="223888"/>
                  </a:lnTo>
                  <a:lnTo>
                    <a:pt x="131152" y="224459"/>
                  </a:lnTo>
                  <a:lnTo>
                    <a:pt x="132600" y="223697"/>
                  </a:lnTo>
                  <a:lnTo>
                    <a:pt x="134124" y="222859"/>
                  </a:lnTo>
                  <a:lnTo>
                    <a:pt x="134708" y="221005"/>
                  </a:lnTo>
                  <a:close/>
                </a:path>
                <a:path w="184785" h="323850">
                  <a:moveTo>
                    <a:pt x="149631" y="173596"/>
                  </a:moveTo>
                  <a:lnTo>
                    <a:pt x="148971" y="172326"/>
                  </a:lnTo>
                  <a:lnTo>
                    <a:pt x="148285" y="171043"/>
                  </a:lnTo>
                  <a:lnTo>
                    <a:pt x="146685" y="170611"/>
                  </a:lnTo>
                  <a:lnTo>
                    <a:pt x="145427" y="171259"/>
                  </a:lnTo>
                  <a:lnTo>
                    <a:pt x="144183" y="171907"/>
                  </a:lnTo>
                  <a:lnTo>
                    <a:pt x="144411" y="171221"/>
                  </a:lnTo>
                  <a:lnTo>
                    <a:pt x="143484" y="169506"/>
                  </a:lnTo>
                  <a:lnTo>
                    <a:pt x="142443" y="169202"/>
                  </a:lnTo>
                  <a:lnTo>
                    <a:pt x="141554" y="169672"/>
                  </a:lnTo>
                  <a:lnTo>
                    <a:pt x="140728" y="170091"/>
                  </a:lnTo>
                  <a:lnTo>
                    <a:pt x="140436" y="171132"/>
                  </a:lnTo>
                  <a:lnTo>
                    <a:pt x="140868" y="172046"/>
                  </a:lnTo>
                  <a:lnTo>
                    <a:pt x="141287" y="172847"/>
                  </a:lnTo>
                  <a:lnTo>
                    <a:pt x="142392" y="173151"/>
                  </a:lnTo>
                  <a:lnTo>
                    <a:pt x="143217" y="172732"/>
                  </a:lnTo>
                  <a:lnTo>
                    <a:pt x="144081" y="172224"/>
                  </a:lnTo>
                  <a:lnTo>
                    <a:pt x="143713" y="173507"/>
                  </a:lnTo>
                  <a:lnTo>
                    <a:pt x="144386" y="174790"/>
                  </a:lnTo>
                  <a:lnTo>
                    <a:pt x="145021" y="176047"/>
                  </a:lnTo>
                  <a:lnTo>
                    <a:pt x="146596" y="176517"/>
                  </a:lnTo>
                  <a:lnTo>
                    <a:pt x="149199" y="175133"/>
                  </a:lnTo>
                  <a:lnTo>
                    <a:pt x="149631" y="173596"/>
                  </a:lnTo>
                  <a:close/>
                </a:path>
                <a:path w="184785" h="323850">
                  <a:moveTo>
                    <a:pt x="158648" y="169329"/>
                  </a:moveTo>
                  <a:lnTo>
                    <a:pt x="158153" y="168287"/>
                  </a:lnTo>
                  <a:lnTo>
                    <a:pt x="157530" y="167246"/>
                  </a:lnTo>
                  <a:lnTo>
                    <a:pt x="156248" y="166814"/>
                  </a:lnTo>
                  <a:lnTo>
                    <a:pt x="155181" y="167424"/>
                  </a:lnTo>
                  <a:lnTo>
                    <a:pt x="154076" y="167957"/>
                  </a:lnTo>
                  <a:lnTo>
                    <a:pt x="153682" y="169252"/>
                  </a:lnTo>
                  <a:lnTo>
                    <a:pt x="154241" y="170332"/>
                  </a:lnTo>
                  <a:lnTo>
                    <a:pt x="154825" y="171411"/>
                  </a:lnTo>
                  <a:lnTo>
                    <a:pt x="156159" y="171780"/>
                  </a:lnTo>
                  <a:lnTo>
                    <a:pt x="157175" y="171208"/>
                  </a:lnTo>
                  <a:lnTo>
                    <a:pt x="158280" y="170675"/>
                  </a:lnTo>
                  <a:lnTo>
                    <a:pt x="158648" y="169329"/>
                  </a:lnTo>
                  <a:close/>
                </a:path>
                <a:path w="184785" h="323850">
                  <a:moveTo>
                    <a:pt x="161391" y="213321"/>
                  </a:moveTo>
                  <a:lnTo>
                    <a:pt x="160667" y="212394"/>
                  </a:lnTo>
                  <a:lnTo>
                    <a:pt x="159893" y="211518"/>
                  </a:lnTo>
                  <a:lnTo>
                    <a:pt x="158559" y="211429"/>
                  </a:lnTo>
                  <a:lnTo>
                    <a:pt x="157683" y="212115"/>
                  </a:lnTo>
                  <a:lnTo>
                    <a:pt x="156756" y="212890"/>
                  </a:lnTo>
                  <a:lnTo>
                    <a:pt x="156629" y="214198"/>
                  </a:lnTo>
                  <a:lnTo>
                    <a:pt x="157365" y="215099"/>
                  </a:lnTo>
                  <a:lnTo>
                    <a:pt x="158089" y="216014"/>
                  </a:lnTo>
                  <a:lnTo>
                    <a:pt x="159410" y="216154"/>
                  </a:lnTo>
                  <a:lnTo>
                    <a:pt x="160362" y="215404"/>
                  </a:lnTo>
                  <a:lnTo>
                    <a:pt x="161251" y="214655"/>
                  </a:lnTo>
                  <a:lnTo>
                    <a:pt x="161391" y="213321"/>
                  </a:lnTo>
                  <a:close/>
                </a:path>
                <a:path w="184785" h="323850">
                  <a:moveTo>
                    <a:pt x="161886" y="105752"/>
                  </a:moveTo>
                  <a:lnTo>
                    <a:pt x="161823" y="104724"/>
                  </a:lnTo>
                  <a:lnTo>
                    <a:pt x="161086" y="104013"/>
                  </a:lnTo>
                  <a:lnTo>
                    <a:pt x="160312" y="103428"/>
                  </a:lnTo>
                  <a:lnTo>
                    <a:pt x="159232" y="103606"/>
                  </a:lnTo>
                  <a:lnTo>
                    <a:pt x="158661" y="104292"/>
                  </a:lnTo>
                  <a:lnTo>
                    <a:pt x="158038" y="105079"/>
                  </a:lnTo>
                  <a:lnTo>
                    <a:pt x="158191" y="106108"/>
                  </a:lnTo>
                  <a:lnTo>
                    <a:pt x="158889" y="106705"/>
                  </a:lnTo>
                  <a:lnTo>
                    <a:pt x="159613" y="107340"/>
                  </a:lnTo>
                  <a:lnTo>
                    <a:pt x="160731" y="107238"/>
                  </a:lnTo>
                  <a:lnTo>
                    <a:pt x="161353" y="106464"/>
                  </a:lnTo>
                  <a:lnTo>
                    <a:pt x="161886" y="105752"/>
                  </a:lnTo>
                  <a:close/>
                </a:path>
                <a:path w="184785" h="323850">
                  <a:moveTo>
                    <a:pt x="162598" y="194475"/>
                  </a:moveTo>
                  <a:lnTo>
                    <a:pt x="161912" y="193205"/>
                  </a:lnTo>
                  <a:lnTo>
                    <a:pt x="161137" y="192976"/>
                  </a:lnTo>
                  <a:lnTo>
                    <a:pt x="160489" y="193306"/>
                  </a:lnTo>
                  <a:lnTo>
                    <a:pt x="159880" y="193662"/>
                  </a:lnTo>
                  <a:lnTo>
                    <a:pt x="159588" y="194475"/>
                  </a:lnTo>
                  <a:lnTo>
                    <a:pt x="160261" y="195719"/>
                  </a:lnTo>
                  <a:lnTo>
                    <a:pt x="161074" y="195999"/>
                  </a:lnTo>
                  <a:lnTo>
                    <a:pt x="161734" y="195643"/>
                  </a:lnTo>
                  <a:lnTo>
                    <a:pt x="162356" y="195249"/>
                  </a:lnTo>
                  <a:lnTo>
                    <a:pt x="162598" y="194475"/>
                  </a:lnTo>
                  <a:close/>
                </a:path>
                <a:path w="184785" h="323850">
                  <a:moveTo>
                    <a:pt x="163766" y="264185"/>
                  </a:moveTo>
                  <a:lnTo>
                    <a:pt x="162966" y="263271"/>
                  </a:lnTo>
                  <a:lnTo>
                    <a:pt x="162166" y="262394"/>
                  </a:lnTo>
                  <a:lnTo>
                    <a:pt x="160756" y="262343"/>
                  </a:lnTo>
                  <a:lnTo>
                    <a:pt x="159931" y="263144"/>
                  </a:lnTo>
                  <a:lnTo>
                    <a:pt x="159029" y="263944"/>
                  </a:lnTo>
                  <a:lnTo>
                    <a:pt x="158978" y="265303"/>
                  </a:lnTo>
                  <a:lnTo>
                    <a:pt x="160616" y="267144"/>
                  </a:lnTo>
                  <a:lnTo>
                    <a:pt x="161950" y="267208"/>
                  </a:lnTo>
                  <a:lnTo>
                    <a:pt x="162877" y="266357"/>
                  </a:lnTo>
                  <a:lnTo>
                    <a:pt x="163715" y="265506"/>
                  </a:lnTo>
                  <a:lnTo>
                    <a:pt x="163766" y="264185"/>
                  </a:lnTo>
                  <a:close/>
                </a:path>
                <a:path w="184785" h="323850">
                  <a:moveTo>
                    <a:pt x="164185" y="183680"/>
                  </a:moveTo>
                  <a:lnTo>
                    <a:pt x="163080" y="181597"/>
                  </a:lnTo>
                  <a:lnTo>
                    <a:pt x="161798" y="181165"/>
                  </a:lnTo>
                  <a:lnTo>
                    <a:pt x="160731" y="181724"/>
                  </a:lnTo>
                  <a:lnTo>
                    <a:pt x="159677" y="182295"/>
                  </a:lnTo>
                  <a:lnTo>
                    <a:pt x="159296" y="183667"/>
                  </a:lnTo>
                  <a:lnTo>
                    <a:pt x="159842" y="184734"/>
                  </a:lnTo>
                  <a:lnTo>
                    <a:pt x="160439" y="185712"/>
                  </a:lnTo>
                  <a:lnTo>
                    <a:pt x="161683" y="186182"/>
                  </a:lnTo>
                  <a:lnTo>
                    <a:pt x="162826" y="185585"/>
                  </a:lnTo>
                  <a:lnTo>
                    <a:pt x="163855" y="185013"/>
                  </a:lnTo>
                  <a:lnTo>
                    <a:pt x="164185" y="183680"/>
                  </a:lnTo>
                  <a:close/>
                </a:path>
                <a:path w="184785" h="323850">
                  <a:moveTo>
                    <a:pt x="165023" y="174218"/>
                  </a:moveTo>
                  <a:lnTo>
                    <a:pt x="164299" y="172961"/>
                  </a:lnTo>
                  <a:lnTo>
                    <a:pt x="163626" y="171716"/>
                  </a:lnTo>
                  <a:lnTo>
                    <a:pt x="162140" y="171183"/>
                  </a:lnTo>
                  <a:lnTo>
                    <a:pt x="160820" y="171881"/>
                  </a:lnTo>
                  <a:lnTo>
                    <a:pt x="159537" y="172580"/>
                  </a:lnTo>
                  <a:lnTo>
                    <a:pt x="159067" y="174104"/>
                  </a:lnTo>
                  <a:lnTo>
                    <a:pt x="160439" y="176657"/>
                  </a:lnTo>
                  <a:lnTo>
                    <a:pt x="161975" y="177139"/>
                  </a:lnTo>
                  <a:lnTo>
                    <a:pt x="164566" y="175818"/>
                  </a:lnTo>
                  <a:lnTo>
                    <a:pt x="165023" y="174218"/>
                  </a:lnTo>
                  <a:close/>
                </a:path>
                <a:path w="184785" h="323850">
                  <a:moveTo>
                    <a:pt x="167055" y="140398"/>
                  </a:moveTo>
                  <a:lnTo>
                    <a:pt x="166471" y="139636"/>
                  </a:lnTo>
                  <a:lnTo>
                    <a:pt x="165823" y="138874"/>
                  </a:lnTo>
                  <a:lnTo>
                    <a:pt x="164757" y="138798"/>
                  </a:lnTo>
                  <a:lnTo>
                    <a:pt x="163995" y="139458"/>
                  </a:lnTo>
                  <a:lnTo>
                    <a:pt x="163245" y="139992"/>
                  </a:lnTo>
                  <a:lnTo>
                    <a:pt x="163182" y="141084"/>
                  </a:lnTo>
                  <a:lnTo>
                    <a:pt x="163779" y="141859"/>
                  </a:lnTo>
                  <a:lnTo>
                    <a:pt x="164376" y="142544"/>
                  </a:lnTo>
                  <a:lnTo>
                    <a:pt x="165481" y="142735"/>
                  </a:lnTo>
                  <a:lnTo>
                    <a:pt x="166179" y="142113"/>
                  </a:lnTo>
                  <a:lnTo>
                    <a:pt x="166928" y="141490"/>
                  </a:lnTo>
                  <a:lnTo>
                    <a:pt x="167055" y="140398"/>
                  </a:lnTo>
                  <a:close/>
                </a:path>
                <a:path w="184785" h="323850">
                  <a:moveTo>
                    <a:pt x="167678" y="106489"/>
                  </a:moveTo>
                  <a:lnTo>
                    <a:pt x="167513" y="104838"/>
                  </a:lnTo>
                  <a:lnTo>
                    <a:pt x="166446" y="103936"/>
                  </a:lnTo>
                  <a:lnTo>
                    <a:pt x="165290" y="103047"/>
                  </a:lnTo>
                  <a:lnTo>
                    <a:pt x="163677" y="103200"/>
                  </a:lnTo>
                  <a:lnTo>
                    <a:pt x="162788" y="104279"/>
                  </a:lnTo>
                  <a:lnTo>
                    <a:pt x="161874" y="105435"/>
                  </a:lnTo>
                  <a:lnTo>
                    <a:pt x="162039" y="107022"/>
                  </a:lnTo>
                  <a:lnTo>
                    <a:pt x="163118" y="107962"/>
                  </a:lnTo>
                  <a:lnTo>
                    <a:pt x="164261" y="108826"/>
                  </a:lnTo>
                  <a:lnTo>
                    <a:pt x="165887" y="108673"/>
                  </a:lnTo>
                  <a:lnTo>
                    <a:pt x="166789" y="107556"/>
                  </a:lnTo>
                  <a:lnTo>
                    <a:pt x="167678" y="106489"/>
                  </a:lnTo>
                  <a:close/>
                </a:path>
                <a:path w="184785" h="323850">
                  <a:moveTo>
                    <a:pt x="174320" y="98793"/>
                  </a:moveTo>
                  <a:lnTo>
                    <a:pt x="174142" y="97472"/>
                  </a:lnTo>
                  <a:lnTo>
                    <a:pt x="173240" y="96723"/>
                  </a:lnTo>
                  <a:lnTo>
                    <a:pt x="172262" y="96024"/>
                  </a:lnTo>
                  <a:lnTo>
                    <a:pt x="170980" y="96100"/>
                  </a:lnTo>
                  <a:lnTo>
                    <a:pt x="170230" y="97066"/>
                  </a:lnTo>
                  <a:lnTo>
                    <a:pt x="169494" y="97993"/>
                  </a:lnTo>
                  <a:lnTo>
                    <a:pt x="169595" y="99352"/>
                  </a:lnTo>
                  <a:lnTo>
                    <a:pt x="170522" y="100101"/>
                  </a:lnTo>
                  <a:lnTo>
                    <a:pt x="171475" y="100812"/>
                  </a:lnTo>
                  <a:lnTo>
                    <a:pt x="172796" y="100698"/>
                  </a:lnTo>
                  <a:lnTo>
                    <a:pt x="173558" y="99822"/>
                  </a:lnTo>
                  <a:lnTo>
                    <a:pt x="174320" y="98793"/>
                  </a:lnTo>
                  <a:close/>
                </a:path>
                <a:path w="184785" h="323850">
                  <a:moveTo>
                    <a:pt x="174637" y="165608"/>
                  </a:moveTo>
                  <a:lnTo>
                    <a:pt x="173901" y="164350"/>
                  </a:lnTo>
                  <a:lnTo>
                    <a:pt x="173253" y="163106"/>
                  </a:lnTo>
                  <a:lnTo>
                    <a:pt x="171602" y="162725"/>
                  </a:lnTo>
                  <a:lnTo>
                    <a:pt x="170357" y="163461"/>
                  </a:lnTo>
                  <a:lnTo>
                    <a:pt x="169189" y="164096"/>
                  </a:lnTo>
                  <a:lnTo>
                    <a:pt x="169367" y="163436"/>
                  </a:lnTo>
                  <a:lnTo>
                    <a:pt x="168897" y="162636"/>
                  </a:lnTo>
                  <a:lnTo>
                    <a:pt x="168351" y="161798"/>
                  </a:lnTo>
                  <a:lnTo>
                    <a:pt x="167271" y="161544"/>
                  </a:lnTo>
                  <a:lnTo>
                    <a:pt x="166509" y="162026"/>
                  </a:lnTo>
                  <a:lnTo>
                    <a:pt x="165671" y="162534"/>
                  </a:lnTo>
                  <a:lnTo>
                    <a:pt x="165392" y="163525"/>
                  </a:lnTo>
                  <a:lnTo>
                    <a:pt x="165925" y="164363"/>
                  </a:lnTo>
                  <a:lnTo>
                    <a:pt x="166433" y="165188"/>
                  </a:lnTo>
                  <a:lnTo>
                    <a:pt x="167373" y="165493"/>
                  </a:lnTo>
                  <a:lnTo>
                    <a:pt x="168236" y="164960"/>
                  </a:lnTo>
                  <a:lnTo>
                    <a:pt x="169049" y="164503"/>
                  </a:lnTo>
                  <a:lnTo>
                    <a:pt x="168757" y="165760"/>
                  </a:lnTo>
                  <a:lnTo>
                    <a:pt x="169481" y="167030"/>
                  </a:lnTo>
                  <a:lnTo>
                    <a:pt x="170180" y="168198"/>
                  </a:lnTo>
                  <a:lnTo>
                    <a:pt x="171792" y="168656"/>
                  </a:lnTo>
                  <a:lnTo>
                    <a:pt x="174205" y="167182"/>
                  </a:lnTo>
                  <a:lnTo>
                    <a:pt x="174637" y="165608"/>
                  </a:lnTo>
                  <a:close/>
                </a:path>
                <a:path w="184785" h="323850">
                  <a:moveTo>
                    <a:pt x="178625" y="174180"/>
                  </a:moveTo>
                  <a:lnTo>
                    <a:pt x="178054" y="173202"/>
                  </a:lnTo>
                  <a:lnTo>
                    <a:pt x="177457" y="172212"/>
                  </a:lnTo>
                  <a:lnTo>
                    <a:pt x="176187" y="171869"/>
                  </a:lnTo>
                  <a:lnTo>
                    <a:pt x="175158" y="172440"/>
                  </a:lnTo>
                  <a:lnTo>
                    <a:pt x="174167" y="173037"/>
                  </a:lnTo>
                  <a:lnTo>
                    <a:pt x="173837" y="174345"/>
                  </a:lnTo>
                  <a:lnTo>
                    <a:pt x="174434" y="175374"/>
                  </a:lnTo>
                  <a:lnTo>
                    <a:pt x="175056" y="176339"/>
                  </a:lnTo>
                  <a:lnTo>
                    <a:pt x="176339" y="176644"/>
                  </a:lnTo>
                  <a:lnTo>
                    <a:pt x="177342" y="176072"/>
                  </a:lnTo>
                  <a:lnTo>
                    <a:pt x="178295" y="175475"/>
                  </a:lnTo>
                  <a:lnTo>
                    <a:pt x="178625" y="174180"/>
                  </a:lnTo>
                  <a:close/>
                </a:path>
                <a:path w="184785" h="323850">
                  <a:moveTo>
                    <a:pt x="179552" y="87426"/>
                  </a:moveTo>
                  <a:lnTo>
                    <a:pt x="179463" y="86626"/>
                  </a:lnTo>
                  <a:lnTo>
                    <a:pt x="178866" y="86131"/>
                  </a:lnTo>
                  <a:lnTo>
                    <a:pt x="178295" y="85686"/>
                  </a:lnTo>
                  <a:lnTo>
                    <a:pt x="177558" y="85763"/>
                  </a:lnTo>
                  <a:lnTo>
                    <a:pt x="177063" y="86360"/>
                  </a:lnTo>
                  <a:lnTo>
                    <a:pt x="176606" y="86829"/>
                  </a:lnTo>
                  <a:lnTo>
                    <a:pt x="176695" y="87718"/>
                  </a:lnTo>
                  <a:lnTo>
                    <a:pt x="177304" y="88099"/>
                  </a:lnTo>
                  <a:lnTo>
                    <a:pt x="177825" y="88582"/>
                  </a:lnTo>
                  <a:lnTo>
                    <a:pt x="178600" y="88506"/>
                  </a:lnTo>
                  <a:lnTo>
                    <a:pt x="179133" y="87998"/>
                  </a:lnTo>
                  <a:lnTo>
                    <a:pt x="179552" y="87426"/>
                  </a:lnTo>
                  <a:close/>
                </a:path>
                <a:path w="184785" h="323850">
                  <a:moveTo>
                    <a:pt x="184759" y="95427"/>
                  </a:moveTo>
                  <a:lnTo>
                    <a:pt x="183845" y="94284"/>
                  </a:lnTo>
                  <a:lnTo>
                    <a:pt x="182968" y="93230"/>
                  </a:lnTo>
                  <a:lnTo>
                    <a:pt x="181305" y="93065"/>
                  </a:lnTo>
                  <a:lnTo>
                    <a:pt x="180162" y="94005"/>
                  </a:lnTo>
                  <a:lnTo>
                    <a:pt x="179082" y="94919"/>
                  </a:lnTo>
                  <a:lnTo>
                    <a:pt x="178904" y="96545"/>
                  </a:lnTo>
                  <a:lnTo>
                    <a:pt x="179819" y="97637"/>
                  </a:lnTo>
                  <a:lnTo>
                    <a:pt x="180708" y="98767"/>
                  </a:lnTo>
                  <a:lnTo>
                    <a:pt x="182346" y="98869"/>
                  </a:lnTo>
                  <a:lnTo>
                    <a:pt x="183489" y="97993"/>
                  </a:lnTo>
                  <a:lnTo>
                    <a:pt x="184581" y="97091"/>
                  </a:lnTo>
                  <a:lnTo>
                    <a:pt x="184759" y="95427"/>
                  </a:lnTo>
                  <a:close/>
                </a:path>
              </a:pathLst>
            </a:custGeom>
            <a:solidFill>
              <a:srgbClr val="044D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3559492" y="8453290"/>
              <a:ext cx="86360" cy="183515"/>
            </a:xfrm>
            <a:custGeom>
              <a:avLst/>
              <a:gdLst/>
              <a:ahLst/>
              <a:cxnLst/>
              <a:rect l="l" t="t" r="r" b="b"/>
              <a:pathLst>
                <a:path w="86360" h="183515">
                  <a:moveTo>
                    <a:pt x="5727" y="180721"/>
                  </a:moveTo>
                  <a:lnTo>
                    <a:pt x="5016" y="179679"/>
                  </a:lnTo>
                  <a:lnTo>
                    <a:pt x="4051" y="179349"/>
                  </a:lnTo>
                  <a:lnTo>
                    <a:pt x="2959" y="179171"/>
                  </a:lnTo>
                  <a:lnTo>
                    <a:pt x="1930" y="179768"/>
                  </a:lnTo>
                  <a:lnTo>
                    <a:pt x="1701" y="180797"/>
                  </a:lnTo>
                  <a:lnTo>
                    <a:pt x="1409" y="181864"/>
                  </a:lnTo>
                  <a:lnTo>
                    <a:pt x="2057" y="182943"/>
                  </a:lnTo>
                  <a:lnTo>
                    <a:pt x="3022" y="183159"/>
                  </a:lnTo>
                  <a:lnTo>
                    <a:pt x="4114" y="183464"/>
                  </a:lnTo>
                  <a:lnTo>
                    <a:pt x="5143" y="182803"/>
                  </a:lnTo>
                  <a:lnTo>
                    <a:pt x="5461" y="181698"/>
                  </a:lnTo>
                  <a:lnTo>
                    <a:pt x="5727" y="180721"/>
                  </a:lnTo>
                  <a:close/>
                </a:path>
                <a:path w="86360" h="183515">
                  <a:moveTo>
                    <a:pt x="5842" y="167919"/>
                  </a:moveTo>
                  <a:lnTo>
                    <a:pt x="3898" y="165747"/>
                  </a:lnTo>
                  <a:lnTo>
                    <a:pt x="2247" y="165658"/>
                  </a:lnTo>
                  <a:lnTo>
                    <a:pt x="1130" y="166674"/>
                  </a:lnTo>
                  <a:lnTo>
                    <a:pt x="76" y="167614"/>
                  </a:lnTo>
                  <a:lnTo>
                    <a:pt x="0" y="169278"/>
                  </a:lnTo>
                  <a:lnTo>
                    <a:pt x="1930" y="171424"/>
                  </a:lnTo>
                  <a:lnTo>
                    <a:pt x="3594" y="171500"/>
                  </a:lnTo>
                  <a:lnTo>
                    <a:pt x="4648" y="170522"/>
                  </a:lnTo>
                  <a:lnTo>
                    <a:pt x="5765" y="169570"/>
                  </a:lnTo>
                  <a:lnTo>
                    <a:pt x="5842" y="167919"/>
                  </a:lnTo>
                  <a:close/>
                </a:path>
                <a:path w="86360" h="183515">
                  <a:moveTo>
                    <a:pt x="6045" y="127203"/>
                  </a:moveTo>
                  <a:lnTo>
                    <a:pt x="5410" y="126161"/>
                  </a:lnTo>
                  <a:lnTo>
                    <a:pt x="4330" y="125818"/>
                  </a:lnTo>
                  <a:lnTo>
                    <a:pt x="3276" y="125628"/>
                  </a:lnTo>
                  <a:lnTo>
                    <a:pt x="2273" y="126225"/>
                  </a:lnTo>
                  <a:lnTo>
                    <a:pt x="2006" y="127279"/>
                  </a:lnTo>
                  <a:lnTo>
                    <a:pt x="1689" y="128333"/>
                  </a:lnTo>
                  <a:lnTo>
                    <a:pt x="2362" y="129387"/>
                  </a:lnTo>
                  <a:lnTo>
                    <a:pt x="3416" y="129641"/>
                  </a:lnTo>
                  <a:lnTo>
                    <a:pt x="4457" y="129882"/>
                  </a:lnTo>
                  <a:lnTo>
                    <a:pt x="5524" y="129273"/>
                  </a:lnTo>
                  <a:lnTo>
                    <a:pt x="5778" y="128193"/>
                  </a:lnTo>
                  <a:lnTo>
                    <a:pt x="6045" y="127203"/>
                  </a:lnTo>
                  <a:close/>
                </a:path>
                <a:path w="86360" h="183515">
                  <a:moveTo>
                    <a:pt x="13779" y="53327"/>
                  </a:moveTo>
                  <a:lnTo>
                    <a:pt x="13474" y="52806"/>
                  </a:lnTo>
                  <a:lnTo>
                    <a:pt x="12966" y="52654"/>
                  </a:lnTo>
                  <a:lnTo>
                    <a:pt x="12395" y="52527"/>
                  </a:lnTo>
                  <a:lnTo>
                    <a:pt x="11899" y="52844"/>
                  </a:lnTo>
                  <a:lnTo>
                    <a:pt x="11785" y="53390"/>
                  </a:lnTo>
                  <a:lnTo>
                    <a:pt x="11658" y="53924"/>
                  </a:lnTo>
                  <a:lnTo>
                    <a:pt x="11988" y="54381"/>
                  </a:lnTo>
                  <a:lnTo>
                    <a:pt x="12458" y="54584"/>
                  </a:lnTo>
                  <a:lnTo>
                    <a:pt x="13017" y="54686"/>
                  </a:lnTo>
                  <a:lnTo>
                    <a:pt x="13512" y="54394"/>
                  </a:lnTo>
                  <a:lnTo>
                    <a:pt x="13690" y="53797"/>
                  </a:lnTo>
                  <a:lnTo>
                    <a:pt x="13779" y="53327"/>
                  </a:lnTo>
                  <a:close/>
                </a:path>
                <a:path w="86360" h="183515">
                  <a:moveTo>
                    <a:pt x="14782" y="41313"/>
                  </a:moveTo>
                  <a:lnTo>
                    <a:pt x="14236" y="40424"/>
                  </a:lnTo>
                  <a:lnTo>
                    <a:pt x="13436" y="40170"/>
                  </a:lnTo>
                  <a:lnTo>
                    <a:pt x="12573" y="39954"/>
                  </a:lnTo>
                  <a:lnTo>
                    <a:pt x="11734" y="40487"/>
                  </a:lnTo>
                  <a:lnTo>
                    <a:pt x="11506" y="41325"/>
                  </a:lnTo>
                  <a:lnTo>
                    <a:pt x="11264" y="42214"/>
                  </a:lnTo>
                  <a:lnTo>
                    <a:pt x="11849" y="43091"/>
                  </a:lnTo>
                  <a:lnTo>
                    <a:pt x="12700" y="43294"/>
                  </a:lnTo>
                  <a:lnTo>
                    <a:pt x="13474" y="43510"/>
                  </a:lnTo>
                  <a:lnTo>
                    <a:pt x="14389" y="42964"/>
                  </a:lnTo>
                  <a:lnTo>
                    <a:pt x="14605" y="42113"/>
                  </a:lnTo>
                  <a:lnTo>
                    <a:pt x="14782" y="41313"/>
                  </a:lnTo>
                  <a:close/>
                </a:path>
                <a:path w="86360" h="183515">
                  <a:moveTo>
                    <a:pt x="17348" y="34150"/>
                  </a:moveTo>
                  <a:lnTo>
                    <a:pt x="16725" y="33108"/>
                  </a:lnTo>
                  <a:lnTo>
                    <a:pt x="15684" y="32791"/>
                  </a:lnTo>
                  <a:lnTo>
                    <a:pt x="14655" y="32537"/>
                  </a:lnTo>
                  <a:lnTo>
                    <a:pt x="15113" y="32232"/>
                  </a:lnTo>
                  <a:lnTo>
                    <a:pt x="15278" y="31559"/>
                  </a:lnTo>
                  <a:lnTo>
                    <a:pt x="15405" y="30873"/>
                  </a:lnTo>
                  <a:lnTo>
                    <a:pt x="15049" y="30187"/>
                  </a:lnTo>
                  <a:lnTo>
                    <a:pt x="14312" y="29984"/>
                  </a:lnTo>
                  <a:lnTo>
                    <a:pt x="13601" y="29845"/>
                  </a:lnTo>
                  <a:lnTo>
                    <a:pt x="12903" y="30264"/>
                  </a:lnTo>
                  <a:lnTo>
                    <a:pt x="12763" y="30949"/>
                  </a:lnTo>
                  <a:lnTo>
                    <a:pt x="12534" y="31648"/>
                  </a:lnTo>
                  <a:lnTo>
                    <a:pt x="13017" y="32334"/>
                  </a:lnTo>
                  <a:lnTo>
                    <a:pt x="13690" y="32537"/>
                  </a:lnTo>
                  <a:lnTo>
                    <a:pt x="14325" y="32689"/>
                  </a:lnTo>
                  <a:lnTo>
                    <a:pt x="13525" y="33223"/>
                  </a:lnTo>
                  <a:lnTo>
                    <a:pt x="13271" y="34251"/>
                  </a:lnTo>
                  <a:lnTo>
                    <a:pt x="13055" y="35306"/>
                  </a:lnTo>
                  <a:lnTo>
                    <a:pt x="13639" y="36347"/>
                  </a:lnTo>
                  <a:lnTo>
                    <a:pt x="14732" y="36601"/>
                  </a:lnTo>
                  <a:lnTo>
                    <a:pt x="15760" y="36918"/>
                  </a:lnTo>
                  <a:lnTo>
                    <a:pt x="16827" y="36245"/>
                  </a:lnTo>
                  <a:lnTo>
                    <a:pt x="17043" y="35191"/>
                  </a:lnTo>
                  <a:lnTo>
                    <a:pt x="17348" y="34150"/>
                  </a:lnTo>
                  <a:close/>
                </a:path>
                <a:path w="86360" h="183515">
                  <a:moveTo>
                    <a:pt x="20320" y="47383"/>
                  </a:moveTo>
                  <a:lnTo>
                    <a:pt x="19786" y="46545"/>
                  </a:lnTo>
                  <a:lnTo>
                    <a:pt x="18923" y="46316"/>
                  </a:lnTo>
                  <a:lnTo>
                    <a:pt x="17983" y="46126"/>
                  </a:lnTo>
                  <a:lnTo>
                    <a:pt x="17132" y="46685"/>
                  </a:lnTo>
                  <a:lnTo>
                    <a:pt x="16941" y="47523"/>
                  </a:lnTo>
                  <a:lnTo>
                    <a:pt x="16700" y="48374"/>
                  </a:lnTo>
                  <a:lnTo>
                    <a:pt x="17233" y="49263"/>
                  </a:lnTo>
                  <a:lnTo>
                    <a:pt x="18135" y="49479"/>
                  </a:lnTo>
                  <a:lnTo>
                    <a:pt x="18973" y="49758"/>
                  </a:lnTo>
                  <a:lnTo>
                    <a:pt x="19875" y="49123"/>
                  </a:lnTo>
                  <a:lnTo>
                    <a:pt x="20027" y="48310"/>
                  </a:lnTo>
                  <a:lnTo>
                    <a:pt x="20320" y="47383"/>
                  </a:lnTo>
                  <a:close/>
                </a:path>
                <a:path w="86360" h="183515">
                  <a:moveTo>
                    <a:pt x="20535" y="140233"/>
                  </a:moveTo>
                  <a:lnTo>
                    <a:pt x="20078" y="139712"/>
                  </a:lnTo>
                  <a:lnTo>
                    <a:pt x="19659" y="139192"/>
                  </a:lnTo>
                  <a:lnTo>
                    <a:pt x="18808" y="139077"/>
                  </a:lnTo>
                  <a:lnTo>
                    <a:pt x="18224" y="139560"/>
                  </a:lnTo>
                  <a:lnTo>
                    <a:pt x="17691" y="139941"/>
                  </a:lnTo>
                  <a:lnTo>
                    <a:pt x="17602" y="140817"/>
                  </a:lnTo>
                  <a:lnTo>
                    <a:pt x="18034" y="141401"/>
                  </a:lnTo>
                  <a:lnTo>
                    <a:pt x="18491" y="141897"/>
                  </a:lnTo>
                  <a:lnTo>
                    <a:pt x="19354" y="142011"/>
                  </a:lnTo>
                  <a:lnTo>
                    <a:pt x="19900" y="141516"/>
                  </a:lnTo>
                  <a:lnTo>
                    <a:pt x="20497" y="141058"/>
                  </a:lnTo>
                  <a:lnTo>
                    <a:pt x="20535" y="140233"/>
                  </a:lnTo>
                  <a:close/>
                </a:path>
                <a:path w="86360" h="183515">
                  <a:moveTo>
                    <a:pt x="22694" y="57937"/>
                  </a:moveTo>
                  <a:lnTo>
                    <a:pt x="22161" y="57111"/>
                  </a:lnTo>
                  <a:lnTo>
                    <a:pt x="21310" y="56832"/>
                  </a:lnTo>
                  <a:lnTo>
                    <a:pt x="20421" y="56654"/>
                  </a:lnTo>
                  <a:lnTo>
                    <a:pt x="19570" y="57150"/>
                  </a:lnTo>
                  <a:lnTo>
                    <a:pt x="19367" y="58013"/>
                  </a:lnTo>
                  <a:lnTo>
                    <a:pt x="19075" y="58940"/>
                  </a:lnTo>
                  <a:lnTo>
                    <a:pt x="19621" y="59817"/>
                  </a:lnTo>
                  <a:lnTo>
                    <a:pt x="20523" y="59994"/>
                  </a:lnTo>
                  <a:lnTo>
                    <a:pt x="21386" y="60236"/>
                  </a:lnTo>
                  <a:lnTo>
                    <a:pt x="22263" y="59753"/>
                  </a:lnTo>
                  <a:lnTo>
                    <a:pt x="22694" y="57937"/>
                  </a:lnTo>
                  <a:close/>
                </a:path>
                <a:path w="86360" h="183515">
                  <a:moveTo>
                    <a:pt x="24358" y="36652"/>
                  </a:moveTo>
                  <a:lnTo>
                    <a:pt x="23863" y="35750"/>
                  </a:lnTo>
                  <a:lnTo>
                    <a:pt x="22948" y="35572"/>
                  </a:lnTo>
                  <a:lnTo>
                    <a:pt x="22072" y="35369"/>
                  </a:lnTo>
                  <a:lnTo>
                    <a:pt x="21234" y="35864"/>
                  </a:lnTo>
                  <a:lnTo>
                    <a:pt x="20815" y="37604"/>
                  </a:lnTo>
                  <a:lnTo>
                    <a:pt x="21297" y="38493"/>
                  </a:lnTo>
                  <a:lnTo>
                    <a:pt x="22186" y="38722"/>
                  </a:lnTo>
                  <a:lnTo>
                    <a:pt x="23063" y="38925"/>
                  </a:lnTo>
                  <a:lnTo>
                    <a:pt x="23977" y="38366"/>
                  </a:lnTo>
                  <a:lnTo>
                    <a:pt x="24218" y="37477"/>
                  </a:lnTo>
                  <a:lnTo>
                    <a:pt x="24358" y="36652"/>
                  </a:lnTo>
                  <a:close/>
                </a:path>
                <a:path w="86360" h="183515">
                  <a:moveTo>
                    <a:pt x="24536" y="66865"/>
                  </a:moveTo>
                  <a:lnTo>
                    <a:pt x="24231" y="66319"/>
                  </a:lnTo>
                  <a:lnTo>
                    <a:pt x="23736" y="66205"/>
                  </a:lnTo>
                  <a:lnTo>
                    <a:pt x="23114" y="66141"/>
                  </a:lnTo>
                  <a:lnTo>
                    <a:pt x="22618" y="66395"/>
                  </a:lnTo>
                  <a:lnTo>
                    <a:pt x="22491" y="66878"/>
                  </a:lnTo>
                  <a:lnTo>
                    <a:pt x="22339" y="67475"/>
                  </a:lnTo>
                  <a:lnTo>
                    <a:pt x="22733" y="68008"/>
                  </a:lnTo>
                  <a:lnTo>
                    <a:pt x="23228" y="68148"/>
                  </a:lnTo>
                  <a:lnTo>
                    <a:pt x="23710" y="68262"/>
                  </a:lnTo>
                  <a:lnTo>
                    <a:pt x="24295" y="67932"/>
                  </a:lnTo>
                  <a:lnTo>
                    <a:pt x="24409" y="67398"/>
                  </a:lnTo>
                  <a:lnTo>
                    <a:pt x="24536" y="66865"/>
                  </a:lnTo>
                  <a:close/>
                </a:path>
                <a:path w="86360" h="183515">
                  <a:moveTo>
                    <a:pt x="25565" y="54787"/>
                  </a:moveTo>
                  <a:lnTo>
                    <a:pt x="25019" y="53949"/>
                  </a:lnTo>
                  <a:lnTo>
                    <a:pt x="24142" y="53746"/>
                  </a:lnTo>
                  <a:lnTo>
                    <a:pt x="23342" y="53530"/>
                  </a:lnTo>
                  <a:lnTo>
                    <a:pt x="22542" y="54076"/>
                  </a:lnTo>
                  <a:lnTo>
                    <a:pt x="22047" y="55765"/>
                  </a:lnTo>
                  <a:lnTo>
                    <a:pt x="22580" y="56629"/>
                  </a:lnTo>
                  <a:lnTo>
                    <a:pt x="23444" y="56832"/>
                  </a:lnTo>
                  <a:lnTo>
                    <a:pt x="24269" y="57061"/>
                  </a:lnTo>
                  <a:lnTo>
                    <a:pt x="25184" y="56527"/>
                  </a:lnTo>
                  <a:lnTo>
                    <a:pt x="25400" y="55676"/>
                  </a:lnTo>
                  <a:lnTo>
                    <a:pt x="25565" y="54787"/>
                  </a:lnTo>
                  <a:close/>
                </a:path>
                <a:path w="86360" h="183515">
                  <a:moveTo>
                    <a:pt x="27343" y="114833"/>
                  </a:moveTo>
                  <a:lnTo>
                    <a:pt x="26543" y="113944"/>
                  </a:lnTo>
                  <a:lnTo>
                    <a:pt x="25717" y="113106"/>
                  </a:lnTo>
                  <a:lnTo>
                    <a:pt x="24371" y="112991"/>
                  </a:lnTo>
                  <a:lnTo>
                    <a:pt x="23533" y="113766"/>
                  </a:lnTo>
                  <a:lnTo>
                    <a:pt x="22694" y="114604"/>
                  </a:lnTo>
                  <a:lnTo>
                    <a:pt x="22567" y="115925"/>
                  </a:lnTo>
                  <a:lnTo>
                    <a:pt x="23368" y="116840"/>
                  </a:lnTo>
                  <a:lnTo>
                    <a:pt x="24193" y="117690"/>
                  </a:lnTo>
                  <a:lnTo>
                    <a:pt x="25527" y="117729"/>
                  </a:lnTo>
                  <a:lnTo>
                    <a:pt x="26352" y="116967"/>
                  </a:lnTo>
                  <a:lnTo>
                    <a:pt x="27254" y="116154"/>
                  </a:lnTo>
                  <a:lnTo>
                    <a:pt x="27343" y="114833"/>
                  </a:lnTo>
                  <a:close/>
                </a:path>
                <a:path w="86360" h="183515">
                  <a:moveTo>
                    <a:pt x="28028" y="47713"/>
                  </a:moveTo>
                  <a:lnTo>
                    <a:pt x="27393" y="46634"/>
                  </a:lnTo>
                  <a:lnTo>
                    <a:pt x="26390" y="46367"/>
                  </a:lnTo>
                  <a:lnTo>
                    <a:pt x="25349" y="46126"/>
                  </a:lnTo>
                  <a:lnTo>
                    <a:pt x="25869" y="45821"/>
                  </a:lnTo>
                  <a:lnTo>
                    <a:pt x="25971" y="45135"/>
                  </a:lnTo>
                  <a:lnTo>
                    <a:pt x="26187" y="44437"/>
                  </a:lnTo>
                  <a:lnTo>
                    <a:pt x="25717" y="43751"/>
                  </a:lnTo>
                  <a:lnTo>
                    <a:pt x="25057" y="43599"/>
                  </a:lnTo>
                  <a:lnTo>
                    <a:pt x="24345" y="43395"/>
                  </a:lnTo>
                  <a:lnTo>
                    <a:pt x="23660" y="43802"/>
                  </a:lnTo>
                  <a:lnTo>
                    <a:pt x="23507" y="44500"/>
                  </a:lnTo>
                  <a:lnTo>
                    <a:pt x="23279" y="45186"/>
                  </a:lnTo>
                  <a:lnTo>
                    <a:pt x="23761" y="45872"/>
                  </a:lnTo>
                  <a:lnTo>
                    <a:pt x="25107" y="46253"/>
                  </a:lnTo>
                  <a:lnTo>
                    <a:pt x="24218" y="46774"/>
                  </a:lnTo>
                  <a:lnTo>
                    <a:pt x="24028" y="47815"/>
                  </a:lnTo>
                  <a:lnTo>
                    <a:pt x="23761" y="48869"/>
                  </a:lnTo>
                  <a:lnTo>
                    <a:pt x="24422" y="49872"/>
                  </a:lnTo>
                  <a:lnTo>
                    <a:pt x="25450" y="50190"/>
                  </a:lnTo>
                  <a:lnTo>
                    <a:pt x="26504" y="50406"/>
                  </a:lnTo>
                  <a:lnTo>
                    <a:pt x="27533" y="49796"/>
                  </a:lnTo>
                  <a:lnTo>
                    <a:pt x="27838" y="48729"/>
                  </a:lnTo>
                  <a:lnTo>
                    <a:pt x="28028" y="47713"/>
                  </a:lnTo>
                  <a:close/>
                </a:path>
                <a:path w="86360" h="183515">
                  <a:moveTo>
                    <a:pt x="28790" y="134061"/>
                  </a:moveTo>
                  <a:lnTo>
                    <a:pt x="28219" y="133045"/>
                  </a:lnTo>
                  <a:lnTo>
                    <a:pt x="27622" y="132029"/>
                  </a:lnTo>
                  <a:lnTo>
                    <a:pt x="26200" y="131737"/>
                  </a:lnTo>
                  <a:lnTo>
                    <a:pt x="25247" y="132334"/>
                  </a:lnTo>
                  <a:lnTo>
                    <a:pt x="24218" y="132969"/>
                  </a:lnTo>
                  <a:lnTo>
                    <a:pt x="23939" y="134327"/>
                  </a:lnTo>
                  <a:lnTo>
                    <a:pt x="24574" y="135293"/>
                  </a:lnTo>
                  <a:lnTo>
                    <a:pt x="25184" y="136334"/>
                  </a:lnTo>
                  <a:lnTo>
                    <a:pt x="26492" y="136613"/>
                  </a:lnTo>
                  <a:lnTo>
                    <a:pt x="27482" y="135991"/>
                  </a:lnTo>
                  <a:lnTo>
                    <a:pt x="28536" y="135382"/>
                  </a:lnTo>
                  <a:lnTo>
                    <a:pt x="28790" y="134061"/>
                  </a:lnTo>
                  <a:close/>
                </a:path>
                <a:path w="86360" h="183515">
                  <a:moveTo>
                    <a:pt x="29743" y="98412"/>
                  </a:moveTo>
                  <a:lnTo>
                    <a:pt x="29083" y="97332"/>
                  </a:lnTo>
                  <a:lnTo>
                    <a:pt x="28016" y="97091"/>
                  </a:lnTo>
                  <a:lnTo>
                    <a:pt x="27025" y="96850"/>
                  </a:lnTo>
                  <a:lnTo>
                    <a:pt x="25908" y="97472"/>
                  </a:lnTo>
                  <a:lnTo>
                    <a:pt x="25679" y="98475"/>
                  </a:lnTo>
                  <a:lnTo>
                    <a:pt x="25387" y="99542"/>
                  </a:lnTo>
                  <a:lnTo>
                    <a:pt x="26073" y="100622"/>
                  </a:lnTo>
                  <a:lnTo>
                    <a:pt x="27114" y="100850"/>
                  </a:lnTo>
                  <a:lnTo>
                    <a:pt x="28117" y="101142"/>
                  </a:lnTo>
                  <a:lnTo>
                    <a:pt x="29210" y="100444"/>
                  </a:lnTo>
                  <a:lnTo>
                    <a:pt x="29451" y="99415"/>
                  </a:lnTo>
                  <a:lnTo>
                    <a:pt x="29743" y="98412"/>
                  </a:lnTo>
                  <a:close/>
                </a:path>
                <a:path w="86360" h="183515">
                  <a:moveTo>
                    <a:pt x="30708" y="39700"/>
                  </a:moveTo>
                  <a:lnTo>
                    <a:pt x="30149" y="38963"/>
                  </a:lnTo>
                  <a:lnTo>
                    <a:pt x="29476" y="38227"/>
                  </a:lnTo>
                  <a:lnTo>
                    <a:pt x="28333" y="38201"/>
                  </a:lnTo>
                  <a:lnTo>
                    <a:pt x="27673" y="38811"/>
                  </a:lnTo>
                  <a:lnTo>
                    <a:pt x="26987" y="39484"/>
                  </a:lnTo>
                  <a:lnTo>
                    <a:pt x="26873" y="40601"/>
                  </a:lnTo>
                  <a:lnTo>
                    <a:pt x="27533" y="41313"/>
                  </a:lnTo>
                  <a:lnTo>
                    <a:pt x="28155" y="42037"/>
                  </a:lnTo>
                  <a:lnTo>
                    <a:pt x="29273" y="42062"/>
                  </a:lnTo>
                  <a:lnTo>
                    <a:pt x="30695" y="40805"/>
                  </a:lnTo>
                  <a:lnTo>
                    <a:pt x="30708" y="39700"/>
                  </a:lnTo>
                  <a:close/>
                </a:path>
                <a:path w="86360" h="183515">
                  <a:moveTo>
                    <a:pt x="31026" y="60985"/>
                  </a:moveTo>
                  <a:lnTo>
                    <a:pt x="30505" y="60096"/>
                  </a:lnTo>
                  <a:lnTo>
                    <a:pt x="29603" y="59893"/>
                  </a:lnTo>
                  <a:lnTo>
                    <a:pt x="28778" y="59664"/>
                  </a:lnTo>
                  <a:lnTo>
                    <a:pt x="27838" y="60223"/>
                  </a:lnTo>
                  <a:lnTo>
                    <a:pt x="27635" y="61112"/>
                  </a:lnTo>
                  <a:lnTo>
                    <a:pt x="27432" y="61976"/>
                  </a:lnTo>
                  <a:lnTo>
                    <a:pt x="27952" y="62814"/>
                  </a:lnTo>
                  <a:lnTo>
                    <a:pt x="28867" y="63017"/>
                  </a:lnTo>
                  <a:lnTo>
                    <a:pt x="29718" y="63258"/>
                  </a:lnTo>
                  <a:lnTo>
                    <a:pt x="30619" y="62763"/>
                  </a:lnTo>
                  <a:lnTo>
                    <a:pt x="31026" y="60985"/>
                  </a:lnTo>
                  <a:close/>
                </a:path>
                <a:path w="86360" h="183515">
                  <a:moveTo>
                    <a:pt x="33388" y="37452"/>
                  </a:moveTo>
                  <a:lnTo>
                    <a:pt x="33058" y="36931"/>
                  </a:lnTo>
                  <a:lnTo>
                    <a:pt x="32524" y="36830"/>
                  </a:lnTo>
                  <a:lnTo>
                    <a:pt x="31965" y="36664"/>
                  </a:lnTo>
                  <a:lnTo>
                    <a:pt x="31521" y="36982"/>
                  </a:lnTo>
                  <a:lnTo>
                    <a:pt x="31369" y="37490"/>
                  </a:lnTo>
                  <a:lnTo>
                    <a:pt x="31216" y="37998"/>
                  </a:lnTo>
                  <a:lnTo>
                    <a:pt x="31546" y="38569"/>
                  </a:lnTo>
                  <a:lnTo>
                    <a:pt x="32105" y="38684"/>
                  </a:lnTo>
                  <a:lnTo>
                    <a:pt x="32626" y="38823"/>
                  </a:lnTo>
                  <a:lnTo>
                    <a:pt x="33058" y="38455"/>
                  </a:lnTo>
                  <a:lnTo>
                    <a:pt x="33210" y="37947"/>
                  </a:lnTo>
                  <a:lnTo>
                    <a:pt x="33388" y="37452"/>
                  </a:lnTo>
                  <a:close/>
                </a:path>
                <a:path w="86360" h="183515">
                  <a:moveTo>
                    <a:pt x="35140" y="50215"/>
                  </a:moveTo>
                  <a:lnTo>
                    <a:pt x="34582" y="49352"/>
                  </a:lnTo>
                  <a:lnTo>
                    <a:pt x="33718" y="49110"/>
                  </a:lnTo>
                  <a:lnTo>
                    <a:pt x="32854" y="48920"/>
                  </a:lnTo>
                  <a:lnTo>
                    <a:pt x="31953" y="49428"/>
                  </a:lnTo>
                  <a:lnTo>
                    <a:pt x="31750" y="50330"/>
                  </a:lnTo>
                  <a:lnTo>
                    <a:pt x="31534" y="51168"/>
                  </a:lnTo>
                  <a:lnTo>
                    <a:pt x="32054" y="52057"/>
                  </a:lnTo>
                  <a:lnTo>
                    <a:pt x="32931" y="52285"/>
                  </a:lnTo>
                  <a:lnTo>
                    <a:pt x="33807" y="52476"/>
                  </a:lnTo>
                  <a:lnTo>
                    <a:pt x="34709" y="51930"/>
                  </a:lnTo>
                  <a:lnTo>
                    <a:pt x="34912" y="51066"/>
                  </a:lnTo>
                  <a:lnTo>
                    <a:pt x="35140" y="50215"/>
                  </a:lnTo>
                  <a:close/>
                </a:path>
                <a:path w="86360" h="183515">
                  <a:moveTo>
                    <a:pt x="36296" y="55791"/>
                  </a:moveTo>
                  <a:lnTo>
                    <a:pt x="35648" y="54711"/>
                  </a:lnTo>
                  <a:lnTo>
                    <a:pt x="34632" y="54444"/>
                  </a:lnTo>
                  <a:lnTo>
                    <a:pt x="33553" y="54165"/>
                  </a:lnTo>
                  <a:lnTo>
                    <a:pt x="32461" y="54825"/>
                  </a:lnTo>
                  <a:lnTo>
                    <a:pt x="32245" y="55867"/>
                  </a:lnTo>
                  <a:lnTo>
                    <a:pt x="32004" y="56959"/>
                  </a:lnTo>
                  <a:lnTo>
                    <a:pt x="32651" y="57924"/>
                  </a:lnTo>
                  <a:lnTo>
                    <a:pt x="33705" y="58242"/>
                  </a:lnTo>
                  <a:lnTo>
                    <a:pt x="34810" y="58458"/>
                  </a:lnTo>
                  <a:lnTo>
                    <a:pt x="35801" y="57835"/>
                  </a:lnTo>
                  <a:lnTo>
                    <a:pt x="36042" y="56807"/>
                  </a:lnTo>
                  <a:lnTo>
                    <a:pt x="36296" y="55791"/>
                  </a:lnTo>
                  <a:close/>
                </a:path>
                <a:path w="86360" h="183515">
                  <a:moveTo>
                    <a:pt x="36499" y="157340"/>
                  </a:moveTo>
                  <a:lnTo>
                    <a:pt x="35471" y="155994"/>
                  </a:lnTo>
                  <a:lnTo>
                    <a:pt x="34429" y="154736"/>
                  </a:lnTo>
                  <a:lnTo>
                    <a:pt x="32499" y="154520"/>
                  </a:lnTo>
                  <a:lnTo>
                    <a:pt x="31165" y="155575"/>
                  </a:lnTo>
                  <a:lnTo>
                    <a:pt x="29806" y="156679"/>
                  </a:lnTo>
                  <a:lnTo>
                    <a:pt x="29654" y="158610"/>
                  </a:lnTo>
                  <a:lnTo>
                    <a:pt x="30695" y="159867"/>
                  </a:lnTo>
                  <a:lnTo>
                    <a:pt x="31800" y="161188"/>
                  </a:lnTo>
                  <a:lnTo>
                    <a:pt x="33705" y="161391"/>
                  </a:lnTo>
                  <a:lnTo>
                    <a:pt x="35013" y="160362"/>
                  </a:lnTo>
                  <a:lnTo>
                    <a:pt x="36322" y="159270"/>
                  </a:lnTo>
                  <a:lnTo>
                    <a:pt x="36499" y="157340"/>
                  </a:lnTo>
                  <a:close/>
                </a:path>
                <a:path w="86360" h="183515">
                  <a:moveTo>
                    <a:pt x="40728" y="117348"/>
                  </a:moveTo>
                  <a:lnTo>
                    <a:pt x="40271" y="116497"/>
                  </a:lnTo>
                  <a:lnTo>
                    <a:pt x="39370" y="116268"/>
                  </a:lnTo>
                  <a:lnTo>
                    <a:pt x="38519" y="116103"/>
                  </a:lnTo>
                  <a:lnTo>
                    <a:pt x="37706" y="116535"/>
                  </a:lnTo>
                  <a:lnTo>
                    <a:pt x="37503" y="117436"/>
                  </a:lnTo>
                  <a:lnTo>
                    <a:pt x="37287" y="118287"/>
                  </a:lnTo>
                  <a:lnTo>
                    <a:pt x="37820" y="119138"/>
                  </a:lnTo>
                  <a:lnTo>
                    <a:pt x="38658" y="119329"/>
                  </a:lnTo>
                  <a:lnTo>
                    <a:pt x="39497" y="119557"/>
                  </a:lnTo>
                  <a:lnTo>
                    <a:pt x="40335" y="119087"/>
                  </a:lnTo>
                  <a:lnTo>
                    <a:pt x="40563" y="118173"/>
                  </a:lnTo>
                  <a:lnTo>
                    <a:pt x="40728" y="117348"/>
                  </a:lnTo>
                  <a:close/>
                </a:path>
                <a:path w="86360" h="183515">
                  <a:moveTo>
                    <a:pt x="40932" y="76657"/>
                  </a:moveTo>
                  <a:lnTo>
                    <a:pt x="40208" y="75412"/>
                  </a:lnTo>
                  <a:lnTo>
                    <a:pt x="39446" y="74193"/>
                  </a:lnTo>
                  <a:lnTo>
                    <a:pt x="37807" y="73837"/>
                  </a:lnTo>
                  <a:lnTo>
                    <a:pt x="36614" y="74587"/>
                  </a:lnTo>
                  <a:lnTo>
                    <a:pt x="35382" y="75349"/>
                  </a:lnTo>
                  <a:lnTo>
                    <a:pt x="35331" y="75539"/>
                  </a:lnTo>
                  <a:lnTo>
                    <a:pt x="35496" y="74625"/>
                  </a:lnTo>
                  <a:lnTo>
                    <a:pt x="35077" y="73812"/>
                  </a:lnTo>
                  <a:lnTo>
                    <a:pt x="34544" y="72948"/>
                  </a:lnTo>
                  <a:lnTo>
                    <a:pt x="33451" y="72732"/>
                  </a:lnTo>
                  <a:lnTo>
                    <a:pt x="33083" y="72974"/>
                  </a:lnTo>
                  <a:lnTo>
                    <a:pt x="33210" y="72415"/>
                  </a:lnTo>
                  <a:lnTo>
                    <a:pt x="33426" y="71589"/>
                  </a:lnTo>
                  <a:lnTo>
                    <a:pt x="32943" y="70624"/>
                  </a:lnTo>
                  <a:lnTo>
                    <a:pt x="32042" y="70408"/>
                  </a:lnTo>
                  <a:lnTo>
                    <a:pt x="31191" y="70205"/>
                  </a:lnTo>
                  <a:lnTo>
                    <a:pt x="30276" y="70764"/>
                  </a:lnTo>
                  <a:lnTo>
                    <a:pt x="30073" y="71628"/>
                  </a:lnTo>
                  <a:lnTo>
                    <a:pt x="29883" y="72478"/>
                  </a:lnTo>
                  <a:lnTo>
                    <a:pt x="30378" y="73355"/>
                  </a:lnTo>
                  <a:lnTo>
                    <a:pt x="31242" y="73634"/>
                  </a:lnTo>
                  <a:lnTo>
                    <a:pt x="31864" y="73774"/>
                  </a:lnTo>
                  <a:lnTo>
                    <a:pt x="31559" y="74853"/>
                  </a:lnTo>
                  <a:lnTo>
                    <a:pt x="32092" y="75603"/>
                  </a:lnTo>
                  <a:lnTo>
                    <a:pt x="32639" y="76479"/>
                  </a:lnTo>
                  <a:lnTo>
                    <a:pt x="33655" y="76708"/>
                  </a:lnTo>
                  <a:lnTo>
                    <a:pt x="35280" y="75717"/>
                  </a:lnTo>
                  <a:lnTo>
                    <a:pt x="34975" y="76962"/>
                  </a:lnTo>
                  <a:lnTo>
                    <a:pt x="35763" y="78193"/>
                  </a:lnTo>
                  <a:lnTo>
                    <a:pt x="36550" y="79400"/>
                  </a:lnTo>
                  <a:lnTo>
                    <a:pt x="38150" y="79781"/>
                  </a:lnTo>
                  <a:lnTo>
                    <a:pt x="39382" y="78994"/>
                  </a:lnTo>
                  <a:lnTo>
                    <a:pt x="40601" y="78232"/>
                  </a:lnTo>
                  <a:lnTo>
                    <a:pt x="40932" y="76657"/>
                  </a:lnTo>
                  <a:close/>
                </a:path>
                <a:path w="86360" h="183515">
                  <a:moveTo>
                    <a:pt x="44145" y="34328"/>
                  </a:moveTo>
                  <a:lnTo>
                    <a:pt x="43307" y="33413"/>
                  </a:lnTo>
                  <a:lnTo>
                    <a:pt x="42468" y="32575"/>
                  </a:lnTo>
                  <a:lnTo>
                    <a:pt x="41135" y="32473"/>
                  </a:lnTo>
                  <a:lnTo>
                    <a:pt x="40182" y="33324"/>
                  </a:lnTo>
                  <a:lnTo>
                    <a:pt x="39370" y="34112"/>
                  </a:lnTo>
                  <a:lnTo>
                    <a:pt x="39268" y="35521"/>
                  </a:lnTo>
                  <a:lnTo>
                    <a:pt x="40106" y="36385"/>
                  </a:lnTo>
                  <a:lnTo>
                    <a:pt x="40894" y="37299"/>
                  </a:lnTo>
                  <a:lnTo>
                    <a:pt x="42316" y="37325"/>
                  </a:lnTo>
                  <a:lnTo>
                    <a:pt x="43192" y="36487"/>
                  </a:lnTo>
                  <a:lnTo>
                    <a:pt x="44030" y="35648"/>
                  </a:lnTo>
                  <a:lnTo>
                    <a:pt x="44145" y="34328"/>
                  </a:lnTo>
                  <a:close/>
                </a:path>
                <a:path w="86360" h="183515">
                  <a:moveTo>
                    <a:pt x="44983" y="68110"/>
                  </a:moveTo>
                  <a:lnTo>
                    <a:pt x="44653" y="67576"/>
                  </a:lnTo>
                  <a:lnTo>
                    <a:pt x="44107" y="67475"/>
                  </a:lnTo>
                  <a:lnTo>
                    <a:pt x="43561" y="67360"/>
                  </a:lnTo>
                  <a:lnTo>
                    <a:pt x="43065" y="67678"/>
                  </a:lnTo>
                  <a:lnTo>
                    <a:pt x="42900" y="68160"/>
                  </a:lnTo>
                  <a:lnTo>
                    <a:pt x="42773" y="68707"/>
                  </a:lnTo>
                  <a:lnTo>
                    <a:pt x="43129" y="69189"/>
                  </a:lnTo>
                  <a:lnTo>
                    <a:pt x="43624" y="69367"/>
                  </a:lnTo>
                  <a:lnTo>
                    <a:pt x="44157" y="69481"/>
                  </a:lnTo>
                  <a:lnTo>
                    <a:pt x="44704" y="69176"/>
                  </a:lnTo>
                  <a:lnTo>
                    <a:pt x="44831" y="68643"/>
                  </a:lnTo>
                  <a:lnTo>
                    <a:pt x="44983" y="68110"/>
                  </a:lnTo>
                  <a:close/>
                </a:path>
                <a:path w="86360" h="183515">
                  <a:moveTo>
                    <a:pt x="46545" y="23495"/>
                  </a:moveTo>
                  <a:lnTo>
                    <a:pt x="46278" y="22987"/>
                  </a:lnTo>
                  <a:lnTo>
                    <a:pt x="45694" y="22847"/>
                  </a:lnTo>
                  <a:lnTo>
                    <a:pt x="45148" y="22720"/>
                  </a:lnTo>
                  <a:lnTo>
                    <a:pt x="44602" y="23075"/>
                  </a:lnTo>
                  <a:lnTo>
                    <a:pt x="44500" y="23558"/>
                  </a:lnTo>
                  <a:lnTo>
                    <a:pt x="44361" y="24053"/>
                  </a:lnTo>
                  <a:lnTo>
                    <a:pt x="44704" y="24612"/>
                  </a:lnTo>
                  <a:lnTo>
                    <a:pt x="45262" y="24739"/>
                  </a:lnTo>
                  <a:lnTo>
                    <a:pt x="45770" y="24879"/>
                  </a:lnTo>
                  <a:lnTo>
                    <a:pt x="46304" y="24549"/>
                  </a:lnTo>
                  <a:lnTo>
                    <a:pt x="46405" y="24041"/>
                  </a:lnTo>
                  <a:lnTo>
                    <a:pt x="46545" y="23495"/>
                  </a:lnTo>
                  <a:close/>
                </a:path>
                <a:path w="86360" h="183515">
                  <a:moveTo>
                    <a:pt x="46570" y="45707"/>
                  </a:moveTo>
                  <a:lnTo>
                    <a:pt x="46189" y="45008"/>
                  </a:lnTo>
                  <a:lnTo>
                    <a:pt x="45478" y="44792"/>
                  </a:lnTo>
                  <a:lnTo>
                    <a:pt x="44780" y="44627"/>
                  </a:lnTo>
                  <a:lnTo>
                    <a:pt x="44081" y="45034"/>
                  </a:lnTo>
                  <a:lnTo>
                    <a:pt x="43916" y="45770"/>
                  </a:lnTo>
                  <a:lnTo>
                    <a:pt x="43789" y="46469"/>
                  </a:lnTo>
                  <a:lnTo>
                    <a:pt x="44157" y="47193"/>
                  </a:lnTo>
                  <a:lnTo>
                    <a:pt x="44843" y="47383"/>
                  </a:lnTo>
                  <a:lnTo>
                    <a:pt x="45567" y="47498"/>
                  </a:lnTo>
                  <a:lnTo>
                    <a:pt x="45770" y="47383"/>
                  </a:lnTo>
                  <a:lnTo>
                    <a:pt x="46266" y="47078"/>
                  </a:lnTo>
                  <a:lnTo>
                    <a:pt x="46405" y="46393"/>
                  </a:lnTo>
                  <a:lnTo>
                    <a:pt x="46570" y="45707"/>
                  </a:lnTo>
                  <a:close/>
                </a:path>
                <a:path w="86360" h="183515">
                  <a:moveTo>
                    <a:pt x="47586" y="11442"/>
                  </a:moveTo>
                  <a:lnTo>
                    <a:pt x="47015" y="10629"/>
                  </a:lnTo>
                  <a:lnTo>
                    <a:pt x="46228" y="10426"/>
                  </a:lnTo>
                  <a:lnTo>
                    <a:pt x="45313" y="10185"/>
                  </a:lnTo>
                  <a:lnTo>
                    <a:pt x="44475" y="10693"/>
                  </a:lnTo>
                  <a:lnTo>
                    <a:pt x="44246" y="11544"/>
                  </a:lnTo>
                  <a:lnTo>
                    <a:pt x="44119" y="12407"/>
                  </a:lnTo>
                  <a:lnTo>
                    <a:pt x="44564" y="13296"/>
                  </a:lnTo>
                  <a:lnTo>
                    <a:pt x="45427" y="13474"/>
                  </a:lnTo>
                  <a:lnTo>
                    <a:pt x="46329" y="13716"/>
                  </a:lnTo>
                  <a:lnTo>
                    <a:pt x="47180" y="13208"/>
                  </a:lnTo>
                  <a:lnTo>
                    <a:pt x="47371" y="12331"/>
                  </a:lnTo>
                  <a:lnTo>
                    <a:pt x="47586" y="11442"/>
                  </a:lnTo>
                  <a:close/>
                </a:path>
                <a:path w="86360" h="183515">
                  <a:moveTo>
                    <a:pt x="48171" y="1079"/>
                  </a:moveTo>
                  <a:lnTo>
                    <a:pt x="47701" y="393"/>
                  </a:lnTo>
                  <a:lnTo>
                    <a:pt x="47040" y="228"/>
                  </a:lnTo>
                  <a:lnTo>
                    <a:pt x="46380" y="0"/>
                  </a:lnTo>
                  <a:lnTo>
                    <a:pt x="45669" y="469"/>
                  </a:lnTo>
                  <a:lnTo>
                    <a:pt x="45504" y="1143"/>
                  </a:lnTo>
                  <a:lnTo>
                    <a:pt x="45275" y="1866"/>
                  </a:lnTo>
                  <a:lnTo>
                    <a:pt x="45720" y="2540"/>
                  </a:lnTo>
                  <a:lnTo>
                    <a:pt x="46456" y="2743"/>
                  </a:lnTo>
                  <a:lnTo>
                    <a:pt x="47129" y="2857"/>
                  </a:lnTo>
                  <a:lnTo>
                    <a:pt x="47802" y="2476"/>
                  </a:lnTo>
                  <a:lnTo>
                    <a:pt x="47967" y="1803"/>
                  </a:lnTo>
                  <a:lnTo>
                    <a:pt x="48171" y="1079"/>
                  </a:lnTo>
                  <a:close/>
                </a:path>
                <a:path w="86360" h="183515">
                  <a:moveTo>
                    <a:pt x="48437" y="121386"/>
                  </a:moveTo>
                  <a:lnTo>
                    <a:pt x="47866" y="120484"/>
                  </a:lnTo>
                  <a:lnTo>
                    <a:pt x="47040" y="120256"/>
                  </a:lnTo>
                  <a:lnTo>
                    <a:pt x="46164" y="120053"/>
                  </a:lnTo>
                  <a:lnTo>
                    <a:pt x="45224" y="120611"/>
                  </a:lnTo>
                  <a:lnTo>
                    <a:pt x="45034" y="121513"/>
                  </a:lnTo>
                  <a:lnTo>
                    <a:pt x="44869" y="122351"/>
                  </a:lnTo>
                  <a:lnTo>
                    <a:pt x="45351" y="123228"/>
                  </a:lnTo>
                  <a:lnTo>
                    <a:pt x="46278" y="123431"/>
                  </a:lnTo>
                  <a:lnTo>
                    <a:pt x="47104" y="123659"/>
                  </a:lnTo>
                  <a:lnTo>
                    <a:pt x="47993" y="123139"/>
                  </a:lnTo>
                  <a:lnTo>
                    <a:pt x="48221" y="122288"/>
                  </a:lnTo>
                  <a:lnTo>
                    <a:pt x="48437" y="121386"/>
                  </a:lnTo>
                  <a:close/>
                </a:path>
                <a:path w="86360" h="183515">
                  <a:moveTo>
                    <a:pt x="48501" y="48971"/>
                  </a:moveTo>
                  <a:lnTo>
                    <a:pt x="47853" y="47917"/>
                  </a:lnTo>
                  <a:lnTo>
                    <a:pt x="46812" y="47612"/>
                  </a:lnTo>
                  <a:lnTo>
                    <a:pt x="45770" y="47383"/>
                  </a:lnTo>
                  <a:lnTo>
                    <a:pt x="44691" y="48069"/>
                  </a:lnTo>
                  <a:lnTo>
                    <a:pt x="44450" y="49047"/>
                  </a:lnTo>
                  <a:lnTo>
                    <a:pt x="44208" y="50063"/>
                  </a:lnTo>
                  <a:lnTo>
                    <a:pt x="44869" y="51155"/>
                  </a:lnTo>
                  <a:lnTo>
                    <a:pt x="45885" y="51422"/>
                  </a:lnTo>
                  <a:lnTo>
                    <a:pt x="46926" y="51650"/>
                  </a:lnTo>
                  <a:lnTo>
                    <a:pt x="47993" y="51041"/>
                  </a:lnTo>
                  <a:lnTo>
                    <a:pt x="48221" y="50025"/>
                  </a:lnTo>
                  <a:lnTo>
                    <a:pt x="48501" y="48971"/>
                  </a:lnTo>
                  <a:close/>
                </a:path>
                <a:path w="86360" h="183515">
                  <a:moveTo>
                    <a:pt x="49695" y="71780"/>
                  </a:moveTo>
                  <a:lnTo>
                    <a:pt x="49034" y="70764"/>
                  </a:lnTo>
                  <a:lnTo>
                    <a:pt x="48387" y="69748"/>
                  </a:lnTo>
                  <a:lnTo>
                    <a:pt x="47091" y="69430"/>
                  </a:lnTo>
                  <a:lnTo>
                    <a:pt x="46050" y="70078"/>
                  </a:lnTo>
                  <a:lnTo>
                    <a:pt x="44983" y="70700"/>
                  </a:lnTo>
                  <a:lnTo>
                    <a:pt x="44704" y="72059"/>
                  </a:lnTo>
                  <a:lnTo>
                    <a:pt x="45339" y="73050"/>
                  </a:lnTo>
                  <a:lnTo>
                    <a:pt x="45974" y="74091"/>
                  </a:lnTo>
                  <a:lnTo>
                    <a:pt x="47320" y="74422"/>
                  </a:lnTo>
                  <a:lnTo>
                    <a:pt x="49390" y="73126"/>
                  </a:lnTo>
                  <a:lnTo>
                    <a:pt x="49695" y="71780"/>
                  </a:lnTo>
                  <a:close/>
                </a:path>
                <a:path w="86360" h="183515">
                  <a:moveTo>
                    <a:pt x="50101" y="4356"/>
                  </a:moveTo>
                  <a:lnTo>
                    <a:pt x="49453" y="3289"/>
                  </a:lnTo>
                  <a:lnTo>
                    <a:pt x="48387" y="3022"/>
                  </a:lnTo>
                  <a:lnTo>
                    <a:pt x="47345" y="2806"/>
                  </a:lnTo>
                  <a:lnTo>
                    <a:pt x="46228" y="3441"/>
                  </a:lnTo>
                  <a:lnTo>
                    <a:pt x="46012" y="4445"/>
                  </a:lnTo>
                  <a:lnTo>
                    <a:pt x="45796" y="5486"/>
                  </a:lnTo>
                  <a:lnTo>
                    <a:pt x="46431" y="6553"/>
                  </a:lnTo>
                  <a:lnTo>
                    <a:pt x="47447" y="6832"/>
                  </a:lnTo>
                  <a:lnTo>
                    <a:pt x="48552" y="7023"/>
                  </a:lnTo>
                  <a:lnTo>
                    <a:pt x="49530" y="6451"/>
                  </a:lnTo>
                  <a:lnTo>
                    <a:pt x="49796" y="5384"/>
                  </a:lnTo>
                  <a:lnTo>
                    <a:pt x="50101" y="4356"/>
                  </a:lnTo>
                  <a:close/>
                </a:path>
                <a:path w="86360" h="183515">
                  <a:moveTo>
                    <a:pt x="50977" y="24231"/>
                  </a:moveTo>
                  <a:lnTo>
                    <a:pt x="50012" y="23190"/>
                  </a:lnTo>
                  <a:lnTo>
                    <a:pt x="49199" y="23114"/>
                  </a:lnTo>
                  <a:lnTo>
                    <a:pt x="48653" y="23609"/>
                  </a:lnTo>
                  <a:lnTo>
                    <a:pt x="48107" y="24091"/>
                  </a:lnTo>
                  <a:lnTo>
                    <a:pt x="48107" y="24930"/>
                  </a:lnTo>
                  <a:lnTo>
                    <a:pt x="48577" y="25463"/>
                  </a:lnTo>
                  <a:lnTo>
                    <a:pt x="49047" y="25984"/>
                  </a:lnTo>
                  <a:lnTo>
                    <a:pt x="49898" y="26022"/>
                  </a:lnTo>
                  <a:lnTo>
                    <a:pt x="50431" y="25514"/>
                  </a:lnTo>
                  <a:lnTo>
                    <a:pt x="50914" y="25044"/>
                  </a:lnTo>
                  <a:lnTo>
                    <a:pt x="50977" y="24231"/>
                  </a:lnTo>
                  <a:close/>
                </a:path>
                <a:path w="86360" h="183515">
                  <a:moveTo>
                    <a:pt x="51473" y="37452"/>
                  </a:moveTo>
                  <a:lnTo>
                    <a:pt x="50533" y="36372"/>
                  </a:lnTo>
                  <a:lnTo>
                    <a:pt x="49517" y="35331"/>
                  </a:lnTo>
                  <a:lnTo>
                    <a:pt x="47866" y="35255"/>
                  </a:lnTo>
                  <a:lnTo>
                    <a:pt x="46812" y="36207"/>
                  </a:lnTo>
                  <a:lnTo>
                    <a:pt x="45770" y="37198"/>
                  </a:lnTo>
                  <a:lnTo>
                    <a:pt x="45720" y="38887"/>
                  </a:lnTo>
                  <a:lnTo>
                    <a:pt x="46672" y="39928"/>
                  </a:lnTo>
                  <a:lnTo>
                    <a:pt x="47586" y="40982"/>
                  </a:lnTo>
                  <a:lnTo>
                    <a:pt x="49288" y="41071"/>
                  </a:lnTo>
                  <a:lnTo>
                    <a:pt x="50393" y="40068"/>
                  </a:lnTo>
                  <a:lnTo>
                    <a:pt x="51384" y="39128"/>
                  </a:lnTo>
                  <a:lnTo>
                    <a:pt x="51473" y="37452"/>
                  </a:lnTo>
                  <a:close/>
                </a:path>
                <a:path w="86360" h="183515">
                  <a:moveTo>
                    <a:pt x="52285" y="52120"/>
                  </a:moveTo>
                  <a:lnTo>
                    <a:pt x="51955" y="51574"/>
                  </a:lnTo>
                  <a:lnTo>
                    <a:pt x="51460" y="51460"/>
                  </a:lnTo>
                  <a:lnTo>
                    <a:pt x="50952" y="51295"/>
                  </a:lnTo>
                  <a:lnTo>
                    <a:pt x="50393" y="51638"/>
                  </a:lnTo>
                  <a:lnTo>
                    <a:pt x="50317" y="52133"/>
                  </a:lnTo>
                  <a:lnTo>
                    <a:pt x="50126" y="52717"/>
                  </a:lnTo>
                  <a:lnTo>
                    <a:pt x="50444" y="53238"/>
                  </a:lnTo>
                  <a:lnTo>
                    <a:pt x="51003" y="53340"/>
                  </a:lnTo>
                  <a:lnTo>
                    <a:pt x="51498" y="53479"/>
                  </a:lnTo>
                  <a:lnTo>
                    <a:pt x="52019" y="53187"/>
                  </a:lnTo>
                  <a:lnTo>
                    <a:pt x="52197" y="52616"/>
                  </a:lnTo>
                  <a:lnTo>
                    <a:pt x="52285" y="52120"/>
                  </a:lnTo>
                  <a:close/>
                </a:path>
                <a:path w="86360" h="183515">
                  <a:moveTo>
                    <a:pt x="53035" y="17665"/>
                  </a:moveTo>
                  <a:lnTo>
                    <a:pt x="52463" y="16764"/>
                  </a:lnTo>
                  <a:lnTo>
                    <a:pt x="51638" y="16522"/>
                  </a:lnTo>
                  <a:lnTo>
                    <a:pt x="50774" y="16306"/>
                  </a:lnTo>
                  <a:lnTo>
                    <a:pt x="49872" y="16865"/>
                  </a:lnTo>
                  <a:lnTo>
                    <a:pt x="49644" y="17703"/>
                  </a:lnTo>
                  <a:lnTo>
                    <a:pt x="49466" y="18592"/>
                  </a:lnTo>
                  <a:lnTo>
                    <a:pt x="49974" y="19519"/>
                  </a:lnTo>
                  <a:lnTo>
                    <a:pt x="50863" y="19672"/>
                  </a:lnTo>
                  <a:lnTo>
                    <a:pt x="51752" y="19888"/>
                  </a:lnTo>
                  <a:lnTo>
                    <a:pt x="52641" y="19418"/>
                  </a:lnTo>
                  <a:lnTo>
                    <a:pt x="52819" y="18529"/>
                  </a:lnTo>
                  <a:lnTo>
                    <a:pt x="53035" y="17665"/>
                  </a:lnTo>
                  <a:close/>
                </a:path>
                <a:path w="86360" h="183515">
                  <a:moveTo>
                    <a:pt x="53086" y="48247"/>
                  </a:moveTo>
                  <a:lnTo>
                    <a:pt x="53047" y="46824"/>
                  </a:lnTo>
                  <a:lnTo>
                    <a:pt x="51473" y="45046"/>
                  </a:lnTo>
                  <a:lnTo>
                    <a:pt x="50101" y="44983"/>
                  </a:lnTo>
                  <a:lnTo>
                    <a:pt x="49187" y="45821"/>
                  </a:lnTo>
                  <a:lnTo>
                    <a:pt x="48323" y="46634"/>
                  </a:lnTo>
                  <a:lnTo>
                    <a:pt x="48310" y="47967"/>
                  </a:lnTo>
                  <a:lnTo>
                    <a:pt x="49034" y="48907"/>
                  </a:lnTo>
                  <a:lnTo>
                    <a:pt x="49911" y="49771"/>
                  </a:lnTo>
                  <a:lnTo>
                    <a:pt x="51295" y="49784"/>
                  </a:lnTo>
                  <a:lnTo>
                    <a:pt x="52120" y="49034"/>
                  </a:lnTo>
                  <a:lnTo>
                    <a:pt x="53086" y="48247"/>
                  </a:lnTo>
                  <a:close/>
                </a:path>
                <a:path w="86360" h="183515">
                  <a:moveTo>
                    <a:pt x="55321" y="96672"/>
                  </a:moveTo>
                  <a:lnTo>
                    <a:pt x="54610" y="95427"/>
                  </a:lnTo>
                  <a:lnTo>
                    <a:pt x="53771" y="95275"/>
                  </a:lnTo>
                  <a:lnTo>
                    <a:pt x="53162" y="95592"/>
                  </a:lnTo>
                  <a:lnTo>
                    <a:pt x="52539" y="95973"/>
                  </a:lnTo>
                  <a:lnTo>
                    <a:pt x="52336" y="96812"/>
                  </a:lnTo>
                  <a:lnTo>
                    <a:pt x="52743" y="97421"/>
                  </a:lnTo>
                  <a:lnTo>
                    <a:pt x="53162" y="98056"/>
                  </a:lnTo>
                  <a:lnTo>
                    <a:pt x="53911" y="98247"/>
                  </a:lnTo>
                  <a:lnTo>
                    <a:pt x="54559" y="97853"/>
                  </a:lnTo>
                  <a:lnTo>
                    <a:pt x="55130" y="97472"/>
                  </a:lnTo>
                  <a:lnTo>
                    <a:pt x="55321" y="96672"/>
                  </a:lnTo>
                  <a:close/>
                </a:path>
                <a:path w="86360" h="183515">
                  <a:moveTo>
                    <a:pt x="55460" y="28155"/>
                  </a:moveTo>
                  <a:lnTo>
                    <a:pt x="54927" y="27279"/>
                  </a:lnTo>
                  <a:lnTo>
                    <a:pt x="54025" y="27038"/>
                  </a:lnTo>
                  <a:lnTo>
                    <a:pt x="53162" y="26860"/>
                  </a:lnTo>
                  <a:lnTo>
                    <a:pt x="52311" y="27355"/>
                  </a:lnTo>
                  <a:lnTo>
                    <a:pt x="51943" y="28740"/>
                  </a:lnTo>
                  <a:lnTo>
                    <a:pt x="51460" y="29044"/>
                  </a:lnTo>
                  <a:lnTo>
                    <a:pt x="51282" y="29794"/>
                  </a:lnTo>
                  <a:lnTo>
                    <a:pt x="51117" y="30429"/>
                  </a:lnTo>
                  <a:lnTo>
                    <a:pt x="51473" y="31191"/>
                  </a:lnTo>
                  <a:lnTo>
                    <a:pt x="52222" y="31343"/>
                  </a:lnTo>
                  <a:lnTo>
                    <a:pt x="52997" y="31521"/>
                  </a:lnTo>
                  <a:lnTo>
                    <a:pt x="53619" y="31089"/>
                  </a:lnTo>
                  <a:lnTo>
                    <a:pt x="53784" y="30378"/>
                  </a:lnTo>
                  <a:lnTo>
                    <a:pt x="54152" y="30403"/>
                  </a:lnTo>
                  <a:lnTo>
                    <a:pt x="54991" y="29946"/>
                  </a:lnTo>
                  <a:lnTo>
                    <a:pt x="55257" y="29044"/>
                  </a:lnTo>
                  <a:lnTo>
                    <a:pt x="55460" y="28155"/>
                  </a:lnTo>
                  <a:close/>
                </a:path>
                <a:path w="86360" h="183515">
                  <a:moveTo>
                    <a:pt x="56210" y="85763"/>
                  </a:moveTo>
                  <a:lnTo>
                    <a:pt x="55600" y="84734"/>
                  </a:lnTo>
                  <a:lnTo>
                    <a:pt x="54965" y="83705"/>
                  </a:lnTo>
                  <a:lnTo>
                    <a:pt x="53670" y="83400"/>
                  </a:lnTo>
                  <a:lnTo>
                    <a:pt x="52616" y="84048"/>
                  </a:lnTo>
                  <a:lnTo>
                    <a:pt x="51638" y="84658"/>
                  </a:lnTo>
                  <a:lnTo>
                    <a:pt x="51257" y="86042"/>
                  </a:lnTo>
                  <a:lnTo>
                    <a:pt x="51879" y="87058"/>
                  </a:lnTo>
                  <a:lnTo>
                    <a:pt x="52552" y="88087"/>
                  </a:lnTo>
                  <a:lnTo>
                    <a:pt x="53873" y="88341"/>
                  </a:lnTo>
                  <a:lnTo>
                    <a:pt x="54902" y="87731"/>
                  </a:lnTo>
                  <a:lnTo>
                    <a:pt x="55930" y="87096"/>
                  </a:lnTo>
                  <a:lnTo>
                    <a:pt x="56210" y="85763"/>
                  </a:lnTo>
                  <a:close/>
                </a:path>
                <a:path w="86360" h="183515">
                  <a:moveTo>
                    <a:pt x="56362" y="76174"/>
                  </a:moveTo>
                  <a:lnTo>
                    <a:pt x="55651" y="74955"/>
                  </a:lnTo>
                  <a:lnTo>
                    <a:pt x="54825" y="73748"/>
                  </a:lnTo>
                  <a:lnTo>
                    <a:pt x="53670" y="73533"/>
                  </a:lnTo>
                  <a:lnTo>
                    <a:pt x="53860" y="72783"/>
                  </a:lnTo>
                  <a:lnTo>
                    <a:pt x="53340" y="71932"/>
                  </a:lnTo>
                  <a:lnTo>
                    <a:pt x="52463" y="71678"/>
                  </a:lnTo>
                  <a:lnTo>
                    <a:pt x="51587" y="71424"/>
                  </a:lnTo>
                  <a:lnTo>
                    <a:pt x="50723" y="71983"/>
                  </a:lnTo>
                  <a:lnTo>
                    <a:pt x="50533" y="72859"/>
                  </a:lnTo>
                  <a:lnTo>
                    <a:pt x="50304" y="73723"/>
                  </a:lnTo>
                  <a:lnTo>
                    <a:pt x="50800" y="74663"/>
                  </a:lnTo>
                  <a:lnTo>
                    <a:pt x="51155" y="74726"/>
                  </a:lnTo>
                  <a:lnTo>
                    <a:pt x="50787" y="74980"/>
                  </a:lnTo>
                  <a:lnTo>
                    <a:pt x="50406" y="76530"/>
                  </a:lnTo>
                  <a:lnTo>
                    <a:pt x="51993" y="78981"/>
                  </a:lnTo>
                  <a:lnTo>
                    <a:pt x="53543" y="79336"/>
                  </a:lnTo>
                  <a:lnTo>
                    <a:pt x="56007" y="77838"/>
                  </a:lnTo>
                  <a:lnTo>
                    <a:pt x="56362" y="76174"/>
                  </a:lnTo>
                  <a:close/>
                </a:path>
                <a:path w="86360" h="183515">
                  <a:moveTo>
                    <a:pt x="56730" y="57035"/>
                  </a:moveTo>
                  <a:lnTo>
                    <a:pt x="56057" y="55956"/>
                  </a:lnTo>
                  <a:lnTo>
                    <a:pt x="55092" y="55702"/>
                  </a:lnTo>
                  <a:lnTo>
                    <a:pt x="53987" y="55422"/>
                  </a:lnTo>
                  <a:lnTo>
                    <a:pt x="53009" y="56032"/>
                  </a:lnTo>
                  <a:lnTo>
                    <a:pt x="52603" y="55511"/>
                  </a:lnTo>
                  <a:lnTo>
                    <a:pt x="50965" y="55346"/>
                  </a:lnTo>
                  <a:lnTo>
                    <a:pt x="49885" y="56261"/>
                  </a:lnTo>
                  <a:lnTo>
                    <a:pt x="48742" y="57175"/>
                  </a:lnTo>
                  <a:lnTo>
                    <a:pt x="48793" y="56413"/>
                  </a:lnTo>
                  <a:lnTo>
                    <a:pt x="47650" y="54914"/>
                  </a:lnTo>
                  <a:lnTo>
                    <a:pt x="46494" y="54838"/>
                  </a:lnTo>
                  <a:lnTo>
                    <a:pt x="45770" y="55422"/>
                  </a:lnTo>
                  <a:lnTo>
                    <a:pt x="45631" y="55537"/>
                  </a:lnTo>
                  <a:lnTo>
                    <a:pt x="45453" y="55219"/>
                  </a:lnTo>
                  <a:lnTo>
                    <a:pt x="44602" y="55041"/>
                  </a:lnTo>
                  <a:lnTo>
                    <a:pt x="43751" y="54825"/>
                  </a:lnTo>
                  <a:lnTo>
                    <a:pt x="42938" y="55295"/>
                  </a:lnTo>
                  <a:lnTo>
                    <a:pt x="42672" y="56172"/>
                  </a:lnTo>
                  <a:lnTo>
                    <a:pt x="42468" y="57010"/>
                  </a:lnTo>
                  <a:lnTo>
                    <a:pt x="43014" y="57912"/>
                  </a:lnTo>
                  <a:lnTo>
                    <a:pt x="43840" y="58140"/>
                  </a:lnTo>
                  <a:lnTo>
                    <a:pt x="44691" y="58331"/>
                  </a:lnTo>
                  <a:lnTo>
                    <a:pt x="45478" y="57861"/>
                  </a:lnTo>
                  <a:lnTo>
                    <a:pt x="46151" y="58635"/>
                  </a:lnTo>
                  <a:lnTo>
                    <a:pt x="47231" y="58762"/>
                  </a:lnTo>
                  <a:lnTo>
                    <a:pt x="47942" y="58102"/>
                  </a:lnTo>
                  <a:lnTo>
                    <a:pt x="48704" y="57518"/>
                  </a:lnTo>
                  <a:lnTo>
                    <a:pt x="48602" y="58826"/>
                  </a:lnTo>
                  <a:lnTo>
                    <a:pt x="49453" y="59969"/>
                  </a:lnTo>
                  <a:lnTo>
                    <a:pt x="50431" y="61061"/>
                  </a:lnTo>
                  <a:lnTo>
                    <a:pt x="52044" y="61214"/>
                  </a:lnTo>
                  <a:lnTo>
                    <a:pt x="54127" y="59512"/>
                  </a:lnTo>
                  <a:lnTo>
                    <a:pt x="55156" y="59728"/>
                  </a:lnTo>
                  <a:lnTo>
                    <a:pt x="56197" y="59080"/>
                  </a:lnTo>
                  <a:lnTo>
                    <a:pt x="56464" y="58013"/>
                  </a:lnTo>
                  <a:lnTo>
                    <a:pt x="56730" y="57035"/>
                  </a:lnTo>
                  <a:close/>
                </a:path>
                <a:path w="86360" h="183515">
                  <a:moveTo>
                    <a:pt x="57099" y="6819"/>
                  </a:moveTo>
                  <a:lnTo>
                    <a:pt x="56603" y="5981"/>
                  </a:lnTo>
                  <a:lnTo>
                    <a:pt x="55753" y="5740"/>
                  </a:lnTo>
                  <a:lnTo>
                    <a:pt x="54825" y="5562"/>
                  </a:lnTo>
                  <a:lnTo>
                    <a:pt x="53949" y="6108"/>
                  </a:lnTo>
                  <a:lnTo>
                    <a:pt x="53771" y="6934"/>
                  </a:lnTo>
                  <a:lnTo>
                    <a:pt x="53555" y="7823"/>
                  </a:lnTo>
                  <a:lnTo>
                    <a:pt x="54089" y="8686"/>
                  </a:lnTo>
                  <a:lnTo>
                    <a:pt x="54978" y="8864"/>
                  </a:lnTo>
                  <a:lnTo>
                    <a:pt x="55854" y="9080"/>
                  </a:lnTo>
                  <a:lnTo>
                    <a:pt x="56692" y="8597"/>
                  </a:lnTo>
                  <a:lnTo>
                    <a:pt x="56921" y="7721"/>
                  </a:lnTo>
                  <a:lnTo>
                    <a:pt x="57099" y="6819"/>
                  </a:lnTo>
                  <a:close/>
                </a:path>
                <a:path w="86360" h="183515">
                  <a:moveTo>
                    <a:pt x="58267" y="63068"/>
                  </a:moveTo>
                  <a:lnTo>
                    <a:pt x="57912" y="62458"/>
                  </a:lnTo>
                  <a:lnTo>
                    <a:pt x="57556" y="61861"/>
                  </a:lnTo>
                  <a:lnTo>
                    <a:pt x="56730" y="61683"/>
                  </a:lnTo>
                  <a:lnTo>
                    <a:pt x="56121" y="62077"/>
                  </a:lnTo>
                  <a:lnTo>
                    <a:pt x="55524" y="62445"/>
                  </a:lnTo>
                  <a:lnTo>
                    <a:pt x="55346" y="63258"/>
                  </a:lnTo>
                  <a:lnTo>
                    <a:pt x="55714" y="63830"/>
                  </a:lnTo>
                  <a:lnTo>
                    <a:pt x="56121" y="64477"/>
                  </a:lnTo>
                  <a:lnTo>
                    <a:pt x="56896" y="64668"/>
                  </a:lnTo>
                  <a:lnTo>
                    <a:pt x="57467" y="64300"/>
                  </a:lnTo>
                  <a:lnTo>
                    <a:pt x="58102" y="63830"/>
                  </a:lnTo>
                  <a:lnTo>
                    <a:pt x="58267" y="63068"/>
                  </a:lnTo>
                  <a:close/>
                </a:path>
                <a:path w="86360" h="183515">
                  <a:moveTo>
                    <a:pt x="58826" y="46228"/>
                  </a:moveTo>
                  <a:lnTo>
                    <a:pt x="58267" y="45351"/>
                  </a:lnTo>
                  <a:lnTo>
                    <a:pt x="57391" y="45123"/>
                  </a:lnTo>
                  <a:lnTo>
                    <a:pt x="56540" y="44907"/>
                  </a:lnTo>
                  <a:lnTo>
                    <a:pt x="55651" y="45453"/>
                  </a:lnTo>
                  <a:lnTo>
                    <a:pt x="55448" y="46342"/>
                  </a:lnTo>
                  <a:lnTo>
                    <a:pt x="55206" y="47205"/>
                  </a:lnTo>
                  <a:lnTo>
                    <a:pt x="55778" y="48094"/>
                  </a:lnTo>
                  <a:lnTo>
                    <a:pt x="57505" y="48475"/>
                  </a:lnTo>
                  <a:lnTo>
                    <a:pt x="58381" y="47942"/>
                  </a:lnTo>
                  <a:lnTo>
                    <a:pt x="58610" y="47104"/>
                  </a:lnTo>
                  <a:lnTo>
                    <a:pt x="58826" y="46228"/>
                  </a:lnTo>
                  <a:close/>
                </a:path>
                <a:path w="86360" h="183515">
                  <a:moveTo>
                    <a:pt x="61722" y="103416"/>
                  </a:moveTo>
                  <a:lnTo>
                    <a:pt x="61087" y="102362"/>
                  </a:lnTo>
                  <a:lnTo>
                    <a:pt x="59994" y="102108"/>
                  </a:lnTo>
                  <a:lnTo>
                    <a:pt x="58953" y="101815"/>
                  </a:lnTo>
                  <a:lnTo>
                    <a:pt x="57924" y="102463"/>
                  </a:lnTo>
                  <a:lnTo>
                    <a:pt x="57607" y="103543"/>
                  </a:lnTo>
                  <a:lnTo>
                    <a:pt x="57416" y="104559"/>
                  </a:lnTo>
                  <a:lnTo>
                    <a:pt x="58039" y="105600"/>
                  </a:lnTo>
                  <a:lnTo>
                    <a:pt x="59080" y="105930"/>
                  </a:lnTo>
                  <a:lnTo>
                    <a:pt x="60172" y="106146"/>
                  </a:lnTo>
                  <a:lnTo>
                    <a:pt x="61188" y="105486"/>
                  </a:lnTo>
                  <a:lnTo>
                    <a:pt x="61722" y="103416"/>
                  </a:lnTo>
                  <a:close/>
                </a:path>
                <a:path w="86360" h="183515">
                  <a:moveTo>
                    <a:pt x="62877" y="35496"/>
                  </a:moveTo>
                  <a:lnTo>
                    <a:pt x="62369" y="34531"/>
                  </a:lnTo>
                  <a:lnTo>
                    <a:pt x="61493" y="34340"/>
                  </a:lnTo>
                  <a:lnTo>
                    <a:pt x="60629" y="34137"/>
                  </a:lnTo>
                  <a:lnTo>
                    <a:pt x="59766" y="34620"/>
                  </a:lnTo>
                  <a:lnTo>
                    <a:pt x="59550" y="35560"/>
                  </a:lnTo>
                  <a:lnTo>
                    <a:pt x="59309" y="36423"/>
                  </a:lnTo>
                  <a:lnTo>
                    <a:pt x="59855" y="37274"/>
                  </a:lnTo>
                  <a:lnTo>
                    <a:pt x="60769" y="37503"/>
                  </a:lnTo>
                  <a:lnTo>
                    <a:pt x="61569" y="37731"/>
                  </a:lnTo>
                  <a:lnTo>
                    <a:pt x="62458" y="37185"/>
                  </a:lnTo>
                  <a:lnTo>
                    <a:pt x="62687" y="36283"/>
                  </a:lnTo>
                  <a:lnTo>
                    <a:pt x="62877" y="35496"/>
                  </a:lnTo>
                  <a:close/>
                </a:path>
                <a:path w="86360" h="183515">
                  <a:moveTo>
                    <a:pt x="64528" y="52273"/>
                  </a:moveTo>
                  <a:lnTo>
                    <a:pt x="64211" y="51752"/>
                  </a:lnTo>
                  <a:lnTo>
                    <a:pt x="63665" y="51587"/>
                  </a:lnTo>
                  <a:lnTo>
                    <a:pt x="63182" y="51460"/>
                  </a:lnTo>
                  <a:lnTo>
                    <a:pt x="62661" y="51803"/>
                  </a:lnTo>
                  <a:lnTo>
                    <a:pt x="62496" y="52349"/>
                  </a:lnTo>
                  <a:lnTo>
                    <a:pt x="62407" y="52806"/>
                  </a:lnTo>
                  <a:lnTo>
                    <a:pt x="62725" y="53340"/>
                  </a:lnTo>
                  <a:lnTo>
                    <a:pt x="63258" y="53492"/>
                  </a:lnTo>
                  <a:lnTo>
                    <a:pt x="63741" y="53632"/>
                  </a:lnTo>
                  <a:lnTo>
                    <a:pt x="64211" y="53327"/>
                  </a:lnTo>
                  <a:lnTo>
                    <a:pt x="64439" y="52793"/>
                  </a:lnTo>
                  <a:lnTo>
                    <a:pt x="64528" y="52273"/>
                  </a:lnTo>
                  <a:close/>
                </a:path>
                <a:path w="86360" h="183515">
                  <a:moveTo>
                    <a:pt x="66116" y="7670"/>
                  </a:moveTo>
                  <a:lnTo>
                    <a:pt x="65824" y="7137"/>
                  </a:lnTo>
                  <a:lnTo>
                    <a:pt x="65290" y="6985"/>
                  </a:lnTo>
                  <a:lnTo>
                    <a:pt x="64757" y="6858"/>
                  </a:lnTo>
                  <a:lnTo>
                    <a:pt x="64185" y="7188"/>
                  </a:lnTo>
                  <a:lnTo>
                    <a:pt x="64096" y="7772"/>
                  </a:lnTo>
                  <a:lnTo>
                    <a:pt x="63995" y="8242"/>
                  </a:lnTo>
                  <a:lnTo>
                    <a:pt x="64274" y="8750"/>
                  </a:lnTo>
                  <a:lnTo>
                    <a:pt x="64770" y="8877"/>
                  </a:lnTo>
                  <a:lnTo>
                    <a:pt x="65354" y="9017"/>
                  </a:lnTo>
                  <a:lnTo>
                    <a:pt x="65849" y="8712"/>
                  </a:lnTo>
                  <a:lnTo>
                    <a:pt x="66001" y="8178"/>
                  </a:lnTo>
                  <a:lnTo>
                    <a:pt x="66116" y="7670"/>
                  </a:lnTo>
                  <a:close/>
                </a:path>
                <a:path w="86360" h="183515">
                  <a:moveTo>
                    <a:pt x="70789" y="64909"/>
                  </a:moveTo>
                  <a:lnTo>
                    <a:pt x="70002" y="64008"/>
                  </a:lnTo>
                  <a:lnTo>
                    <a:pt x="69253" y="63055"/>
                  </a:lnTo>
                  <a:lnTo>
                    <a:pt x="67856" y="62877"/>
                  </a:lnTo>
                  <a:lnTo>
                    <a:pt x="66916" y="63715"/>
                  </a:lnTo>
                  <a:lnTo>
                    <a:pt x="66001" y="64465"/>
                  </a:lnTo>
                  <a:lnTo>
                    <a:pt x="65925" y="65811"/>
                  </a:lnTo>
                  <a:lnTo>
                    <a:pt x="66624" y="66763"/>
                  </a:lnTo>
                  <a:lnTo>
                    <a:pt x="67437" y="67678"/>
                  </a:lnTo>
                  <a:lnTo>
                    <a:pt x="68795" y="67843"/>
                  </a:lnTo>
                  <a:lnTo>
                    <a:pt x="69697" y="67106"/>
                  </a:lnTo>
                  <a:lnTo>
                    <a:pt x="70599" y="66281"/>
                  </a:lnTo>
                  <a:lnTo>
                    <a:pt x="70789" y="64909"/>
                  </a:lnTo>
                  <a:close/>
                </a:path>
                <a:path w="86360" h="183515">
                  <a:moveTo>
                    <a:pt x="71221" y="93929"/>
                  </a:moveTo>
                  <a:lnTo>
                    <a:pt x="70612" y="92837"/>
                  </a:lnTo>
                  <a:lnTo>
                    <a:pt x="69532" y="92621"/>
                  </a:lnTo>
                  <a:lnTo>
                    <a:pt x="68478" y="92392"/>
                  </a:lnTo>
                  <a:lnTo>
                    <a:pt x="68224" y="92544"/>
                  </a:lnTo>
                  <a:lnTo>
                    <a:pt x="68033" y="92189"/>
                  </a:lnTo>
                  <a:lnTo>
                    <a:pt x="67322" y="91173"/>
                  </a:lnTo>
                  <a:lnTo>
                    <a:pt x="66001" y="90893"/>
                  </a:lnTo>
                  <a:lnTo>
                    <a:pt x="65024" y="91528"/>
                  </a:lnTo>
                  <a:lnTo>
                    <a:pt x="63944" y="92176"/>
                  </a:lnTo>
                  <a:lnTo>
                    <a:pt x="63677" y="93560"/>
                  </a:lnTo>
                  <a:lnTo>
                    <a:pt x="64249" y="94551"/>
                  </a:lnTo>
                  <a:lnTo>
                    <a:pt x="64922" y="95567"/>
                  </a:lnTo>
                  <a:lnTo>
                    <a:pt x="66268" y="95859"/>
                  </a:lnTo>
                  <a:lnTo>
                    <a:pt x="67030" y="95377"/>
                  </a:lnTo>
                  <a:lnTo>
                    <a:pt x="67513" y="96177"/>
                  </a:lnTo>
                  <a:lnTo>
                    <a:pt x="68618" y="96405"/>
                  </a:lnTo>
                  <a:lnTo>
                    <a:pt x="69621" y="96634"/>
                  </a:lnTo>
                  <a:lnTo>
                    <a:pt x="70662" y="96024"/>
                  </a:lnTo>
                  <a:lnTo>
                    <a:pt x="70980" y="94996"/>
                  </a:lnTo>
                  <a:lnTo>
                    <a:pt x="71221" y="93929"/>
                  </a:lnTo>
                  <a:close/>
                </a:path>
                <a:path w="86360" h="183515">
                  <a:moveTo>
                    <a:pt x="71247" y="75869"/>
                  </a:moveTo>
                  <a:lnTo>
                    <a:pt x="70802" y="75298"/>
                  </a:lnTo>
                  <a:lnTo>
                    <a:pt x="70332" y="74764"/>
                  </a:lnTo>
                  <a:lnTo>
                    <a:pt x="69494" y="74676"/>
                  </a:lnTo>
                  <a:lnTo>
                    <a:pt x="68897" y="75158"/>
                  </a:lnTo>
                  <a:lnTo>
                    <a:pt x="68364" y="75577"/>
                  </a:lnTo>
                  <a:lnTo>
                    <a:pt x="68262" y="76403"/>
                  </a:lnTo>
                  <a:lnTo>
                    <a:pt x="68719" y="76987"/>
                  </a:lnTo>
                  <a:lnTo>
                    <a:pt x="69189" y="77558"/>
                  </a:lnTo>
                  <a:lnTo>
                    <a:pt x="69989" y="77660"/>
                  </a:lnTo>
                  <a:lnTo>
                    <a:pt x="70548" y="77177"/>
                  </a:lnTo>
                  <a:lnTo>
                    <a:pt x="71132" y="76708"/>
                  </a:lnTo>
                  <a:lnTo>
                    <a:pt x="71247" y="75869"/>
                  </a:lnTo>
                  <a:close/>
                </a:path>
                <a:path w="86360" h="183515">
                  <a:moveTo>
                    <a:pt x="71882" y="36271"/>
                  </a:moveTo>
                  <a:lnTo>
                    <a:pt x="71589" y="35725"/>
                  </a:lnTo>
                  <a:lnTo>
                    <a:pt x="71056" y="35610"/>
                  </a:lnTo>
                  <a:lnTo>
                    <a:pt x="70510" y="35483"/>
                  </a:lnTo>
                  <a:lnTo>
                    <a:pt x="69977" y="35826"/>
                  </a:lnTo>
                  <a:lnTo>
                    <a:pt x="69862" y="36296"/>
                  </a:lnTo>
                  <a:lnTo>
                    <a:pt x="69723" y="36804"/>
                  </a:lnTo>
                  <a:lnTo>
                    <a:pt x="70040" y="37376"/>
                  </a:lnTo>
                  <a:lnTo>
                    <a:pt x="70548" y="37490"/>
                  </a:lnTo>
                  <a:lnTo>
                    <a:pt x="71107" y="37630"/>
                  </a:lnTo>
                  <a:lnTo>
                    <a:pt x="71640" y="37287"/>
                  </a:lnTo>
                  <a:lnTo>
                    <a:pt x="71755" y="36779"/>
                  </a:lnTo>
                  <a:lnTo>
                    <a:pt x="71882" y="36271"/>
                  </a:lnTo>
                  <a:close/>
                </a:path>
                <a:path w="86360" h="183515">
                  <a:moveTo>
                    <a:pt x="72224" y="114185"/>
                  </a:moveTo>
                  <a:lnTo>
                    <a:pt x="71539" y="112915"/>
                  </a:lnTo>
                  <a:lnTo>
                    <a:pt x="70764" y="112687"/>
                  </a:lnTo>
                  <a:lnTo>
                    <a:pt x="70116" y="113017"/>
                  </a:lnTo>
                  <a:lnTo>
                    <a:pt x="69507" y="113372"/>
                  </a:lnTo>
                  <a:lnTo>
                    <a:pt x="69215" y="114185"/>
                  </a:lnTo>
                  <a:lnTo>
                    <a:pt x="69888" y="115430"/>
                  </a:lnTo>
                  <a:lnTo>
                    <a:pt x="70700" y="115709"/>
                  </a:lnTo>
                  <a:lnTo>
                    <a:pt x="71361" y="115354"/>
                  </a:lnTo>
                  <a:lnTo>
                    <a:pt x="71983" y="114960"/>
                  </a:lnTo>
                  <a:lnTo>
                    <a:pt x="72224" y="114185"/>
                  </a:lnTo>
                  <a:close/>
                </a:path>
                <a:path w="86360" h="183515">
                  <a:moveTo>
                    <a:pt x="73075" y="156629"/>
                  </a:moveTo>
                  <a:lnTo>
                    <a:pt x="72771" y="156095"/>
                  </a:lnTo>
                  <a:lnTo>
                    <a:pt x="72212" y="155981"/>
                  </a:lnTo>
                  <a:lnTo>
                    <a:pt x="71678" y="155854"/>
                  </a:lnTo>
                  <a:lnTo>
                    <a:pt x="71145" y="156159"/>
                  </a:lnTo>
                  <a:lnTo>
                    <a:pt x="71056" y="156743"/>
                  </a:lnTo>
                  <a:lnTo>
                    <a:pt x="70891" y="157226"/>
                  </a:lnTo>
                  <a:lnTo>
                    <a:pt x="71208" y="157784"/>
                  </a:lnTo>
                  <a:lnTo>
                    <a:pt x="71767" y="157873"/>
                  </a:lnTo>
                  <a:lnTo>
                    <a:pt x="72263" y="158000"/>
                  </a:lnTo>
                  <a:lnTo>
                    <a:pt x="72821" y="157708"/>
                  </a:lnTo>
                  <a:lnTo>
                    <a:pt x="72961" y="157162"/>
                  </a:lnTo>
                  <a:lnTo>
                    <a:pt x="73075" y="156629"/>
                  </a:lnTo>
                  <a:close/>
                </a:path>
                <a:path w="86360" h="183515">
                  <a:moveTo>
                    <a:pt x="75819" y="52565"/>
                  </a:moveTo>
                  <a:lnTo>
                    <a:pt x="75285" y="51625"/>
                  </a:lnTo>
                  <a:lnTo>
                    <a:pt x="74396" y="51422"/>
                  </a:lnTo>
                  <a:lnTo>
                    <a:pt x="73533" y="51193"/>
                  </a:lnTo>
                  <a:lnTo>
                    <a:pt x="72656" y="51739"/>
                  </a:lnTo>
                  <a:lnTo>
                    <a:pt x="72440" y="52616"/>
                  </a:lnTo>
                  <a:lnTo>
                    <a:pt x="72186" y="53467"/>
                  </a:lnTo>
                  <a:lnTo>
                    <a:pt x="72771" y="54356"/>
                  </a:lnTo>
                  <a:lnTo>
                    <a:pt x="73583" y="54571"/>
                  </a:lnTo>
                  <a:lnTo>
                    <a:pt x="74485" y="54813"/>
                  </a:lnTo>
                  <a:lnTo>
                    <a:pt x="75374" y="54267"/>
                  </a:lnTo>
                  <a:lnTo>
                    <a:pt x="75552" y="53378"/>
                  </a:lnTo>
                  <a:lnTo>
                    <a:pt x="75819" y="52565"/>
                  </a:lnTo>
                  <a:close/>
                </a:path>
                <a:path w="86360" h="183515">
                  <a:moveTo>
                    <a:pt x="85661" y="111683"/>
                  </a:moveTo>
                  <a:lnTo>
                    <a:pt x="85077" y="110667"/>
                  </a:lnTo>
                  <a:lnTo>
                    <a:pt x="84531" y="109613"/>
                  </a:lnTo>
                  <a:lnTo>
                    <a:pt x="83210" y="109194"/>
                  </a:lnTo>
                  <a:lnTo>
                    <a:pt x="82181" y="109728"/>
                  </a:lnTo>
                  <a:lnTo>
                    <a:pt x="81089" y="110324"/>
                  </a:lnTo>
                  <a:lnTo>
                    <a:pt x="80746" y="111633"/>
                  </a:lnTo>
                  <a:lnTo>
                    <a:pt x="81254" y="112725"/>
                  </a:lnTo>
                  <a:lnTo>
                    <a:pt x="81838" y="113779"/>
                  </a:lnTo>
                  <a:lnTo>
                    <a:pt x="83159" y="114147"/>
                  </a:lnTo>
                  <a:lnTo>
                    <a:pt x="84162" y="113614"/>
                  </a:lnTo>
                  <a:lnTo>
                    <a:pt x="85280" y="113042"/>
                  </a:lnTo>
                  <a:lnTo>
                    <a:pt x="85661" y="111683"/>
                  </a:lnTo>
                  <a:close/>
                </a:path>
                <a:path w="86360" h="183515">
                  <a:moveTo>
                    <a:pt x="86258" y="46088"/>
                  </a:moveTo>
                  <a:lnTo>
                    <a:pt x="85293" y="45021"/>
                  </a:lnTo>
                  <a:lnTo>
                    <a:pt x="84404" y="43827"/>
                  </a:lnTo>
                  <a:lnTo>
                    <a:pt x="82727" y="43662"/>
                  </a:lnTo>
                  <a:lnTo>
                    <a:pt x="81597" y="44602"/>
                  </a:lnTo>
                  <a:lnTo>
                    <a:pt x="80492" y="45504"/>
                  </a:lnTo>
                  <a:lnTo>
                    <a:pt x="80391" y="47167"/>
                  </a:lnTo>
                  <a:lnTo>
                    <a:pt x="81254" y="48247"/>
                  </a:lnTo>
                  <a:lnTo>
                    <a:pt x="82143" y="49428"/>
                  </a:lnTo>
                  <a:lnTo>
                    <a:pt x="83794" y="49542"/>
                  </a:lnTo>
                  <a:lnTo>
                    <a:pt x="84950" y="48628"/>
                  </a:lnTo>
                  <a:lnTo>
                    <a:pt x="86004" y="47764"/>
                  </a:lnTo>
                  <a:lnTo>
                    <a:pt x="86258" y="46088"/>
                  </a:lnTo>
                  <a:close/>
                </a:path>
              </a:pathLst>
            </a:custGeom>
            <a:solidFill>
              <a:srgbClr val="044D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3441509" y="8393499"/>
              <a:ext cx="215900" cy="276860"/>
            </a:xfrm>
            <a:custGeom>
              <a:avLst/>
              <a:gdLst/>
              <a:ahLst/>
              <a:cxnLst/>
              <a:rect l="l" t="t" r="r" b="b"/>
              <a:pathLst>
                <a:path w="215900" h="276859">
                  <a:moveTo>
                    <a:pt x="3352" y="182333"/>
                  </a:moveTo>
                  <a:lnTo>
                    <a:pt x="3022" y="181660"/>
                  </a:lnTo>
                  <a:lnTo>
                    <a:pt x="2565" y="180924"/>
                  </a:lnTo>
                  <a:lnTo>
                    <a:pt x="1689" y="180657"/>
                  </a:lnTo>
                  <a:lnTo>
                    <a:pt x="965" y="181076"/>
                  </a:lnTo>
                  <a:lnTo>
                    <a:pt x="215" y="181444"/>
                  </a:lnTo>
                  <a:lnTo>
                    <a:pt x="0" y="182384"/>
                  </a:lnTo>
                  <a:lnTo>
                    <a:pt x="393" y="183134"/>
                  </a:lnTo>
                  <a:lnTo>
                    <a:pt x="812" y="183807"/>
                  </a:lnTo>
                  <a:lnTo>
                    <a:pt x="1676" y="184061"/>
                  </a:lnTo>
                  <a:lnTo>
                    <a:pt x="3149" y="183261"/>
                  </a:lnTo>
                  <a:lnTo>
                    <a:pt x="3352" y="182333"/>
                  </a:lnTo>
                  <a:close/>
                </a:path>
                <a:path w="215900" h="276859">
                  <a:moveTo>
                    <a:pt x="7518" y="196583"/>
                  </a:moveTo>
                  <a:lnTo>
                    <a:pt x="6883" y="195389"/>
                  </a:lnTo>
                  <a:lnTo>
                    <a:pt x="6184" y="194144"/>
                  </a:lnTo>
                  <a:lnTo>
                    <a:pt x="4737" y="193687"/>
                  </a:lnTo>
                  <a:lnTo>
                    <a:pt x="3492" y="194386"/>
                  </a:lnTo>
                  <a:lnTo>
                    <a:pt x="2324" y="195072"/>
                  </a:lnTo>
                  <a:lnTo>
                    <a:pt x="1828" y="196608"/>
                  </a:lnTo>
                  <a:lnTo>
                    <a:pt x="2501" y="197777"/>
                  </a:lnTo>
                  <a:lnTo>
                    <a:pt x="3213" y="198894"/>
                  </a:lnTo>
                  <a:lnTo>
                    <a:pt x="4686" y="199377"/>
                  </a:lnTo>
                  <a:lnTo>
                    <a:pt x="5880" y="198742"/>
                  </a:lnTo>
                  <a:lnTo>
                    <a:pt x="7086" y="198081"/>
                  </a:lnTo>
                  <a:lnTo>
                    <a:pt x="7518" y="196583"/>
                  </a:lnTo>
                  <a:close/>
                </a:path>
                <a:path w="215900" h="276859">
                  <a:moveTo>
                    <a:pt x="16916" y="183019"/>
                  </a:moveTo>
                  <a:lnTo>
                    <a:pt x="16217" y="181813"/>
                  </a:lnTo>
                  <a:lnTo>
                    <a:pt x="15570" y="180581"/>
                  </a:lnTo>
                  <a:lnTo>
                    <a:pt x="14046" y="180162"/>
                  </a:lnTo>
                  <a:lnTo>
                    <a:pt x="12877" y="180759"/>
                  </a:lnTo>
                  <a:lnTo>
                    <a:pt x="11658" y="181444"/>
                  </a:lnTo>
                  <a:lnTo>
                    <a:pt x="11176" y="182968"/>
                  </a:lnTo>
                  <a:lnTo>
                    <a:pt x="11874" y="184188"/>
                  </a:lnTo>
                  <a:lnTo>
                    <a:pt x="12496" y="185394"/>
                  </a:lnTo>
                  <a:lnTo>
                    <a:pt x="14058" y="185788"/>
                  </a:lnTo>
                  <a:lnTo>
                    <a:pt x="15227" y="185115"/>
                  </a:lnTo>
                  <a:lnTo>
                    <a:pt x="16446" y="184467"/>
                  </a:lnTo>
                  <a:lnTo>
                    <a:pt x="16916" y="183019"/>
                  </a:lnTo>
                  <a:close/>
                </a:path>
                <a:path w="215900" h="276859">
                  <a:moveTo>
                    <a:pt x="21742" y="205066"/>
                  </a:moveTo>
                  <a:lnTo>
                    <a:pt x="21361" y="204355"/>
                  </a:lnTo>
                  <a:lnTo>
                    <a:pt x="21018" y="203606"/>
                  </a:lnTo>
                  <a:lnTo>
                    <a:pt x="20129" y="203301"/>
                  </a:lnTo>
                  <a:lnTo>
                    <a:pt x="19405" y="203708"/>
                  </a:lnTo>
                  <a:lnTo>
                    <a:pt x="18643" y="204101"/>
                  </a:lnTo>
                  <a:lnTo>
                    <a:pt x="18453" y="204990"/>
                  </a:lnTo>
                  <a:lnTo>
                    <a:pt x="18757" y="205701"/>
                  </a:lnTo>
                  <a:lnTo>
                    <a:pt x="19113" y="206451"/>
                  </a:lnTo>
                  <a:lnTo>
                    <a:pt x="20015" y="206768"/>
                  </a:lnTo>
                  <a:lnTo>
                    <a:pt x="20764" y="206324"/>
                  </a:lnTo>
                  <a:lnTo>
                    <a:pt x="21437" y="205994"/>
                  </a:lnTo>
                  <a:lnTo>
                    <a:pt x="21742" y="205066"/>
                  </a:lnTo>
                  <a:close/>
                </a:path>
                <a:path w="215900" h="276859">
                  <a:moveTo>
                    <a:pt x="25514" y="219265"/>
                  </a:moveTo>
                  <a:lnTo>
                    <a:pt x="24904" y="218071"/>
                  </a:lnTo>
                  <a:lnTo>
                    <a:pt x="24269" y="216852"/>
                  </a:lnTo>
                  <a:lnTo>
                    <a:pt x="22796" y="216395"/>
                  </a:lnTo>
                  <a:lnTo>
                    <a:pt x="21590" y="217017"/>
                  </a:lnTo>
                  <a:lnTo>
                    <a:pt x="20383" y="217589"/>
                  </a:lnTo>
                  <a:lnTo>
                    <a:pt x="19888" y="219087"/>
                  </a:lnTo>
                  <a:lnTo>
                    <a:pt x="20510" y="220294"/>
                  </a:lnTo>
                  <a:lnTo>
                    <a:pt x="21069" y="221488"/>
                  </a:lnTo>
                  <a:lnTo>
                    <a:pt x="22593" y="221983"/>
                  </a:lnTo>
                  <a:lnTo>
                    <a:pt x="23799" y="221348"/>
                  </a:lnTo>
                  <a:lnTo>
                    <a:pt x="25019" y="220726"/>
                  </a:lnTo>
                  <a:lnTo>
                    <a:pt x="25514" y="219265"/>
                  </a:lnTo>
                  <a:close/>
                </a:path>
                <a:path w="215900" h="276859">
                  <a:moveTo>
                    <a:pt x="28270" y="183197"/>
                  </a:moveTo>
                  <a:lnTo>
                    <a:pt x="27495" y="181800"/>
                  </a:lnTo>
                  <a:lnTo>
                    <a:pt x="26733" y="180378"/>
                  </a:lnTo>
                  <a:lnTo>
                    <a:pt x="24904" y="179832"/>
                  </a:lnTo>
                  <a:lnTo>
                    <a:pt x="21996" y="181432"/>
                  </a:lnTo>
                  <a:lnTo>
                    <a:pt x="21488" y="183197"/>
                  </a:lnTo>
                  <a:lnTo>
                    <a:pt x="22263" y="184683"/>
                  </a:lnTo>
                  <a:lnTo>
                    <a:pt x="23075" y="186080"/>
                  </a:lnTo>
                  <a:lnTo>
                    <a:pt x="24853" y="186651"/>
                  </a:lnTo>
                  <a:lnTo>
                    <a:pt x="26314" y="185801"/>
                  </a:lnTo>
                  <a:lnTo>
                    <a:pt x="27749" y="185039"/>
                  </a:lnTo>
                  <a:lnTo>
                    <a:pt x="28270" y="183197"/>
                  </a:lnTo>
                  <a:close/>
                </a:path>
                <a:path w="215900" h="276859">
                  <a:moveTo>
                    <a:pt x="28841" y="165633"/>
                  </a:moveTo>
                  <a:lnTo>
                    <a:pt x="28067" y="164223"/>
                  </a:lnTo>
                  <a:lnTo>
                    <a:pt x="27241" y="162801"/>
                  </a:lnTo>
                  <a:lnTo>
                    <a:pt x="25450" y="162255"/>
                  </a:lnTo>
                  <a:lnTo>
                    <a:pt x="23964" y="163017"/>
                  </a:lnTo>
                  <a:lnTo>
                    <a:pt x="22529" y="163855"/>
                  </a:lnTo>
                  <a:lnTo>
                    <a:pt x="22059" y="165595"/>
                  </a:lnTo>
                  <a:lnTo>
                    <a:pt x="23583" y="168554"/>
                  </a:lnTo>
                  <a:lnTo>
                    <a:pt x="25438" y="169049"/>
                  </a:lnTo>
                  <a:lnTo>
                    <a:pt x="26860" y="168262"/>
                  </a:lnTo>
                  <a:lnTo>
                    <a:pt x="28295" y="167513"/>
                  </a:lnTo>
                  <a:lnTo>
                    <a:pt x="28841" y="165633"/>
                  </a:lnTo>
                  <a:close/>
                </a:path>
                <a:path w="215900" h="276859">
                  <a:moveTo>
                    <a:pt x="30378" y="160756"/>
                  </a:moveTo>
                  <a:lnTo>
                    <a:pt x="29794" y="159791"/>
                  </a:lnTo>
                  <a:lnTo>
                    <a:pt x="29349" y="158826"/>
                  </a:lnTo>
                  <a:lnTo>
                    <a:pt x="28054" y="158521"/>
                  </a:lnTo>
                  <a:lnTo>
                    <a:pt x="27139" y="159067"/>
                  </a:lnTo>
                  <a:lnTo>
                    <a:pt x="26187" y="159575"/>
                  </a:lnTo>
                  <a:lnTo>
                    <a:pt x="25768" y="160756"/>
                  </a:lnTo>
                  <a:lnTo>
                    <a:pt x="26352" y="161709"/>
                  </a:lnTo>
                  <a:lnTo>
                    <a:pt x="26898" y="162661"/>
                  </a:lnTo>
                  <a:lnTo>
                    <a:pt x="28067" y="163068"/>
                  </a:lnTo>
                  <a:lnTo>
                    <a:pt x="29070" y="162509"/>
                  </a:lnTo>
                  <a:lnTo>
                    <a:pt x="30060" y="161950"/>
                  </a:lnTo>
                  <a:lnTo>
                    <a:pt x="30378" y="160756"/>
                  </a:lnTo>
                  <a:close/>
                </a:path>
                <a:path w="215900" h="276859">
                  <a:moveTo>
                    <a:pt x="33235" y="176479"/>
                  </a:moveTo>
                  <a:lnTo>
                    <a:pt x="32524" y="175272"/>
                  </a:lnTo>
                  <a:lnTo>
                    <a:pt x="31877" y="174091"/>
                  </a:lnTo>
                  <a:lnTo>
                    <a:pt x="30340" y="173647"/>
                  </a:lnTo>
                  <a:lnTo>
                    <a:pt x="29197" y="174244"/>
                  </a:lnTo>
                  <a:lnTo>
                    <a:pt x="27965" y="174955"/>
                  </a:lnTo>
                  <a:lnTo>
                    <a:pt x="27520" y="176491"/>
                  </a:lnTo>
                  <a:lnTo>
                    <a:pt x="28206" y="177673"/>
                  </a:lnTo>
                  <a:lnTo>
                    <a:pt x="28816" y="178866"/>
                  </a:lnTo>
                  <a:lnTo>
                    <a:pt x="30378" y="179247"/>
                  </a:lnTo>
                  <a:lnTo>
                    <a:pt x="31559" y="178600"/>
                  </a:lnTo>
                  <a:lnTo>
                    <a:pt x="32791" y="177952"/>
                  </a:lnTo>
                  <a:lnTo>
                    <a:pt x="33235" y="176479"/>
                  </a:lnTo>
                  <a:close/>
                </a:path>
                <a:path w="215900" h="276859">
                  <a:moveTo>
                    <a:pt x="35064" y="206044"/>
                  </a:moveTo>
                  <a:lnTo>
                    <a:pt x="34467" y="204800"/>
                  </a:lnTo>
                  <a:lnTo>
                    <a:pt x="33832" y="203593"/>
                  </a:lnTo>
                  <a:lnTo>
                    <a:pt x="32397" y="203136"/>
                  </a:lnTo>
                  <a:lnTo>
                    <a:pt x="31191" y="203733"/>
                  </a:lnTo>
                  <a:lnTo>
                    <a:pt x="29933" y="204393"/>
                  </a:lnTo>
                  <a:lnTo>
                    <a:pt x="29489" y="205879"/>
                  </a:lnTo>
                  <a:lnTo>
                    <a:pt x="30149" y="207098"/>
                  </a:lnTo>
                  <a:lnTo>
                    <a:pt x="30721" y="208292"/>
                  </a:lnTo>
                  <a:lnTo>
                    <a:pt x="32207" y="208749"/>
                  </a:lnTo>
                  <a:lnTo>
                    <a:pt x="33413" y="208165"/>
                  </a:lnTo>
                  <a:lnTo>
                    <a:pt x="34671" y="207492"/>
                  </a:lnTo>
                  <a:lnTo>
                    <a:pt x="35064" y="206044"/>
                  </a:lnTo>
                  <a:close/>
                </a:path>
                <a:path w="215900" h="276859">
                  <a:moveTo>
                    <a:pt x="35610" y="171691"/>
                  </a:moveTo>
                  <a:lnTo>
                    <a:pt x="35153" y="171043"/>
                  </a:lnTo>
                  <a:lnTo>
                    <a:pt x="34772" y="170307"/>
                  </a:lnTo>
                  <a:lnTo>
                    <a:pt x="33870" y="170027"/>
                  </a:lnTo>
                  <a:lnTo>
                    <a:pt x="33159" y="170497"/>
                  </a:lnTo>
                  <a:lnTo>
                    <a:pt x="32461" y="170903"/>
                  </a:lnTo>
                  <a:lnTo>
                    <a:pt x="32245" y="171754"/>
                  </a:lnTo>
                  <a:lnTo>
                    <a:pt x="32613" y="172542"/>
                  </a:lnTo>
                  <a:lnTo>
                    <a:pt x="33007" y="173189"/>
                  </a:lnTo>
                  <a:lnTo>
                    <a:pt x="33947" y="173443"/>
                  </a:lnTo>
                  <a:lnTo>
                    <a:pt x="34658" y="173012"/>
                  </a:lnTo>
                  <a:lnTo>
                    <a:pt x="35369" y="172643"/>
                  </a:lnTo>
                  <a:lnTo>
                    <a:pt x="35610" y="171691"/>
                  </a:lnTo>
                  <a:close/>
                </a:path>
                <a:path w="215900" h="276859">
                  <a:moveTo>
                    <a:pt x="36068" y="149072"/>
                  </a:moveTo>
                  <a:lnTo>
                    <a:pt x="35217" y="147650"/>
                  </a:lnTo>
                  <a:lnTo>
                    <a:pt x="34366" y="146253"/>
                  </a:lnTo>
                  <a:lnTo>
                    <a:pt x="32499" y="145783"/>
                  </a:lnTo>
                  <a:lnTo>
                    <a:pt x="29705" y="147523"/>
                  </a:lnTo>
                  <a:lnTo>
                    <a:pt x="29235" y="149313"/>
                  </a:lnTo>
                  <a:lnTo>
                    <a:pt x="30048" y="150799"/>
                  </a:lnTo>
                  <a:lnTo>
                    <a:pt x="30937" y="152196"/>
                  </a:lnTo>
                  <a:lnTo>
                    <a:pt x="32829" y="152552"/>
                  </a:lnTo>
                  <a:lnTo>
                    <a:pt x="34188" y="151739"/>
                  </a:lnTo>
                  <a:lnTo>
                    <a:pt x="35623" y="150914"/>
                  </a:lnTo>
                  <a:lnTo>
                    <a:pt x="36068" y="149072"/>
                  </a:lnTo>
                  <a:close/>
                </a:path>
                <a:path w="215900" h="276859">
                  <a:moveTo>
                    <a:pt x="37160" y="126415"/>
                  </a:moveTo>
                  <a:lnTo>
                    <a:pt x="36588" y="125526"/>
                  </a:lnTo>
                  <a:lnTo>
                    <a:pt x="35991" y="124574"/>
                  </a:lnTo>
                  <a:lnTo>
                    <a:pt x="34798" y="124282"/>
                  </a:lnTo>
                  <a:lnTo>
                    <a:pt x="33820" y="124802"/>
                  </a:lnTo>
                  <a:lnTo>
                    <a:pt x="32893" y="125399"/>
                  </a:lnTo>
                  <a:lnTo>
                    <a:pt x="32524" y="126619"/>
                  </a:lnTo>
                  <a:lnTo>
                    <a:pt x="33756" y="128498"/>
                  </a:lnTo>
                  <a:lnTo>
                    <a:pt x="34950" y="128803"/>
                  </a:lnTo>
                  <a:lnTo>
                    <a:pt x="35864" y="128231"/>
                  </a:lnTo>
                  <a:lnTo>
                    <a:pt x="36855" y="127673"/>
                  </a:lnTo>
                  <a:lnTo>
                    <a:pt x="37160" y="126415"/>
                  </a:lnTo>
                  <a:close/>
                </a:path>
                <a:path w="215900" h="276859">
                  <a:moveTo>
                    <a:pt x="46393" y="206476"/>
                  </a:moveTo>
                  <a:lnTo>
                    <a:pt x="45593" y="205092"/>
                  </a:lnTo>
                  <a:lnTo>
                    <a:pt x="44869" y="203619"/>
                  </a:lnTo>
                  <a:lnTo>
                    <a:pt x="43091" y="203098"/>
                  </a:lnTo>
                  <a:lnTo>
                    <a:pt x="40220" y="204571"/>
                  </a:lnTo>
                  <a:lnTo>
                    <a:pt x="39662" y="206349"/>
                  </a:lnTo>
                  <a:lnTo>
                    <a:pt x="40411" y="207797"/>
                  </a:lnTo>
                  <a:lnTo>
                    <a:pt x="41135" y="209219"/>
                  </a:lnTo>
                  <a:lnTo>
                    <a:pt x="42976" y="209791"/>
                  </a:lnTo>
                  <a:lnTo>
                    <a:pt x="44361" y="209080"/>
                  </a:lnTo>
                  <a:lnTo>
                    <a:pt x="45796" y="208305"/>
                  </a:lnTo>
                  <a:lnTo>
                    <a:pt x="46393" y="206476"/>
                  </a:lnTo>
                  <a:close/>
                </a:path>
                <a:path w="215900" h="276859">
                  <a:moveTo>
                    <a:pt x="47345" y="189166"/>
                  </a:moveTo>
                  <a:lnTo>
                    <a:pt x="46570" y="187718"/>
                  </a:lnTo>
                  <a:lnTo>
                    <a:pt x="45859" y="186321"/>
                  </a:lnTo>
                  <a:lnTo>
                    <a:pt x="44043" y="185674"/>
                  </a:lnTo>
                  <a:lnTo>
                    <a:pt x="42659" y="186448"/>
                  </a:lnTo>
                  <a:lnTo>
                    <a:pt x="41186" y="187223"/>
                  </a:lnTo>
                  <a:lnTo>
                    <a:pt x="41097" y="187464"/>
                  </a:lnTo>
                  <a:lnTo>
                    <a:pt x="40995" y="187274"/>
                  </a:lnTo>
                  <a:lnTo>
                    <a:pt x="40614" y="186537"/>
                  </a:lnTo>
                  <a:lnTo>
                    <a:pt x="39903" y="186296"/>
                  </a:lnTo>
                  <a:lnTo>
                    <a:pt x="40043" y="185762"/>
                  </a:lnTo>
                  <a:lnTo>
                    <a:pt x="39331" y="184645"/>
                  </a:lnTo>
                  <a:lnTo>
                    <a:pt x="38646" y="183426"/>
                  </a:lnTo>
                  <a:lnTo>
                    <a:pt x="37160" y="183019"/>
                  </a:lnTo>
                  <a:lnTo>
                    <a:pt x="34785" y="184353"/>
                  </a:lnTo>
                  <a:lnTo>
                    <a:pt x="34417" y="185889"/>
                  </a:lnTo>
                  <a:lnTo>
                    <a:pt x="35788" y="188226"/>
                  </a:lnTo>
                  <a:lnTo>
                    <a:pt x="37274" y="188620"/>
                  </a:lnTo>
                  <a:lnTo>
                    <a:pt x="38100" y="188175"/>
                  </a:lnTo>
                  <a:lnTo>
                    <a:pt x="38379" y="188658"/>
                  </a:lnTo>
                  <a:lnTo>
                    <a:pt x="38760" y="189420"/>
                  </a:lnTo>
                  <a:lnTo>
                    <a:pt x="39662" y="189674"/>
                  </a:lnTo>
                  <a:lnTo>
                    <a:pt x="40449" y="189268"/>
                  </a:lnTo>
                  <a:lnTo>
                    <a:pt x="40690" y="189128"/>
                  </a:lnTo>
                  <a:lnTo>
                    <a:pt x="41338" y="190461"/>
                  </a:lnTo>
                  <a:lnTo>
                    <a:pt x="42125" y="191846"/>
                  </a:lnTo>
                  <a:lnTo>
                    <a:pt x="43865" y="192443"/>
                  </a:lnTo>
                  <a:lnTo>
                    <a:pt x="45313" y="191681"/>
                  </a:lnTo>
                  <a:lnTo>
                    <a:pt x="46799" y="190944"/>
                  </a:lnTo>
                  <a:lnTo>
                    <a:pt x="47345" y="189166"/>
                  </a:lnTo>
                  <a:close/>
                </a:path>
                <a:path w="215900" h="276859">
                  <a:moveTo>
                    <a:pt x="48958" y="184416"/>
                  </a:moveTo>
                  <a:lnTo>
                    <a:pt x="48437" y="183413"/>
                  </a:lnTo>
                  <a:lnTo>
                    <a:pt x="47980" y="182460"/>
                  </a:lnTo>
                  <a:lnTo>
                    <a:pt x="46786" y="182041"/>
                  </a:lnTo>
                  <a:lnTo>
                    <a:pt x="45808" y="182587"/>
                  </a:lnTo>
                  <a:lnTo>
                    <a:pt x="44843" y="183045"/>
                  </a:lnTo>
                  <a:lnTo>
                    <a:pt x="44475" y="184226"/>
                  </a:lnTo>
                  <a:lnTo>
                    <a:pt x="44970" y="185229"/>
                  </a:lnTo>
                  <a:lnTo>
                    <a:pt x="45491" y="186131"/>
                  </a:lnTo>
                  <a:lnTo>
                    <a:pt x="46647" y="186575"/>
                  </a:lnTo>
                  <a:lnTo>
                    <a:pt x="47637" y="186042"/>
                  </a:lnTo>
                  <a:lnTo>
                    <a:pt x="48590" y="185508"/>
                  </a:lnTo>
                  <a:lnTo>
                    <a:pt x="48958" y="184416"/>
                  </a:lnTo>
                  <a:close/>
                </a:path>
                <a:path w="215900" h="276859">
                  <a:moveTo>
                    <a:pt x="49047" y="172021"/>
                  </a:moveTo>
                  <a:lnTo>
                    <a:pt x="48323" y="170840"/>
                  </a:lnTo>
                  <a:lnTo>
                    <a:pt x="47663" y="169697"/>
                  </a:lnTo>
                  <a:lnTo>
                    <a:pt x="46177" y="169303"/>
                  </a:lnTo>
                  <a:lnTo>
                    <a:pt x="44996" y="169926"/>
                  </a:lnTo>
                  <a:lnTo>
                    <a:pt x="43802" y="170649"/>
                  </a:lnTo>
                  <a:lnTo>
                    <a:pt x="43370" y="172148"/>
                  </a:lnTo>
                  <a:lnTo>
                    <a:pt x="44780" y="174485"/>
                  </a:lnTo>
                  <a:lnTo>
                    <a:pt x="46291" y="174904"/>
                  </a:lnTo>
                  <a:lnTo>
                    <a:pt x="47459" y="174269"/>
                  </a:lnTo>
                  <a:lnTo>
                    <a:pt x="48628" y="173532"/>
                  </a:lnTo>
                  <a:lnTo>
                    <a:pt x="49047" y="172021"/>
                  </a:lnTo>
                  <a:close/>
                </a:path>
                <a:path w="215900" h="276859">
                  <a:moveTo>
                    <a:pt x="50355" y="55003"/>
                  </a:moveTo>
                  <a:lnTo>
                    <a:pt x="49593" y="53581"/>
                  </a:lnTo>
                  <a:lnTo>
                    <a:pt x="48729" y="52158"/>
                  </a:lnTo>
                  <a:lnTo>
                    <a:pt x="46939" y="51676"/>
                  </a:lnTo>
                  <a:lnTo>
                    <a:pt x="45491" y="52476"/>
                  </a:lnTo>
                  <a:lnTo>
                    <a:pt x="44069" y="53301"/>
                  </a:lnTo>
                  <a:lnTo>
                    <a:pt x="43573" y="55130"/>
                  </a:lnTo>
                  <a:lnTo>
                    <a:pt x="44361" y="56553"/>
                  </a:lnTo>
                  <a:lnTo>
                    <a:pt x="45237" y="57988"/>
                  </a:lnTo>
                  <a:lnTo>
                    <a:pt x="47028" y="58420"/>
                  </a:lnTo>
                  <a:lnTo>
                    <a:pt x="48450" y="57632"/>
                  </a:lnTo>
                  <a:lnTo>
                    <a:pt x="49872" y="56807"/>
                  </a:lnTo>
                  <a:lnTo>
                    <a:pt x="50355" y="55003"/>
                  </a:lnTo>
                  <a:close/>
                </a:path>
                <a:path w="215900" h="276859">
                  <a:moveTo>
                    <a:pt x="50457" y="163499"/>
                  </a:moveTo>
                  <a:lnTo>
                    <a:pt x="49758" y="162356"/>
                  </a:lnTo>
                  <a:lnTo>
                    <a:pt x="49098" y="161429"/>
                  </a:lnTo>
                  <a:lnTo>
                    <a:pt x="49644" y="161124"/>
                  </a:lnTo>
                  <a:lnTo>
                    <a:pt x="50076" y="159639"/>
                  </a:lnTo>
                  <a:lnTo>
                    <a:pt x="49352" y="158508"/>
                  </a:lnTo>
                  <a:lnTo>
                    <a:pt x="48691" y="157302"/>
                  </a:lnTo>
                  <a:lnTo>
                    <a:pt x="47244" y="156921"/>
                  </a:lnTo>
                  <a:lnTo>
                    <a:pt x="45999" y="157607"/>
                  </a:lnTo>
                  <a:lnTo>
                    <a:pt x="44894" y="158292"/>
                  </a:lnTo>
                  <a:lnTo>
                    <a:pt x="44513" y="159727"/>
                  </a:lnTo>
                  <a:lnTo>
                    <a:pt x="45161" y="160947"/>
                  </a:lnTo>
                  <a:lnTo>
                    <a:pt x="45770" y="162052"/>
                  </a:lnTo>
                  <a:lnTo>
                    <a:pt x="45173" y="162458"/>
                  </a:lnTo>
                  <a:lnTo>
                    <a:pt x="44856" y="163982"/>
                  </a:lnTo>
                  <a:lnTo>
                    <a:pt x="45580" y="165074"/>
                  </a:lnTo>
                  <a:lnTo>
                    <a:pt x="46418" y="166217"/>
                  </a:lnTo>
                  <a:lnTo>
                    <a:pt x="47929" y="166535"/>
                  </a:lnTo>
                  <a:lnTo>
                    <a:pt x="48983" y="165798"/>
                  </a:lnTo>
                  <a:lnTo>
                    <a:pt x="50114" y="165049"/>
                  </a:lnTo>
                  <a:lnTo>
                    <a:pt x="50457" y="163499"/>
                  </a:lnTo>
                  <a:close/>
                </a:path>
                <a:path w="215900" h="276859">
                  <a:moveTo>
                    <a:pt x="51396" y="199936"/>
                  </a:moveTo>
                  <a:lnTo>
                    <a:pt x="50774" y="198742"/>
                  </a:lnTo>
                  <a:lnTo>
                    <a:pt x="50139" y="197548"/>
                  </a:lnTo>
                  <a:lnTo>
                    <a:pt x="48729" y="197116"/>
                  </a:lnTo>
                  <a:lnTo>
                    <a:pt x="47459" y="197700"/>
                  </a:lnTo>
                  <a:lnTo>
                    <a:pt x="46240" y="198361"/>
                  </a:lnTo>
                  <a:lnTo>
                    <a:pt x="45796" y="199809"/>
                  </a:lnTo>
                  <a:lnTo>
                    <a:pt x="46431" y="201002"/>
                  </a:lnTo>
                  <a:lnTo>
                    <a:pt x="47028" y="202260"/>
                  </a:lnTo>
                  <a:lnTo>
                    <a:pt x="48526" y="202704"/>
                  </a:lnTo>
                  <a:lnTo>
                    <a:pt x="49771" y="202057"/>
                  </a:lnTo>
                  <a:lnTo>
                    <a:pt x="50914" y="201396"/>
                  </a:lnTo>
                  <a:lnTo>
                    <a:pt x="51396" y="199936"/>
                  </a:lnTo>
                  <a:close/>
                </a:path>
                <a:path w="215900" h="276859">
                  <a:moveTo>
                    <a:pt x="56032" y="207175"/>
                  </a:moveTo>
                  <a:lnTo>
                    <a:pt x="55651" y="206451"/>
                  </a:lnTo>
                  <a:lnTo>
                    <a:pt x="55270" y="205778"/>
                  </a:lnTo>
                  <a:lnTo>
                    <a:pt x="54406" y="205460"/>
                  </a:lnTo>
                  <a:lnTo>
                    <a:pt x="53670" y="205867"/>
                  </a:lnTo>
                  <a:lnTo>
                    <a:pt x="52959" y="206260"/>
                  </a:lnTo>
                  <a:lnTo>
                    <a:pt x="52679" y="207137"/>
                  </a:lnTo>
                  <a:lnTo>
                    <a:pt x="53098" y="207848"/>
                  </a:lnTo>
                  <a:lnTo>
                    <a:pt x="53479" y="208521"/>
                  </a:lnTo>
                  <a:lnTo>
                    <a:pt x="54330" y="208800"/>
                  </a:lnTo>
                  <a:lnTo>
                    <a:pt x="54991" y="208470"/>
                  </a:lnTo>
                  <a:lnTo>
                    <a:pt x="55740" y="208064"/>
                  </a:lnTo>
                  <a:lnTo>
                    <a:pt x="56032" y="207175"/>
                  </a:lnTo>
                  <a:close/>
                </a:path>
                <a:path w="215900" h="276859">
                  <a:moveTo>
                    <a:pt x="58013" y="135153"/>
                  </a:moveTo>
                  <a:lnTo>
                    <a:pt x="57569" y="134480"/>
                  </a:lnTo>
                  <a:lnTo>
                    <a:pt x="57111" y="133794"/>
                  </a:lnTo>
                  <a:lnTo>
                    <a:pt x="56210" y="133553"/>
                  </a:lnTo>
                  <a:lnTo>
                    <a:pt x="55511" y="134048"/>
                  </a:lnTo>
                  <a:lnTo>
                    <a:pt x="54825" y="134480"/>
                  </a:lnTo>
                  <a:lnTo>
                    <a:pt x="54635" y="135407"/>
                  </a:lnTo>
                  <a:lnTo>
                    <a:pt x="55130" y="136105"/>
                  </a:lnTo>
                  <a:lnTo>
                    <a:pt x="55562" y="136740"/>
                  </a:lnTo>
                  <a:lnTo>
                    <a:pt x="56476" y="136944"/>
                  </a:lnTo>
                  <a:lnTo>
                    <a:pt x="57150" y="136486"/>
                  </a:lnTo>
                  <a:lnTo>
                    <a:pt x="57848" y="136042"/>
                  </a:lnTo>
                  <a:lnTo>
                    <a:pt x="58013" y="135153"/>
                  </a:lnTo>
                  <a:close/>
                </a:path>
                <a:path w="215900" h="276859">
                  <a:moveTo>
                    <a:pt x="59220" y="211594"/>
                  </a:moveTo>
                  <a:lnTo>
                    <a:pt x="58864" y="210832"/>
                  </a:lnTo>
                  <a:lnTo>
                    <a:pt x="58508" y="210083"/>
                  </a:lnTo>
                  <a:lnTo>
                    <a:pt x="57607" y="209842"/>
                  </a:lnTo>
                  <a:lnTo>
                    <a:pt x="56857" y="210197"/>
                  </a:lnTo>
                  <a:lnTo>
                    <a:pt x="56146" y="210527"/>
                  </a:lnTo>
                  <a:lnTo>
                    <a:pt x="55880" y="211480"/>
                  </a:lnTo>
                  <a:lnTo>
                    <a:pt x="56222" y="212140"/>
                  </a:lnTo>
                  <a:lnTo>
                    <a:pt x="56616" y="212915"/>
                  </a:lnTo>
                  <a:lnTo>
                    <a:pt x="57518" y="213258"/>
                  </a:lnTo>
                  <a:lnTo>
                    <a:pt x="58216" y="212801"/>
                  </a:lnTo>
                  <a:lnTo>
                    <a:pt x="58953" y="212471"/>
                  </a:lnTo>
                  <a:lnTo>
                    <a:pt x="59220" y="211594"/>
                  </a:lnTo>
                  <a:close/>
                </a:path>
                <a:path w="215900" h="276859">
                  <a:moveTo>
                    <a:pt x="59817" y="221208"/>
                  </a:moveTo>
                  <a:lnTo>
                    <a:pt x="59220" y="220002"/>
                  </a:lnTo>
                  <a:lnTo>
                    <a:pt x="58610" y="218808"/>
                  </a:lnTo>
                  <a:lnTo>
                    <a:pt x="57048" y="218389"/>
                  </a:lnTo>
                  <a:lnTo>
                    <a:pt x="54762" y="219633"/>
                  </a:lnTo>
                  <a:lnTo>
                    <a:pt x="54254" y="221107"/>
                  </a:lnTo>
                  <a:lnTo>
                    <a:pt x="54914" y="222288"/>
                  </a:lnTo>
                  <a:lnTo>
                    <a:pt x="55524" y="223469"/>
                  </a:lnTo>
                  <a:lnTo>
                    <a:pt x="56997" y="223964"/>
                  </a:lnTo>
                  <a:lnTo>
                    <a:pt x="58178" y="223342"/>
                  </a:lnTo>
                  <a:lnTo>
                    <a:pt x="59385" y="222719"/>
                  </a:lnTo>
                  <a:lnTo>
                    <a:pt x="59817" y="221208"/>
                  </a:lnTo>
                  <a:close/>
                </a:path>
                <a:path w="215900" h="276859">
                  <a:moveTo>
                    <a:pt x="60401" y="172008"/>
                  </a:moveTo>
                  <a:lnTo>
                    <a:pt x="59575" y="170586"/>
                  </a:lnTo>
                  <a:lnTo>
                    <a:pt x="58750" y="169176"/>
                  </a:lnTo>
                  <a:lnTo>
                    <a:pt x="56896" y="168694"/>
                  </a:lnTo>
                  <a:lnTo>
                    <a:pt x="55537" y="169519"/>
                  </a:lnTo>
                  <a:lnTo>
                    <a:pt x="54127" y="170345"/>
                  </a:lnTo>
                  <a:lnTo>
                    <a:pt x="53619" y="172161"/>
                  </a:lnTo>
                  <a:lnTo>
                    <a:pt x="54394" y="173596"/>
                  </a:lnTo>
                  <a:lnTo>
                    <a:pt x="55270" y="174967"/>
                  </a:lnTo>
                  <a:lnTo>
                    <a:pt x="57010" y="175539"/>
                  </a:lnTo>
                  <a:lnTo>
                    <a:pt x="58483" y="174650"/>
                  </a:lnTo>
                  <a:lnTo>
                    <a:pt x="59893" y="173850"/>
                  </a:lnTo>
                  <a:lnTo>
                    <a:pt x="60401" y="172008"/>
                  </a:lnTo>
                  <a:close/>
                </a:path>
                <a:path w="215900" h="276859">
                  <a:moveTo>
                    <a:pt x="63220" y="148869"/>
                  </a:moveTo>
                  <a:lnTo>
                    <a:pt x="62458" y="147739"/>
                  </a:lnTo>
                  <a:lnTo>
                    <a:pt x="61722" y="146596"/>
                  </a:lnTo>
                  <a:lnTo>
                    <a:pt x="60223" y="146253"/>
                  </a:lnTo>
                  <a:lnTo>
                    <a:pt x="59093" y="146989"/>
                  </a:lnTo>
                  <a:lnTo>
                    <a:pt x="57975" y="147739"/>
                  </a:lnTo>
                  <a:lnTo>
                    <a:pt x="57658" y="149301"/>
                  </a:lnTo>
                  <a:lnTo>
                    <a:pt x="58369" y="150418"/>
                  </a:lnTo>
                  <a:lnTo>
                    <a:pt x="59169" y="151561"/>
                  </a:lnTo>
                  <a:lnTo>
                    <a:pt x="60642" y="151892"/>
                  </a:lnTo>
                  <a:lnTo>
                    <a:pt x="62941" y="150355"/>
                  </a:lnTo>
                  <a:lnTo>
                    <a:pt x="63220" y="148869"/>
                  </a:lnTo>
                  <a:close/>
                </a:path>
                <a:path w="215900" h="276859">
                  <a:moveTo>
                    <a:pt x="65125" y="165214"/>
                  </a:moveTo>
                  <a:lnTo>
                    <a:pt x="64477" y="164007"/>
                  </a:lnTo>
                  <a:lnTo>
                    <a:pt x="63754" y="162826"/>
                  </a:lnTo>
                  <a:lnTo>
                    <a:pt x="62293" y="162394"/>
                  </a:lnTo>
                  <a:lnTo>
                    <a:pt x="61074" y="163118"/>
                  </a:lnTo>
                  <a:lnTo>
                    <a:pt x="59893" y="163842"/>
                  </a:lnTo>
                  <a:lnTo>
                    <a:pt x="59486" y="165290"/>
                  </a:lnTo>
                  <a:lnTo>
                    <a:pt x="60159" y="166458"/>
                  </a:lnTo>
                  <a:lnTo>
                    <a:pt x="60845" y="167678"/>
                  </a:lnTo>
                  <a:lnTo>
                    <a:pt x="62369" y="168071"/>
                  </a:lnTo>
                  <a:lnTo>
                    <a:pt x="63563" y="167386"/>
                  </a:lnTo>
                  <a:lnTo>
                    <a:pt x="64719" y="166725"/>
                  </a:lnTo>
                  <a:lnTo>
                    <a:pt x="65125" y="165214"/>
                  </a:lnTo>
                  <a:close/>
                </a:path>
                <a:path w="215900" h="276859">
                  <a:moveTo>
                    <a:pt x="68643" y="180301"/>
                  </a:moveTo>
                  <a:lnTo>
                    <a:pt x="68275" y="179590"/>
                  </a:lnTo>
                  <a:lnTo>
                    <a:pt x="67894" y="178866"/>
                  </a:lnTo>
                  <a:lnTo>
                    <a:pt x="67005" y="178676"/>
                  </a:lnTo>
                  <a:lnTo>
                    <a:pt x="66281" y="179070"/>
                  </a:lnTo>
                  <a:lnTo>
                    <a:pt x="65582" y="179463"/>
                  </a:lnTo>
                  <a:lnTo>
                    <a:pt x="65366" y="180352"/>
                  </a:lnTo>
                  <a:lnTo>
                    <a:pt x="65786" y="181051"/>
                  </a:lnTo>
                  <a:lnTo>
                    <a:pt x="66141" y="181711"/>
                  </a:lnTo>
                  <a:lnTo>
                    <a:pt x="67043" y="181991"/>
                  </a:lnTo>
                  <a:lnTo>
                    <a:pt x="67767" y="181597"/>
                  </a:lnTo>
                  <a:lnTo>
                    <a:pt x="68465" y="181178"/>
                  </a:lnTo>
                  <a:lnTo>
                    <a:pt x="68643" y="180301"/>
                  </a:lnTo>
                  <a:close/>
                </a:path>
                <a:path w="215900" h="276859">
                  <a:moveTo>
                    <a:pt x="69253" y="208038"/>
                  </a:moveTo>
                  <a:lnTo>
                    <a:pt x="68567" y="206883"/>
                  </a:lnTo>
                  <a:lnTo>
                    <a:pt x="67957" y="205689"/>
                  </a:lnTo>
                  <a:lnTo>
                    <a:pt x="66522" y="205219"/>
                  </a:lnTo>
                  <a:lnTo>
                    <a:pt x="65328" y="205854"/>
                  </a:lnTo>
                  <a:lnTo>
                    <a:pt x="64135" y="206502"/>
                  </a:lnTo>
                  <a:lnTo>
                    <a:pt x="63652" y="207911"/>
                  </a:lnTo>
                  <a:lnTo>
                    <a:pt x="64287" y="209143"/>
                  </a:lnTo>
                  <a:lnTo>
                    <a:pt x="64897" y="210350"/>
                  </a:lnTo>
                  <a:lnTo>
                    <a:pt x="66395" y="210807"/>
                  </a:lnTo>
                  <a:lnTo>
                    <a:pt x="68821" y="209511"/>
                  </a:lnTo>
                  <a:lnTo>
                    <a:pt x="69253" y="208038"/>
                  </a:lnTo>
                  <a:close/>
                </a:path>
                <a:path w="215900" h="276859">
                  <a:moveTo>
                    <a:pt x="70396" y="35953"/>
                  </a:moveTo>
                  <a:lnTo>
                    <a:pt x="69583" y="34518"/>
                  </a:lnTo>
                  <a:lnTo>
                    <a:pt x="68757" y="33134"/>
                  </a:lnTo>
                  <a:lnTo>
                    <a:pt x="66929" y="32651"/>
                  </a:lnTo>
                  <a:lnTo>
                    <a:pt x="65519" y="33540"/>
                  </a:lnTo>
                  <a:lnTo>
                    <a:pt x="64109" y="34353"/>
                  </a:lnTo>
                  <a:lnTo>
                    <a:pt x="63588" y="36258"/>
                  </a:lnTo>
                  <a:lnTo>
                    <a:pt x="64427" y="37630"/>
                  </a:lnTo>
                  <a:lnTo>
                    <a:pt x="65341" y="39039"/>
                  </a:lnTo>
                  <a:lnTo>
                    <a:pt x="67183" y="39497"/>
                  </a:lnTo>
                  <a:lnTo>
                    <a:pt x="68580" y="38620"/>
                  </a:lnTo>
                  <a:lnTo>
                    <a:pt x="70015" y="37782"/>
                  </a:lnTo>
                  <a:lnTo>
                    <a:pt x="70396" y="35953"/>
                  </a:lnTo>
                  <a:close/>
                </a:path>
                <a:path w="215900" h="276859">
                  <a:moveTo>
                    <a:pt x="71399" y="134721"/>
                  </a:moveTo>
                  <a:lnTo>
                    <a:pt x="70675" y="133553"/>
                  </a:lnTo>
                  <a:lnTo>
                    <a:pt x="69926" y="132372"/>
                  </a:lnTo>
                  <a:lnTo>
                    <a:pt x="68402" y="132092"/>
                  </a:lnTo>
                  <a:lnTo>
                    <a:pt x="67259" y="132778"/>
                  </a:lnTo>
                  <a:lnTo>
                    <a:pt x="66128" y="133604"/>
                  </a:lnTo>
                  <a:lnTo>
                    <a:pt x="65760" y="135153"/>
                  </a:lnTo>
                  <a:lnTo>
                    <a:pt x="67297" y="137350"/>
                  </a:lnTo>
                  <a:lnTo>
                    <a:pt x="68821" y="137718"/>
                  </a:lnTo>
                  <a:lnTo>
                    <a:pt x="69977" y="136956"/>
                  </a:lnTo>
                  <a:lnTo>
                    <a:pt x="71094" y="136169"/>
                  </a:lnTo>
                  <a:lnTo>
                    <a:pt x="71399" y="134721"/>
                  </a:lnTo>
                  <a:close/>
                </a:path>
                <a:path w="215900" h="276859">
                  <a:moveTo>
                    <a:pt x="73063" y="194094"/>
                  </a:moveTo>
                  <a:lnTo>
                    <a:pt x="72364" y="192913"/>
                  </a:lnTo>
                  <a:lnTo>
                    <a:pt x="71704" y="191731"/>
                  </a:lnTo>
                  <a:lnTo>
                    <a:pt x="70218" y="191389"/>
                  </a:lnTo>
                  <a:lnTo>
                    <a:pt x="69075" y="192112"/>
                  </a:lnTo>
                  <a:lnTo>
                    <a:pt x="67894" y="192735"/>
                  </a:lnTo>
                  <a:lnTo>
                    <a:pt x="67754" y="193268"/>
                  </a:lnTo>
                  <a:lnTo>
                    <a:pt x="66890" y="193675"/>
                  </a:lnTo>
                  <a:lnTo>
                    <a:pt x="65697" y="194322"/>
                  </a:lnTo>
                  <a:lnTo>
                    <a:pt x="65265" y="195694"/>
                  </a:lnTo>
                  <a:lnTo>
                    <a:pt x="65874" y="196875"/>
                  </a:lnTo>
                  <a:lnTo>
                    <a:pt x="66471" y="198081"/>
                  </a:lnTo>
                  <a:lnTo>
                    <a:pt x="67906" y="198513"/>
                  </a:lnTo>
                  <a:lnTo>
                    <a:pt x="69088" y="197904"/>
                  </a:lnTo>
                  <a:lnTo>
                    <a:pt x="70243" y="197294"/>
                  </a:lnTo>
                  <a:lnTo>
                    <a:pt x="70345" y="196913"/>
                  </a:lnTo>
                  <a:lnTo>
                    <a:pt x="71450" y="196253"/>
                  </a:lnTo>
                  <a:lnTo>
                    <a:pt x="72618" y="195592"/>
                  </a:lnTo>
                  <a:lnTo>
                    <a:pt x="73063" y="194094"/>
                  </a:lnTo>
                  <a:close/>
                </a:path>
                <a:path w="215900" h="276859">
                  <a:moveTo>
                    <a:pt x="73533" y="176530"/>
                  </a:moveTo>
                  <a:lnTo>
                    <a:pt x="73139" y="175742"/>
                  </a:lnTo>
                  <a:lnTo>
                    <a:pt x="72694" y="175044"/>
                  </a:lnTo>
                  <a:lnTo>
                    <a:pt x="71805" y="174853"/>
                  </a:lnTo>
                  <a:lnTo>
                    <a:pt x="71120" y="175158"/>
                  </a:lnTo>
                  <a:lnTo>
                    <a:pt x="70370" y="175564"/>
                  </a:lnTo>
                  <a:lnTo>
                    <a:pt x="70104" y="176542"/>
                  </a:lnTo>
                  <a:lnTo>
                    <a:pt x="70980" y="177939"/>
                  </a:lnTo>
                  <a:lnTo>
                    <a:pt x="71843" y="178231"/>
                  </a:lnTo>
                  <a:lnTo>
                    <a:pt x="72644" y="177736"/>
                  </a:lnTo>
                  <a:lnTo>
                    <a:pt x="73291" y="177368"/>
                  </a:lnTo>
                  <a:lnTo>
                    <a:pt x="73533" y="176530"/>
                  </a:lnTo>
                  <a:close/>
                </a:path>
                <a:path w="215900" h="276859">
                  <a:moveTo>
                    <a:pt x="77812" y="237782"/>
                  </a:moveTo>
                  <a:lnTo>
                    <a:pt x="77101" y="236677"/>
                  </a:lnTo>
                  <a:lnTo>
                    <a:pt x="76352" y="235572"/>
                  </a:lnTo>
                  <a:lnTo>
                    <a:pt x="74853" y="235280"/>
                  </a:lnTo>
                  <a:lnTo>
                    <a:pt x="73787" y="235978"/>
                  </a:lnTo>
                  <a:lnTo>
                    <a:pt x="72707" y="236728"/>
                  </a:lnTo>
                  <a:lnTo>
                    <a:pt x="72351" y="238213"/>
                  </a:lnTo>
                  <a:lnTo>
                    <a:pt x="73101" y="239306"/>
                  </a:lnTo>
                  <a:lnTo>
                    <a:pt x="73787" y="240411"/>
                  </a:lnTo>
                  <a:lnTo>
                    <a:pt x="75311" y="240753"/>
                  </a:lnTo>
                  <a:lnTo>
                    <a:pt x="76428" y="240042"/>
                  </a:lnTo>
                  <a:lnTo>
                    <a:pt x="77495" y="239306"/>
                  </a:lnTo>
                  <a:lnTo>
                    <a:pt x="77812" y="237782"/>
                  </a:lnTo>
                  <a:close/>
                </a:path>
                <a:path w="215900" h="276859">
                  <a:moveTo>
                    <a:pt x="80441" y="208508"/>
                  </a:moveTo>
                  <a:lnTo>
                    <a:pt x="79692" y="207060"/>
                  </a:lnTo>
                  <a:lnTo>
                    <a:pt x="78981" y="205600"/>
                  </a:lnTo>
                  <a:lnTo>
                    <a:pt x="77190" y="205041"/>
                  </a:lnTo>
                  <a:lnTo>
                    <a:pt x="75717" y="205854"/>
                  </a:lnTo>
                  <a:lnTo>
                    <a:pt x="74333" y="206540"/>
                  </a:lnTo>
                  <a:lnTo>
                    <a:pt x="73774" y="208343"/>
                  </a:lnTo>
                  <a:lnTo>
                    <a:pt x="74561" y="209715"/>
                  </a:lnTo>
                  <a:lnTo>
                    <a:pt x="75260" y="211188"/>
                  </a:lnTo>
                  <a:lnTo>
                    <a:pt x="77038" y="211747"/>
                  </a:lnTo>
                  <a:lnTo>
                    <a:pt x="78447" y="211023"/>
                  </a:lnTo>
                  <a:lnTo>
                    <a:pt x="79870" y="210210"/>
                  </a:lnTo>
                  <a:lnTo>
                    <a:pt x="80441" y="208508"/>
                  </a:lnTo>
                  <a:close/>
                </a:path>
                <a:path w="215900" h="276859">
                  <a:moveTo>
                    <a:pt x="81889" y="180594"/>
                  </a:moveTo>
                  <a:lnTo>
                    <a:pt x="81216" y="179476"/>
                  </a:lnTo>
                  <a:lnTo>
                    <a:pt x="80543" y="178257"/>
                  </a:lnTo>
                  <a:lnTo>
                    <a:pt x="79070" y="177863"/>
                  </a:lnTo>
                  <a:lnTo>
                    <a:pt x="77901" y="178511"/>
                  </a:lnTo>
                  <a:lnTo>
                    <a:pt x="76708" y="179247"/>
                  </a:lnTo>
                  <a:lnTo>
                    <a:pt x="76327" y="180721"/>
                  </a:lnTo>
                  <a:lnTo>
                    <a:pt x="77000" y="181876"/>
                  </a:lnTo>
                  <a:lnTo>
                    <a:pt x="77660" y="183057"/>
                  </a:lnTo>
                  <a:lnTo>
                    <a:pt x="79159" y="183451"/>
                  </a:lnTo>
                  <a:lnTo>
                    <a:pt x="80314" y="182803"/>
                  </a:lnTo>
                  <a:lnTo>
                    <a:pt x="81508" y="182156"/>
                  </a:lnTo>
                  <a:lnTo>
                    <a:pt x="81889" y="180594"/>
                  </a:lnTo>
                  <a:close/>
                </a:path>
                <a:path w="215900" h="276859">
                  <a:moveTo>
                    <a:pt x="82867" y="186486"/>
                  </a:moveTo>
                  <a:lnTo>
                    <a:pt x="82397" y="185534"/>
                  </a:lnTo>
                  <a:lnTo>
                    <a:pt x="81851" y="184594"/>
                  </a:lnTo>
                  <a:lnTo>
                    <a:pt x="80721" y="184251"/>
                  </a:lnTo>
                  <a:lnTo>
                    <a:pt x="79756" y="184696"/>
                  </a:lnTo>
                  <a:lnTo>
                    <a:pt x="78778" y="185242"/>
                  </a:lnTo>
                  <a:lnTo>
                    <a:pt x="78422" y="186385"/>
                  </a:lnTo>
                  <a:lnTo>
                    <a:pt x="78905" y="187350"/>
                  </a:lnTo>
                  <a:lnTo>
                    <a:pt x="79400" y="188264"/>
                  </a:lnTo>
                  <a:lnTo>
                    <a:pt x="78028" y="187858"/>
                  </a:lnTo>
                  <a:lnTo>
                    <a:pt x="76593" y="188569"/>
                  </a:lnTo>
                  <a:lnTo>
                    <a:pt x="75158" y="189369"/>
                  </a:lnTo>
                  <a:lnTo>
                    <a:pt x="74625" y="191071"/>
                  </a:lnTo>
                  <a:lnTo>
                    <a:pt x="76073" y="193941"/>
                  </a:lnTo>
                  <a:lnTo>
                    <a:pt x="77901" y="194500"/>
                  </a:lnTo>
                  <a:lnTo>
                    <a:pt x="79298" y="193776"/>
                  </a:lnTo>
                  <a:lnTo>
                    <a:pt x="80772" y="193027"/>
                  </a:lnTo>
                  <a:lnTo>
                    <a:pt x="81305" y="191223"/>
                  </a:lnTo>
                  <a:lnTo>
                    <a:pt x="80543" y="189801"/>
                  </a:lnTo>
                  <a:lnTo>
                    <a:pt x="79832" y="188429"/>
                  </a:lnTo>
                  <a:lnTo>
                    <a:pt x="80594" y="188645"/>
                  </a:lnTo>
                  <a:lnTo>
                    <a:pt x="81572" y="188175"/>
                  </a:lnTo>
                  <a:lnTo>
                    <a:pt x="82499" y="187655"/>
                  </a:lnTo>
                  <a:lnTo>
                    <a:pt x="82867" y="186486"/>
                  </a:lnTo>
                  <a:close/>
                </a:path>
                <a:path w="215900" h="276859">
                  <a:moveTo>
                    <a:pt x="82892" y="168376"/>
                  </a:moveTo>
                  <a:lnTo>
                    <a:pt x="82181" y="167233"/>
                  </a:lnTo>
                  <a:lnTo>
                    <a:pt x="81572" y="166128"/>
                  </a:lnTo>
                  <a:lnTo>
                    <a:pt x="80098" y="165696"/>
                  </a:lnTo>
                  <a:lnTo>
                    <a:pt x="78943" y="166382"/>
                  </a:lnTo>
                  <a:lnTo>
                    <a:pt x="77787" y="167030"/>
                  </a:lnTo>
                  <a:lnTo>
                    <a:pt x="77419" y="168490"/>
                  </a:lnTo>
                  <a:lnTo>
                    <a:pt x="78041" y="169672"/>
                  </a:lnTo>
                  <a:lnTo>
                    <a:pt x="78765" y="170751"/>
                  </a:lnTo>
                  <a:lnTo>
                    <a:pt x="80175" y="171183"/>
                  </a:lnTo>
                  <a:lnTo>
                    <a:pt x="81368" y="170522"/>
                  </a:lnTo>
                  <a:lnTo>
                    <a:pt x="82473" y="169824"/>
                  </a:lnTo>
                  <a:lnTo>
                    <a:pt x="82892" y="168376"/>
                  </a:lnTo>
                  <a:close/>
                </a:path>
                <a:path w="215900" h="276859">
                  <a:moveTo>
                    <a:pt x="82943" y="111620"/>
                  </a:moveTo>
                  <a:lnTo>
                    <a:pt x="82372" y="110667"/>
                  </a:lnTo>
                  <a:lnTo>
                    <a:pt x="81813" y="109842"/>
                  </a:lnTo>
                  <a:lnTo>
                    <a:pt x="80543" y="109601"/>
                  </a:lnTo>
                  <a:lnTo>
                    <a:pt x="79654" y="110121"/>
                  </a:lnTo>
                  <a:lnTo>
                    <a:pt x="78714" y="110807"/>
                  </a:lnTo>
                  <a:lnTo>
                    <a:pt x="78511" y="111925"/>
                  </a:lnTo>
                  <a:lnTo>
                    <a:pt x="79070" y="112877"/>
                  </a:lnTo>
                  <a:lnTo>
                    <a:pt x="79679" y="113753"/>
                  </a:lnTo>
                  <a:lnTo>
                    <a:pt x="80937" y="114020"/>
                  </a:lnTo>
                  <a:lnTo>
                    <a:pt x="81800" y="113499"/>
                  </a:lnTo>
                  <a:lnTo>
                    <a:pt x="82727" y="112839"/>
                  </a:lnTo>
                  <a:lnTo>
                    <a:pt x="82943" y="111620"/>
                  </a:lnTo>
                  <a:close/>
                </a:path>
                <a:path w="215900" h="276859">
                  <a:moveTo>
                    <a:pt x="85394" y="201917"/>
                  </a:moveTo>
                  <a:lnTo>
                    <a:pt x="84759" y="200774"/>
                  </a:lnTo>
                  <a:lnTo>
                    <a:pt x="84162" y="199580"/>
                  </a:lnTo>
                  <a:lnTo>
                    <a:pt x="82677" y="199110"/>
                  </a:lnTo>
                  <a:lnTo>
                    <a:pt x="81470" y="199707"/>
                  </a:lnTo>
                  <a:lnTo>
                    <a:pt x="80289" y="200355"/>
                  </a:lnTo>
                  <a:lnTo>
                    <a:pt x="79832" y="201841"/>
                  </a:lnTo>
                  <a:lnTo>
                    <a:pt x="81051" y="204216"/>
                  </a:lnTo>
                  <a:lnTo>
                    <a:pt x="82550" y="204673"/>
                  </a:lnTo>
                  <a:lnTo>
                    <a:pt x="84988" y="203403"/>
                  </a:lnTo>
                  <a:lnTo>
                    <a:pt x="85394" y="201917"/>
                  </a:lnTo>
                  <a:close/>
                </a:path>
                <a:path w="215900" h="276859">
                  <a:moveTo>
                    <a:pt x="93091" y="180555"/>
                  </a:moveTo>
                  <a:lnTo>
                    <a:pt x="92252" y="179184"/>
                  </a:lnTo>
                  <a:lnTo>
                    <a:pt x="91440" y="177812"/>
                  </a:lnTo>
                  <a:lnTo>
                    <a:pt x="89674" y="177279"/>
                  </a:lnTo>
                  <a:lnTo>
                    <a:pt x="88252" y="178130"/>
                  </a:lnTo>
                  <a:lnTo>
                    <a:pt x="86931" y="178892"/>
                  </a:lnTo>
                  <a:lnTo>
                    <a:pt x="86448" y="180695"/>
                  </a:lnTo>
                  <a:lnTo>
                    <a:pt x="87261" y="182105"/>
                  </a:lnTo>
                  <a:lnTo>
                    <a:pt x="87998" y="183476"/>
                  </a:lnTo>
                  <a:lnTo>
                    <a:pt x="89814" y="183921"/>
                  </a:lnTo>
                  <a:lnTo>
                    <a:pt x="91236" y="183159"/>
                  </a:lnTo>
                  <a:lnTo>
                    <a:pt x="92570" y="182359"/>
                  </a:lnTo>
                  <a:lnTo>
                    <a:pt x="93091" y="180555"/>
                  </a:lnTo>
                  <a:close/>
                </a:path>
                <a:path w="215900" h="276859">
                  <a:moveTo>
                    <a:pt x="93179" y="163398"/>
                  </a:moveTo>
                  <a:lnTo>
                    <a:pt x="92405" y="161988"/>
                  </a:lnTo>
                  <a:lnTo>
                    <a:pt x="91630" y="160616"/>
                  </a:lnTo>
                  <a:lnTo>
                    <a:pt x="89814" y="160172"/>
                  </a:lnTo>
                  <a:lnTo>
                    <a:pt x="88455" y="160947"/>
                  </a:lnTo>
                  <a:lnTo>
                    <a:pt x="86982" y="161747"/>
                  </a:lnTo>
                  <a:lnTo>
                    <a:pt x="86563" y="163487"/>
                  </a:lnTo>
                  <a:lnTo>
                    <a:pt x="87414" y="164896"/>
                  </a:lnTo>
                  <a:lnTo>
                    <a:pt x="88188" y="166319"/>
                  </a:lnTo>
                  <a:lnTo>
                    <a:pt x="89954" y="166763"/>
                  </a:lnTo>
                  <a:lnTo>
                    <a:pt x="91300" y="165989"/>
                  </a:lnTo>
                  <a:lnTo>
                    <a:pt x="92697" y="165150"/>
                  </a:lnTo>
                  <a:lnTo>
                    <a:pt x="93179" y="163398"/>
                  </a:lnTo>
                  <a:close/>
                </a:path>
                <a:path w="215900" h="276859">
                  <a:moveTo>
                    <a:pt x="93243" y="213385"/>
                  </a:moveTo>
                  <a:lnTo>
                    <a:pt x="92849" y="212674"/>
                  </a:lnTo>
                  <a:lnTo>
                    <a:pt x="92481" y="211937"/>
                  </a:lnTo>
                  <a:lnTo>
                    <a:pt x="91617" y="211709"/>
                  </a:lnTo>
                  <a:lnTo>
                    <a:pt x="90182" y="212420"/>
                  </a:lnTo>
                  <a:lnTo>
                    <a:pt x="89954" y="213334"/>
                  </a:lnTo>
                  <a:lnTo>
                    <a:pt x="90233" y="214045"/>
                  </a:lnTo>
                  <a:lnTo>
                    <a:pt x="90678" y="214744"/>
                  </a:lnTo>
                  <a:lnTo>
                    <a:pt x="91554" y="215061"/>
                  </a:lnTo>
                  <a:lnTo>
                    <a:pt x="92938" y="214249"/>
                  </a:lnTo>
                  <a:lnTo>
                    <a:pt x="93243" y="213385"/>
                  </a:lnTo>
                  <a:close/>
                </a:path>
                <a:path w="215900" h="276859">
                  <a:moveTo>
                    <a:pt x="94589" y="158559"/>
                  </a:moveTo>
                  <a:lnTo>
                    <a:pt x="94005" y="157657"/>
                  </a:lnTo>
                  <a:lnTo>
                    <a:pt x="93522" y="156667"/>
                  </a:lnTo>
                  <a:lnTo>
                    <a:pt x="92379" y="156387"/>
                  </a:lnTo>
                  <a:lnTo>
                    <a:pt x="91376" y="156883"/>
                  </a:lnTo>
                  <a:lnTo>
                    <a:pt x="90487" y="157454"/>
                  </a:lnTo>
                  <a:lnTo>
                    <a:pt x="90157" y="158699"/>
                  </a:lnTo>
                  <a:lnTo>
                    <a:pt x="90703" y="159575"/>
                  </a:lnTo>
                  <a:lnTo>
                    <a:pt x="91224" y="160489"/>
                  </a:lnTo>
                  <a:lnTo>
                    <a:pt x="92417" y="160782"/>
                  </a:lnTo>
                  <a:lnTo>
                    <a:pt x="93357" y="160324"/>
                  </a:lnTo>
                  <a:lnTo>
                    <a:pt x="94284" y="159727"/>
                  </a:lnTo>
                  <a:lnTo>
                    <a:pt x="94589" y="158559"/>
                  </a:lnTo>
                  <a:close/>
                </a:path>
                <a:path w="215900" h="276859">
                  <a:moveTo>
                    <a:pt x="94780" y="1549"/>
                  </a:moveTo>
                  <a:lnTo>
                    <a:pt x="94132" y="457"/>
                  </a:lnTo>
                  <a:lnTo>
                    <a:pt x="93040" y="241"/>
                  </a:lnTo>
                  <a:lnTo>
                    <a:pt x="92049" y="0"/>
                  </a:lnTo>
                  <a:lnTo>
                    <a:pt x="90995" y="584"/>
                  </a:lnTo>
                  <a:lnTo>
                    <a:pt x="90728" y="1651"/>
                  </a:lnTo>
                  <a:lnTo>
                    <a:pt x="90436" y="2705"/>
                  </a:lnTo>
                  <a:lnTo>
                    <a:pt x="91084" y="3759"/>
                  </a:lnTo>
                  <a:lnTo>
                    <a:pt x="92125" y="4013"/>
                  </a:lnTo>
                  <a:lnTo>
                    <a:pt x="93167" y="4254"/>
                  </a:lnTo>
                  <a:lnTo>
                    <a:pt x="94221" y="3644"/>
                  </a:lnTo>
                  <a:lnTo>
                    <a:pt x="94488" y="2578"/>
                  </a:lnTo>
                  <a:lnTo>
                    <a:pt x="94780" y="1549"/>
                  </a:lnTo>
                  <a:close/>
                </a:path>
                <a:path w="215900" h="276859">
                  <a:moveTo>
                    <a:pt x="96100" y="137655"/>
                  </a:moveTo>
                  <a:lnTo>
                    <a:pt x="95592" y="136931"/>
                  </a:lnTo>
                  <a:lnTo>
                    <a:pt x="95173" y="136271"/>
                  </a:lnTo>
                  <a:lnTo>
                    <a:pt x="94234" y="136080"/>
                  </a:lnTo>
                  <a:lnTo>
                    <a:pt x="93586" y="136537"/>
                  </a:lnTo>
                  <a:lnTo>
                    <a:pt x="92875" y="136982"/>
                  </a:lnTo>
                  <a:lnTo>
                    <a:pt x="92722" y="137909"/>
                  </a:lnTo>
                  <a:lnTo>
                    <a:pt x="93129" y="138582"/>
                  </a:lnTo>
                  <a:lnTo>
                    <a:pt x="93573" y="139293"/>
                  </a:lnTo>
                  <a:lnTo>
                    <a:pt x="94475" y="139458"/>
                  </a:lnTo>
                  <a:lnTo>
                    <a:pt x="95173" y="139001"/>
                  </a:lnTo>
                  <a:lnTo>
                    <a:pt x="95897" y="138544"/>
                  </a:lnTo>
                  <a:lnTo>
                    <a:pt x="96100" y="137655"/>
                  </a:lnTo>
                  <a:close/>
                </a:path>
                <a:path w="215900" h="276859">
                  <a:moveTo>
                    <a:pt x="102692" y="274154"/>
                  </a:moveTo>
                  <a:lnTo>
                    <a:pt x="102184" y="273342"/>
                  </a:lnTo>
                  <a:lnTo>
                    <a:pt x="101346" y="273113"/>
                  </a:lnTo>
                  <a:lnTo>
                    <a:pt x="100507" y="272923"/>
                  </a:lnTo>
                  <a:lnTo>
                    <a:pt x="99618" y="273392"/>
                  </a:lnTo>
                  <a:lnTo>
                    <a:pt x="99415" y="274269"/>
                  </a:lnTo>
                  <a:lnTo>
                    <a:pt x="99212" y="275170"/>
                  </a:lnTo>
                  <a:lnTo>
                    <a:pt x="99644" y="275983"/>
                  </a:lnTo>
                  <a:lnTo>
                    <a:pt x="100558" y="276212"/>
                  </a:lnTo>
                  <a:lnTo>
                    <a:pt x="101409" y="276415"/>
                  </a:lnTo>
                  <a:lnTo>
                    <a:pt x="102298" y="275869"/>
                  </a:lnTo>
                  <a:lnTo>
                    <a:pt x="102692" y="274154"/>
                  </a:lnTo>
                  <a:close/>
                </a:path>
                <a:path w="215900" h="276859">
                  <a:moveTo>
                    <a:pt x="104101" y="231406"/>
                  </a:moveTo>
                  <a:lnTo>
                    <a:pt x="103517" y="230212"/>
                  </a:lnTo>
                  <a:lnTo>
                    <a:pt x="102908" y="229031"/>
                  </a:lnTo>
                  <a:lnTo>
                    <a:pt x="101460" y="228574"/>
                  </a:lnTo>
                  <a:lnTo>
                    <a:pt x="99110" y="229781"/>
                  </a:lnTo>
                  <a:lnTo>
                    <a:pt x="98628" y="231254"/>
                  </a:lnTo>
                  <a:lnTo>
                    <a:pt x="99199" y="232422"/>
                  </a:lnTo>
                  <a:lnTo>
                    <a:pt x="99885" y="233578"/>
                  </a:lnTo>
                  <a:lnTo>
                    <a:pt x="101371" y="234022"/>
                  </a:lnTo>
                  <a:lnTo>
                    <a:pt x="102527" y="233438"/>
                  </a:lnTo>
                  <a:lnTo>
                    <a:pt x="103670" y="232829"/>
                  </a:lnTo>
                  <a:lnTo>
                    <a:pt x="104101" y="231406"/>
                  </a:lnTo>
                  <a:close/>
                </a:path>
                <a:path w="215900" h="276859">
                  <a:moveTo>
                    <a:pt x="106006" y="184962"/>
                  </a:moveTo>
                  <a:lnTo>
                    <a:pt x="105600" y="184238"/>
                  </a:lnTo>
                  <a:lnTo>
                    <a:pt x="105168" y="183527"/>
                  </a:lnTo>
                  <a:lnTo>
                    <a:pt x="104267" y="183299"/>
                  </a:lnTo>
                  <a:lnTo>
                    <a:pt x="103606" y="183743"/>
                  </a:lnTo>
                  <a:lnTo>
                    <a:pt x="102895" y="184111"/>
                  </a:lnTo>
                  <a:lnTo>
                    <a:pt x="102692" y="185039"/>
                  </a:lnTo>
                  <a:lnTo>
                    <a:pt x="103479" y="186423"/>
                  </a:lnTo>
                  <a:lnTo>
                    <a:pt x="104394" y="186651"/>
                  </a:lnTo>
                  <a:lnTo>
                    <a:pt x="105092" y="186245"/>
                  </a:lnTo>
                  <a:lnTo>
                    <a:pt x="105791" y="185864"/>
                  </a:lnTo>
                  <a:lnTo>
                    <a:pt x="106006" y="184962"/>
                  </a:lnTo>
                  <a:close/>
                </a:path>
                <a:path w="215900" h="276859">
                  <a:moveTo>
                    <a:pt x="112560" y="171221"/>
                  </a:moveTo>
                  <a:lnTo>
                    <a:pt x="111899" y="170040"/>
                  </a:lnTo>
                  <a:lnTo>
                    <a:pt x="111201" y="168910"/>
                  </a:lnTo>
                  <a:lnTo>
                    <a:pt x="109778" y="168490"/>
                  </a:lnTo>
                  <a:lnTo>
                    <a:pt x="108623" y="169164"/>
                  </a:lnTo>
                  <a:lnTo>
                    <a:pt x="107391" y="169837"/>
                  </a:lnTo>
                  <a:lnTo>
                    <a:pt x="107010" y="171297"/>
                  </a:lnTo>
                  <a:lnTo>
                    <a:pt x="107683" y="172491"/>
                  </a:lnTo>
                  <a:lnTo>
                    <a:pt x="108407" y="173621"/>
                  </a:lnTo>
                  <a:lnTo>
                    <a:pt x="109829" y="174040"/>
                  </a:lnTo>
                  <a:lnTo>
                    <a:pt x="111023" y="173393"/>
                  </a:lnTo>
                  <a:lnTo>
                    <a:pt x="112204" y="172669"/>
                  </a:lnTo>
                  <a:lnTo>
                    <a:pt x="112560" y="171221"/>
                  </a:lnTo>
                  <a:close/>
                </a:path>
                <a:path w="215900" h="276859">
                  <a:moveTo>
                    <a:pt x="117132" y="233743"/>
                  </a:moveTo>
                  <a:lnTo>
                    <a:pt x="116624" y="232816"/>
                  </a:lnTo>
                  <a:lnTo>
                    <a:pt x="115773" y="232600"/>
                  </a:lnTo>
                  <a:lnTo>
                    <a:pt x="114909" y="232410"/>
                  </a:lnTo>
                  <a:lnTo>
                    <a:pt x="114007" y="232943"/>
                  </a:lnTo>
                  <a:lnTo>
                    <a:pt x="113842" y="233807"/>
                  </a:lnTo>
                  <a:lnTo>
                    <a:pt x="113601" y="234708"/>
                  </a:lnTo>
                  <a:lnTo>
                    <a:pt x="114096" y="235585"/>
                  </a:lnTo>
                  <a:lnTo>
                    <a:pt x="114947" y="235813"/>
                  </a:lnTo>
                  <a:lnTo>
                    <a:pt x="115874" y="235978"/>
                  </a:lnTo>
                  <a:lnTo>
                    <a:pt x="116763" y="235458"/>
                  </a:lnTo>
                  <a:lnTo>
                    <a:pt x="116928" y="234645"/>
                  </a:lnTo>
                  <a:lnTo>
                    <a:pt x="117132" y="233743"/>
                  </a:lnTo>
                  <a:close/>
                </a:path>
                <a:path w="215900" h="276859">
                  <a:moveTo>
                    <a:pt x="123139" y="168325"/>
                  </a:moveTo>
                  <a:lnTo>
                    <a:pt x="122643" y="167411"/>
                  </a:lnTo>
                  <a:lnTo>
                    <a:pt x="121780" y="167233"/>
                  </a:lnTo>
                  <a:lnTo>
                    <a:pt x="120904" y="166992"/>
                  </a:lnTo>
                  <a:lnTo>
                    <a:pt x="120015" y="167576"/>
                  </a:lnTo>
                  <a:lnTo>
                    <a:pt x="119824" y="168414"/>
                  </a:lnTo>
                  <a:lnTo>
                    <a:pt x="119595" y="169278"/>
                  </a:lnTo>
                  <a:lnTo>
                    <a:pt x="120154" y="170154"/>
                  </a:lnTo>
                  <a:lnTo>
                    <a:pt x="121843" y="170637"/>
                  </a:lnTo>
                  <a:lnTo>
                    <a:pt x="122796" y="170053"/>
                  </a:lnTo>
                  <a:lnTo>
                    <a:pt x="122923" y="169202"/>
                  </a:lnTo>
                  <a:lnTo>
                    <a:pt x="123139" y="168325"/>
                  </a:lnTo>
                  <a:close/>
                </a:path>
                <a:path w="215900" h="276859">
                  <a:moveTo>
                    <a:pt x="123380" y="125450"/>
                  </a:moveTo>
                  <a:lnTo>
                    <a:pt x="122948" y="124739"/>
                  </a:lnTo>
                  <a:lnTo>
                    <a:pt x="122250" y="124650"/>
                  </a:lnTo>
                  <a:lnTo>
                    <a:pt x="121526" y="124447"/>
                  </a:lnTo>
                  <a:lnTo>
                    <a:pt x="120840" y="124853"/>
                  </a:lnTo>
                  <a:lnTo>
                    <a:pt x="120675" y="125615"/>
                  </a:lnTo>
                  <a:lnTo>
                    <a:pt x="120497" y="126276"/>
                  </a:lnTo>
                  <a:lnTo>
                    <a:pt x="120891" y="126961"/>
                  </a:lnTo>
                  <a:lnTo>
                    <a:pt x="121678" y="127177"/>
                  </a:lnTo>
                  <a:lnTo>
                    <a:pt x="122351" y="127304"/>
                  </a:lnTo>
                  <a:lnTo>
                    <a:pt x="123024" y="126911"/>
                  </a:lnTo>
                  <a:lnTo>
                    <a:pt x="123202" y="126136"/>
                  </a:lnTo>
                  <a:lnTo>
                    <a:pt x="123380" y="125450"/>
                  </a:lnTo>
                  <a:close/>
                </a:path>
                <a:path w="215900" h="276859">
                  <a:moveTo>
                    <a:pt x="135991" y="92849"/>
                  </a:moveTo>
                  <a:lnTo>
                    <a:pt x="135686" y="92417"/>
                  </a:lnTo>
                  <a:lnTo>
                    <a:pt x="135191" y="92252"/>
                  </a:lnTo>
                  <a:lnTo>
                    <a:pt x="134670" y="92075"/>
                  </a:lnTo>
                  <a:lnTo>
                    <a:pt x="134086" y="92468"/>
                  </a:lnTo>
                  <a:lnTo>
                    <a:pt x="133997" y="92964"/>
                  </a:lnTo>
                  <a:lnTo>
                    <a:pt x="133870" y="93497"/>
                  </a:lnTo>
                  <a:lnTo>
                    <a:pt x="134175" y="94043"/>
                  </a:lnTo>
                  <a:lnTo>
                    <a:pt x="134708" y="94157"/>
                  </a:lnTo>
                  <a:lnTo>
                    <a:pt x="135178" y="94297"/>
                  </a:lnTo>
                  <a:lnTo>
                    <a:pt x="135737" y="93967"/>
                  </a:lnTo>
                  <a:lnTo>
                    <a:pt x="135890" y="93446"/>
                  </a:lnTo>
                  <a:lnTo>
                    <a:pt x="135991" y="92849"/>
                  </a:lnTo>
                  <a:close/>
                </a:path>
                <a:path w="215900" h="276859">
                  <a:moveTo>
                    <a:pt x="137045" y="165303"/>
                  </a:moveTo>
                  <a:lnTo>
                    <a:pt x="136512" y="164338"/>
                  </a:lnTo>
                  <a:lnTo>
                    <a:pt x="135940" y="163449"/>
                  </a:lnTo>
                  <a:lnTo>
                    <a:pt x="134747" y="163080"/>
                  </a:lnTo>
                  <a:lnTo>
                    <a:pt x="133794" y="163639"/>
                  </a:lnTo>
                  <a:lnTo>
                    <a:pt x="132842" y="164160"/>
                  </a:lnTo>
                  <a:lnTo>
                    <a:pt x="132537" y="165366"/>
                  </a:lnTo>
                  <a:lnTo>
                    <a:pt x="133629" y="167259"/>
                  </a:lnTo>
                  <a:lnTo>
                    <a:pt x="134861" y="167576"/>
                  </a:lnTo>
                  <a:lnTo>
                    <a:pt x="136740" y="166471"/>
                  </a:lnTo>
                  <a:lnTo>
                    <a:pt x="137045" y="165303"/>
                  </a:lnTo>
                  <a:close/>
                </a:path>
                <a:path w="215900" h="276859">
                  <a:moveTo>
                    <a:pt x="137629" y="70472"/>
                  </a:moveTo>
                  <a:lnTo>
                    <a:pt x="137210" y="69786"/>
                  </a:lnTo>
                  <a:lnTo>
                    <a:pt x="136525" y="69646"/>
                  </a:lnTo>
                  <a:lnTo>
                    <a:pt x="135801" y="69430"/>
                  </a:lnTo>
                  <a:lnTo>
                    <a:pt x="135140" y="69900"/>
                  </a:lnTo>
                  <a:lnTo>
                    <a:pt x="134797" y="71285"/>
                  </a:lnTo>
                  <a:lnTo>
                    <a:pt x="135204" y="71996"/>
                  </a:lnTo>
                  <a:lnTo>
                    <a:pt x="135915" y="72110"/>
                  </a:lnTo>
                  <a:lnTo>
                    <a:pt x="136639" y="72301"/>
                  </a:lnTo>
                  <a:lnTo>
                    <a:pt x="137287" y="71894"/>
                  </a:lnTo>
                  <a:lnTo>
                    <a:pt x="137490" y="71196"/>
                  </a:lnTo>
                  <a:lnTo>
                    <a:pt x="137629" y="70472"/>
                  </a:lnTo>
                  <a:close/>
                </a:path>
                <a:path w="215900" h="276859">
                  <a:moveTo>
                    <a:pt x="142125" y="218909"/>
                  </a:moveTo>
                  <a:lnTo>
                    <a:pt x="141249" y="217551"/>
                  </a:lnTo>
                  <a:lnTo>
                    <a:pt x="140322" y="216192"/>
                  </a:lnTo>
                  <a:lnTo>
                    <a:pt x="138544" y="215785"/>
                  </a:lnTo>
                  <a:lnTo>
                    <a:pt x="137160" y="216662"/>
                  </a:lnTo>
                  <a:lnTo>
                    <a:pt x="135851" y="217627"/>
                  </a:lnTo>
                  <a:lnTo>
                    <a:pt x="135407" y="219367"/>
                  </a:lnTo>
                  <a:lnTo>
                    <a:pt x="136347" y="220751"/>
                  </a:lnTo>
                  <a:lnTo>
                    <a:pt x="137236" y="222148"/>
                  </a:lnTo>
                  <a:lnTo>
                    <a:pt x="139052" y="222529"/>
                  </a:lnTo>
                  <a:lnTo>
                    <a:pt x="140436" y="221615"/>
                  </a:lnTo>
                  <a:lnTo>
                    <a:pt x="141782" y="220700"/>
                  </a:lnTo>
                  <a:lnTo>
                    <a:pt x="142125" y="218909"/>
                  </a:lnTo>
                  <a:close/>
                </a:path>
                <a:path w="215900" h="276859">
                  <a:moveTo>
                    <a:pt x="147726" y="158203"/>
                  </a:moveTo>
                  <a:lnTo>
                    <a:pt x="147066" y="157124"/>
                  </a:lnTo>
                  <a:lnTo>
                    <a:pt x="145999" y="156883"/>
                  </a:lnTo>
                  <a:lnTo>
                    <a:pt x="145008" y="156641"/>
                  </a:lnTo>
                  <a:lnTo>
                    <a:pt x="143891" y="157264"/>
                  </a:lnTo>
                  <a:lnTo>
                    <a:pt x="143662" y="158267"/>
                  </a:lnTo>
                  <a:lnTo>
                    <a:pt x="143370" y="159334"/>
                  </a:lnTo>
                  <a:lnTo>
                    <a:pt x="144056" y="160413"/>
                  </a:lnTo>
                  <a:lnTo>
                    <a:pt x="145097" y="160642"/>
                  </a:lnTo>
                  <a:lnTo>
                    <a:pt x="146100" y="160934"/>
                  </a:lnTo>
                  <a:lnTo>
                    <a:pt x="147193" y="160235"/>
                  </a:lnTo>
                  <a:lnTo>
                    <a:pt x="147434" y="159207"/>
                  </a:lnTo>
                  <a:lnTo>
                    <a:pt x="147726" y="158203"/>
                  </a:lnTo>
                  <a:close/>
                </a:path>
                <a:path w="215900" h="276859">
                  <a:moveTo>
                    <a:pt x="150723" y="106578"/>
                  </a:moveTo>
                  <a:lnTo>
                    <a:pt x="150495" y="106032"/>
                  </a:lnTo>
                  <a:lnTo>
                    <a:pt x="149974" y="105943"/>
                  </a:lnTo>
                  <a:lnTo>
                    <a:pt x="149364" y="105791"/>
                  </a:lnTo>
                  <a:lnTo>
                    <a:pt x="148869" y="106095"/>
                  </a:lnTo>
                  <a:lnTo>
                    <a:pt x="148755" y="106603"/>
                  </a:lnTo>
                  <a:lnTo>
                    <a:pt x="148615" y="107149"/>
                  </a:lnTo>
                  <a:lnTo>
                    <a:pt x="148894" y="107607"/>
                  </a:lnTo>
                  <a:lnTo>
                    <a:pt x="149466" y="107784"/>
                  </a:lnTo>
                  <a:lnTo>
                    <a:pt x="149987" y="107899"/>
                  </a:lnTo>
                  <a:lnTo>
                    <a:pt x="150495" y="107556"/>
                  </a:lnTo>
                  <a:lnTo>
                    <a:pt x="150622" y="107111"/>
                  </a:lnTo>
                  <a:lnTo>
                    <a:pt x="150723" y="106578"/>
                  </a:lnTo>
                  <a:close/>
                </a:path>
                <a:path w="215900" h="276859">
                  <a:moveTo>
                    <a:pt x="151803" y="94576"/>
                  </a:moveTo>
                  <a:lnTo>
                    <a:pt x="151282" y="93649"/>
                  </a:lnTo>
                  <a:lnTo>
                    <a:pt x="150456" y="93484"/>
                  </a:lnTo>
                  <a:lnTo>
                    <a:pt x="149567" y="93268"/>
                  </a:lnTo>
                  <a:lnTo>
                    <a:pt x="148742" y="93751"/>
                  </a:lnTo>
                  <a:lnTo>
                    <a:pt x="148501" y="94627"/>
                  </a:lnTo>
                  <a:lnTo>
                    <a:pt x="148297" y="95453"/>
                  </a:lnTo>
                  <a:lnTo>
                    <a:pt x="148780" y="96354"/>
                  </a:lnTo>
                  <a:lnTo>
                    <a:pt x="149707" y="96558"/>
                  </a:lnTo>
                  <a:lnTo>
                    <a:pt x="150533" y="96761"/>
                  </a:lnTo>
                  <a:lnTo>
                    <a:pt x="151371" y="96227"/>
                  </a:lnTo>
                  <a:lnTo>
                    <a:pt x="151574" y="95402"/>
                  </a:lnTo>
                  <a:lnTo>
                    <a:pt x="151803" y="94576"/>
                  </a:lnTo>
                  <a:close/>
                </a:path>
                <a:path w="215900" h="276859">
                  <a:moveTo>
                    <a:pt x="155587" y="77038"/>
                  </a:moveTo>
                  <a:lnTo>
                    <a:pt x="155270" y="76492"/>
                  </a:lnTo>
                  <a:lnTo>
                    <a:pt x="154749" y="76415"/>
                  </a:lnTo>
                  <a:lnTo>
                    <a:pt x="154228" y="76276"/>
                  </a:lnTo>
                  <a:lnTo>
                    <a:pt x="153695" y="76581"/>
                  </a:lnTo>
                  <a:lnTo>
                    <a:pt x="153555" y="77076"/>
                  </a:lnTo>
                  <a:lnTo>
                    <a:pt x="153428" y="77584"/>
                  </a:lnTo>
                  <a:lnTo>
                    <a:pt x="153733" y="78206"/>
                  </a:lnTo>
                  <a:lnTo>
                    <a:pt x="154279" y="78320"/>
                  </a:lnTo>
                  <a:lnTo>
                    <a:pt x="154762" y="78435"/>
                  </a:lnTo>
                  <a:lnTo>
                    <a:pt x="155321" y="78105"/>
                  </a:lnTo>
                  <a:lnTo>
                    <a:pt x="155435" y="77571"/>
                  </a:lnTo>
                  <a:lnTo>
                    <a:pt x="155587" y="77038"/>
                  </a:lnTo>
                  <a:close/>
                </a:path>
                <a:path w="215900" h="276859">
                  <a:moveTo>
                    <a:pt x="159613" y="211175"/>
                  </a:moveTo>
                  <a:lnTo>
                    <a:pt x="159029" y="210286"/>
                  </a:lnTo>
                  <a:lnTo>
                    <a:pt x="158229" y="210045"/>
                  </a:lnTo>
                  <a:lnTo>
                    <a:pt x="157365" y="209816"/>
                  </a:lnTo>
                  <a:lnTo>
                    <a:pt x="156451" y="210375"/>
                  </a:lnTo>
                  <a:lnTo>
                    <a:pt x="156057" y="212140"/>
                  </a:lnTo>
                  <a:lnTo>
                    <a:pt x="156591" y="212979"/>
                  </a:lnTo>
                  <a:lnTo>
                    <a:pt x="157480" y="213220"/>
                  </a:lnTo>
                  <a:lnTo>
                    <a:pt x="158343" y="213436"/>
                  </a:lnTo>
                  <a:lnTo>
                    <a:pt x="159156" y="212902"/>
                  </a:lnTo>
                  <a:lnTo>
                    <a:pt x="159461" y="212013"/>
                  </a:lnTo>
                  <a:lnTo>
                    <a:pt x="159613" y="211175"/>
                  </a:lnTo>
                  <a:close/>
                </a:path>
                <a:path w="215900" h="276859">
                  <a:moveTo>
                    <a:pt x="161455" y="161734"/>
                  </a:moveTo>
                  <a:lnTo>
                    <a:pt x="160858" y="160604"/>
                  </a:lnTo>
                  <a:lnTo>
                    <a:pt x="160197" y="159435"/>
                  </a:lnTo>
                  <a:lnTo>
                    <a:pt x="158673" y="159016"/>
                  </a:lnTo>
                  <a:lnTo>
                    <a:pt x="157518" y="159639"/>
                  </a:lnTo>
                  <a:lnTo>
                    <a:pt x="156298" y="160248"/>
                  </a:lnTo>
                  <a:lnTo>
                    <a:pt x="155905" y="161734"/>
                  </a:lnTo>
                  <a:lnTo>
                    <a:pt x="156552" y="162928"/>
                  </a:lnTo>
                  <a:lnTo>
                    <a:pt x="157149" y="164134"/>
                  </a:lnTo>
                  <a:lnTo>
                    <a:pt x="158711" y="164503"/>
                  </a:lnTo>
                  <a:lnTo>
                    <a:pt x="159842" y="163868"/>
                  </a:lnTo>
                  <a:lnTo>
                    <a:pt x="161010" y="163258"/>
                  </a:lnTo>
                  <a:lnTo>
                    <a:pt x="161455" y="161734"/>
                  </a:lnTo>
                  <a:close/>
                </a:path>
                <a:path w="215900" h="276859">
                  <a:moveTo>
                    <a:pt x="170383" y="90716"/>
                  </a:moveTo>
                  <a:lnTo>
                    <a:pt x="170053" y="90182"/>
                  </a:lnTo>
                  <a:lnTo>
                    <a:pt x="169494" y="90017"/>
                  </a:lnTo>
                  <a:lnTo>
                    <a:pt x="168986" y="89928"/>
                  </a:lnTo>
                  <a:lnTo>
                    <a:pt x="168478" y="90233"/>
                  </a:lnTo>
                  <a:lnTo>
                    <a:pt x="168338" y="90754"/>
                  </a:lnTo>
                  <a:lnTo>
                    <a:pt x="168211" y="91300"/>
                  </a:lnTo>
                  <a:lnTo>
                    <a:pt x="168516" y="91833"/>
                  </a:lnTo>
                  <a:lnTo>
                    <a:pt x="169011" y="91922"/>
                  </a:lnTo>
                  <a:lnTo>
                    <a:pt x="169583" y="92113"/>
                  </a:lnTo>
                  <a:lnTo>
                    <a:pt x="170065" y="91770"/>
                  </a:lnTo>
                  <a:lnTo>
                    <a:pt x="170218" y="91249"/>
                  </a:lnTo>
                  <a:lnTo>
                    <a:pt x="170383" y="90716"/>
                  </a:lnTo>
                  <a:close/>
                </a:path>
                <a:path w="215900" h="276859">
                  <a:moveTo>
                    <a:pt x="201091" y="52247"/>
                  </a:moveTo>
                  <a:lnTo>
                    <a:pt x="200596" y="51422"/>
                  </a:lnTo>
                  <a:lnTo>
                    <a:pt x="199669" y="51155"/>
                  </a:lnTo>
                  <a:lnTo>
                    <a:pt x="198818" y="50977"/>
                  </a:lnTo>
                  <a:lnTo>
                    <a:pt x="197904" y="51422"/>
                  </a:lnTo>
                  <a:lnTo>
                    <a:pt x="197726" y="52298"/>
                  </a:lnTo>
                  <a:lnTo>
                    <a:pt x="197472" y="53225"/>
                  </a:lnTo>
                  <a:lnTo>
                    <a:pt x="198031" y="54102"/>
                  </a:lnTo>
                  <a:lnTo>
                    <a:pt x="198894" y="54317"/>
                  </a:lnTo>
                  <a:lnTo>
                    <a:pt x="199758" y="54521"/>
                  </a:lnTo>
                  <a:lnTo>
                    <a:pt x="200647" y="53987"/>
                  </a:lnTo>
                  <a:lnTo>
                    <a:pt x="200875" y="53124"/>
                  </a:lnTo>
                  <a:lnTo>
                    <a:pt x="201091" y="52247"/>
                  </a:lnTo>
                  <a:close/>
                </a:path>
                <a:path w="215900" h="276859">
                  <a:moveTo>
                    <a:pt x="215646" y="12433"/>
                  </a:moveTo>
                  <a:lnTo>
                    <a:pt x="214985" y="11328"/>
                  </a:lnTo>
                  <a:lnTo>
                    <a:pt x="213982" y="11061"/>
                  </a:lnTo>
                  <a:lnTo>
                    <a:pt x="212902" y="10756"/>
                  </a:lnTo>
                  <a:lnTo>
                    <a:pt x="211836" y="11493"/>
                  </a:lnTo>
                  <a:lnTo>
                    <a:pt x="211582" y="12496"/>
                  </a:lnTo>
                  <a:lnTo>
                    <a:pt x="211353" y="13512"/>
                  </a:lnTo>
                  <a:lnTo>
                    <a:pt x="212001" y="14554"/>
                  </a:lnTo>
                  <a:lnTo>
                    <a:pt x="213029" y="14859"/>
                  </a:lnTo>
                  <a:lnTo>
                    <a:pt x="214071" y="15100"/>
                  </a:lnTo>
                  <a:lnTo>
                    <a:pt x="215112" y="14503"/>
                  </a:lnTo>
                  <a:lnTo>
                    <a:pt x="215379" y="13423"/>
                  </a:lnTo>
                  <a:lnTo>
                    <a:pt x="215646" y="12433"/>
                  </a:lnTo>
                  <a:close/>
                </a:path>
              </a:pathLst>
            </a:custGeom>
            <a:solidFill>
              <a:srgbClr val="044D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3449193" y="8358587"/>
              <a:ext cx="181610" cy="281940"/>
            </a:xfrm>
            <a:custGeom>
              <a:avLst/>
              <a:gdLst/>
              <a:ahLst/>
              <a:cxnLst/>
              <a:rect l="l" t="t" r="r" b="b"/>
              <a:pathLst>
                <a:path w="181610" h="281940">
                  <a:moveTo>
                    <a:pt x="3352" y="184226"/>
                  </a:moveTo>
                  <a:lnTo>
                    <a:pt x="2895" y="183565"/>
                  </a:lnTo>
                  <a:lnTo>
                    <a:pt x="2476" y="182803"/>
                  </a:lnTo>
                  <a:lnTo>
                    <a:pt x="1549" y="182626"/>
                  </a:lnTo>
                  <a:lnTo>
                    <a:pt x="901" y="183007"/>
                  </a:lnTo>
                  <a:lnTo>
                    <a:pt x="139" y="183438"/>
                  </a:lnTo>
                  <a:lnTo>
                    <a:pt x="0" y="184365"/>
                  </a:lnTo>
                  <a:lnTo>
                    <a:pt x="368" y="185039"/>
                  </a:lnTo>
                  <a:lnTo>
                    <a:pt x="787" y="185801"/>
                  </a:lnTo>
                  <a:lnTo>
                    <a:pt x="1701" y="186029"/>
                  </a:lnTo>
                  <a:lnTo>
                    <a:pt x="2425" y="185585"/>
                  </a:lnTo>
                  <a:lnTo>
                    <a:pt x="3162" y="185102"/>
                  </a:lnTo>
                  <a:lnTo>
                    <a:pt x="3352" y="184226"/>
                  </a:lnTo>
                  <a:close/>
                </a:path>
                <a:path w="181610" h="281940">
                  <a:moveTo>
                    <a:pt x="8153" y="198259"/>
                  </a:moveTo>
                  <a:lnTo>
                    <a:pt x="7454" y="197116"/>
                  </a:lnTo>
                  <a:lnTo>
                    <a:pt x="6718" y="195961"/>
                  </a:lnTo>
                  <a:lnTo>
                    <a:pt x="5194" y="195605"/>
                  </a:lnTo>
                  <a:lnTo>
                    <a:pt x="4038" y="196265"/>
                  </a:lnTo>
                  <a:lnTo>
                    <a:pt x="2870" y="196989"/>
                  </a:lnTo>
                  <a:lnTo>
                    <a:pt x="2425" y="198577"/>
                  </a:lnTo>
                  <a:lnTo>
                    <a:pt x="3200" y="199669"/>
                  </a:lnTo>
                  <a:lnTo>
                    <a:pt x="3886" y="200901"/>
                  </a:lnTo>
                  <a:lnTo>
                    <a:pt x="5435" y="201244"/>
                  </a:lnTo>
                  <a:lnTo>
                    <a:pt x="6565" y="200583"/>
                  </a:lnTo>
                  <a:lnTo>
                    <a:pt x="7759" y="199859"/>
                  </a:lnTo>
                  <a:lnTo>
                    <a:pt x="8153" y="198259"/>
                  </a:lnTo>
                  <a:close/>
                </a:path>
                <a:path w="181610" h="281940">
                  <a:moveTo>
                    <a:pt x="16929" y="184277"/>
                  </a:moveTo>
                  <a:lnTo>
                    <a:pt x="16217" y="183032"/>
                  </a:lnTo>
                  <a:lnTo>
                    <a:pt x="15506" y="181940"/>
                  </a:lnTo>
                  <a:lnTo>
                    <a:pt x="13957" y="181508"/>
                  </a:lnTo>
                  <a:lnTo>
                    <a:pt x="12776" y="182270"/>
                  </a:lnTo>
                  <a:lnTo>
                    <a:pt x="11557" y="182956"/>
                  </a:lnTo>
                  <a:lnTo>
                    <a:pt x="11239" y="184454"/>
                  </a:lnTo>
                  <a:lnTo>
                    <a:pt x="11925" y="185648"/>
                  </a:lnTo>
                  <a:lnTo>
                    <a:pt x="12611" y="186867"/>
                  </a:lnTo>
                  <a:lnTo>
                    <a:pt x="14173" y="187236"/>
                  </a:lnTo>
                  <a:lnTo>
                    <a:pt x="16522" y="185801"/>
                  </a:lnTo>
                  <a:lnTo>
                    <a:pt x="16929" y="184277"/>
                  </a:lnTo>
                  <a:close/>
                </a:path>
                <a:path w="181610" h="281940">
                  <a:moveTo>
                    <a:pt x="17678" y="171754"/>
                  </a:moveTo>
                  <a:lnTo>
                    <a:pt x="16979" y="170535"/>
                  </a:lnTo>
                  <a:lnTo>
                    <a:pt x="16243" y="169379"/>
                  </a:lnTo>
                  <a:lnTo>
                    <a:pt x="14744" y="169049"/>
                  </a:lnTo>
                  <a:lnTo>
                    <a:pt x="13576" y="169684"/>
                  </a:lnTo>
                  <a:lnTo>
                    <a:pt x="12420" y="170459"/>
                  </a:lnTo>
                  <a:lnTo>
                    <a:pt x="12052" y="171958"/>
                  </a:lnTo>
                  <a:lnTo>
                    <a:pt x="12763" y="173062"/>
                  </a:lnTo>
                  <a:lnTo>
                    <a:pt x="13423" y="174231"/>
                  </a:lnTo>
                  <a:lnTo>
                    <a:pt x="14960" y="174599"/>
                  </a:lnTo>
                  <a:lnTo>
                    <a:pt x="17297" y="173202"/>
                  </a:lnTo>
                  <a:lnTo>
                    <a:pt x="17678" y="171754"/>
                  </a:lnTo>
                  <a:close/>
                </a:path>
                <a:path w="181610" h="281940">
                  <a:moveTo>
                    <a:pt x="29476" y="161328"/>
                  </a:moveTo>
                  <a:lnTo>
                    <a:pt x="28905" y="160439"/>
                  </a:lnTo>
                  <a:lnTo>
                    <a:pt x="28308" y="159486"/>
                  </a:lnTo>
                  <a:lnTo>
                    <a:pt x="27114" y="159194"/>
                  </a:lnTo>
                  <a:lnTo>
                    <a:pt x="26136" y="159715"/>
                  </a:lnTo>
                  <a:lnTo>
                    <a:pt x="25209" y="160312"/>
                  </a:lnTo>
                  <a:lnTo>
                    <a:pt x="24841" y="161531"/>
                  </a:lnTo>
                  <a:lnTo>
                    <a:pt x="26073" y="163410"/>
                  </a:lnTo>
                  <a:lnTo>
                    <a:pt x="27266" y="163715"/>
                  </a:lnTo>
                  <a:lnTo>
                    <a:pt x="28181" y="163144"/>
                  </a:lnTo>
                  <a:lnTo>
                    <a:pt x="29171" y="162585"/>
                  </a:lnTo>
                  <a:lnTo>
                    <a:pt x="29476" y="161328"/>
                  </a:lnTo>
                  <a:close/>
                </a:path>
                <a:path w="181610" h="281940">
                  <a:moveTo>
                    <a:pt x="33007" y="176987"/>
                  </a:moveTo>
                  <a:lnTo>
                    <a:pt x="32308" y="175806"/>
                  </a:lnTo>
                  <a:lnTo>
                    <a:pt x="31597" y="174599"/>
                  </a:lnTo>
                  <a:lnTo>
                    <a:pt x="30022" y="174256"/>
                  </a:lnTo>
                  <a:lnTo>
                    <a:pt x="28829" y="174980"/>
                  </a:lnTo>
                  <a:lnTo>
                    <a:pt x="27686" y="175641"/>
                  </a:lnTo>
                  <a:lnTo>
                    <a:pt x="27330" y="177215"/>
                  </a:lnTo>
                  <a:lnTo>
                    <a:pt x="28028" y="178435"/>
                  </a:lnTo>
                  <a:lnTo>
                    <a:pt x="28790" y="179514"/>
                  </a:lnTo>
                  <a:lnTo>
                    <a:pt x="30276" y="179946"/>
                  </a:lnTo>
                  <a:lnTo>
                    <a:pt x="31470" y="179222"/>
                  </a:lnTo>
                  <a:lnTo>
                    <a:pt x="32651" y="178498"/>
                  </a:lnTo>
                  <a:lnTo>
                    <a:pt x="33007" y="176987"/>
                  </a:lnTo>
                  <a:close/>
                </a:path>
                <a:path w="181610" h="281940">
                  <a:moveTo>
                    <a:pt x="41706" y="188201"/>
                  </a:moveTo>
                  <a:lnTo>
                    <a:pt x="41300" y="187452"/>
                  </a:lnTo>
                  <a:lnTo>
                    <a:pt x="40919" y="186740"/>
                  </a:lnTo>
                  <a:lnTo>
                    <a:pt x="39941" y="186524"/>
                  </a:lnTo>
                  <a:lnTo>
                    <a:pt x="39255" y="186956"/>
                  </a:lnTo>
                  <a:lnTo>
                    <a:pt x="38557" y="187363"/>
                  </a:lnTo>
                  <a:lnTo>
                    <a:pt x="38354" y="188315"/>
                  </a:lnTo>
                  <a:lnTo>
                    <a:pt x="38709" y="188988"/>
                  </a:lnTo>
                  <a:lnTo>
                    <a:pt x="39217" y="189725"/>
                  </a:lnTo>
                  <a:lnTo>
                    <a:pt x="40132" y="189953"/>
                  </a:lnTo>
                  <a:lnTo>
                    <a:pt x="40868" y="189484"/>
                  </a:lnTo>
                  <a:lnTo>
                    <a:pt x="41541" y="189064"/>
                  </a:lnTo>
                  <a:lnTo>
                    <a:pt x="41706" y="188201"/>
                  </a:lnTo>
                  <a:close/>
                </a:path>
                <a:path w="181610" h="281940">
                  <a:moveTo>
                    <a:pt x="94729" y="115036"/>
                  </a:moveTo>
                  <a:lnTo>
                    <a:pt x="94259" y="114071"/>
                  </a:lnTo>
                  <a:lnTo>
                    <a:pt x="93789" y="113106"/>
                  </a:lnTo>
                  <a:lnTo>
                    <a:pt x="92621" y="112725"/>
                  </a:lnTo>
                  <a:lnTo>
                    <a:pt x="91617" y="113271"/>
                  </a:lnTo>
                  <a:lnTo>
                    <a:pt x="90703" y="113677"/>
                  </a:lnTo>
                  <a:lnTo>
                    <a:pt x="90309" y="114846"/>
                  </a:lnTo>
                  <a:lnTo>
                    <a:pt x="90805" y="115849"/>
                  </a:lnTo>
                  <a:lnTo>
                    <a:pt x="91211" y="116827"/>
                  </a:lnTo>
                  <a:lnTo>
                    <a:pt x="92456" y="117157"/>
                  </a:lnTo>
                  <a:lnTo>
                    <a:pt x="93383" y="116725"/>
                  </a:lnTo>
                  <a:lnTo>
                    <a:pt x="94386" y="116230"/>
                  </a:lnTo>
                  <a:lnTo>
                    <a:pt x="94729" y="115036"/>
                  </a:lnTo>
                  <a:close/>
                </a:path>
                <a:path w="181610" h="281940">
                  <a:moveTo>
                    <a:pt x="95440" y="103543"/>
                  </a:moveTo>
                  <a:lnTo>
                    <a:pt x="94945" y="102628"/>
                  </a:lnTo>
                  <a:lnTo>
                    <a:pt x="94475" y="101612"/>
                  </a:lnTo>
                  <a:lnTo>
                    <a:pt x="93268" y="101269"/>
                  </a:lnTo>
                  <a:lnTo>
                    <a:pt x="92303" y="101752"/>
                  </a:lnTo>
                  <a:lnTo>
                    <a:pt x="91401" y="102222"/>
                  </a:lnTo>
                  <a:lnTo>
                    <a:pt x="90970" y="103416"/>
                  </a:lnTo>
                  <a:lnTo>
                    <a:pt x="91960" y="105333"/>
                  </a:lnTo>
                  <a:lnTo>
                    <a:pt x="93154" y="105689"/>
                  </a:lnTo>
                  <a:lnTo>
                    <a:pt x="94119" y="105181"/>
                  </a:lnTo>
                  <a:lnTo>
                    <a:pt x="95072" y="104711"/>
                  </a:lnTo>
                  <a:lnTo>
                    <a:pt x="95440" y="103543"/>
                  </a:lnTo>
                  <a:close/>
                </a:path>
                <a:path w="181610" h="281940">
                  <a:moveTo>
                    <a:pt x="99796" y="279742"/>
                  </a:moveTo>
                  <a:lnTo>
                    <a:pt x="99390" y="278714"/>
                  </a:lnTo>
                  <a:lnTo>
                    <a:pt x="99009" y="277749"/>
                  </a:lnTo>
                  <a:lnTo>
                    <a:pt x="97853" y="277291"/>
                  </a:lnTo>
                  <a:lnTo>
                    <a:pt x="95897" y="278130"/>
                  </a:lnTo>
                  <a:lnTo>
                    <a:pt x="95377" y="279273"/>
                  </a:lnTo>
                  <a:lnTo>
                    <a:pt x="95821" y="280263"/>
                  </a:lnTo>
                  <a:lnTo>
                    <a:pt x="96227" y="281203"/>
                  </a:lnTo>
                  <a:lnTo>
                    <a:pt x="97409" y="281698"/>
                  </a:lnTo>
                  <a:lnTo>
                    <a:pt x="99326" y="280873"/>
                  </a:lnTo>
                  <a:lnTo>
                    <a:pt x="99796" y="279742"/>
                  </a:lnTo>
                  <a:close/>
                </a:path>
                <a:path w="181610" h="281940">
                  <a:moveTo>
                    <a:pt x="102831" y="231457"/>
                  </a:moveTo>
                  <a:lnTo>
                    <a:pt x="102438" y="230644"/>
                  </a:lnTo>
                  <a:lnTo>
                    <a:pt x="102044" y="229806"/>
                  </a:lnTo>
                  <a:lnTo>
                    <a:pt x="101104" y="229489"/>
                  </a:lnTo>
                  <a:lnTo>
                    <a:pt x="100266" y="229920"/>
                  </a:lnTo>
                  <a:lnTo>
                    <a:pt x="99453" y="230276"/>
                  </a:lnTo>
                  <a:lnTo>
                    <a:pt x="99136" y="231228"/>
                  </a:lnTo>
                  <a:lnTo>
                    <a:pt x="99504" y="232067"/>
                  </a:lnTo>
                  <a:lnTo>
                    <a:pt x="99834" y="232867"/>
                  </a:lnTo>
                  <a:lnTo>
                    <a:pt x="100863" y="233197"/>
                  </a:lnTo>
                  <a:lnTo>
                    <a:pt x="101612" y="232829"/>
                  </a:lnTo>
                  <a:lnTo>
                    <a:pt x="102489" y="232422"/>
                  </a:lnTo>
                  <a:lnTo>
                    <a:pt x="102831" y="231457"/>
                  </a:lnTo>
                  <a:close/>
                </a:path>
                <a:path w="181610" h="281940">
                  <a:moveTo>
                    <a:pt x="119278" y="102806"/>
                  </a:moveTo>
                  <a:lnTo>
                    <a:pt x="118986" y="102323"/>
                  </a:lnTo>
                  <a:lnTo>
                    <a:pt x="118872" y="101803"/>
                  </a:lnTo>
                  <a:lnTo>
                    <a:pt x="118275" y="101574"/>
                  </a:lnTo>
                  <a:lnTo>
                    <a:pt x="117741" y="101828"/>
                  </a:lnTo>
                  <a:lnTo>
                    <a:pt x="117259" y="102031"/>
                  </a:lnTo>
                  <a:lnTo>
                    <a:pt x="117068" y="102565"/>
                  </a:lnTo>
                  <a:lnTo>
                    <a:pt x="117259" y="103098"/>
                  </a:lnTo>
                  <a:lnTo>
                    <a:pt x="117487" y="103555"/>
                  </a:lnTo>
                  <a:lnTo>
                    <a:pt x="118046" y="103822"/>
                  </a:lnTo>
                  <a:lnTo>
                    <a:pt x="118567" y="103593"/>
                  </a:lnTo>
                  <a:lnTo>
                    <a:pt x="118986" y="103416"/>
                  </a:lnTo>
                  <a:lnTo>
                    <a:pt x="119278" y="102806"/>
                  </a:lnTo>
                  <a:close/>
                </a:path>
                <a:path w="181610" h="281940">
                  <a:moveTo>
                    <a:pt x="119761" y="218579"/>
                  </a:moveTo>
                  <a:lnTo>
                    <a:pt x="119354" y="217805"/>
                  </a:lnTo>
                  <a:lnTo>
                    <a:pt x="119024" y="216966"/>
                  </a:lnTo>
                  <a:lnTo>
                    <a:pt x="118071" y="216662"/>
                  </a:lnTo>
                  <a:lnTo>
                    <a:pt x="117335" y="217043"/>
                  </a:lnTo>
                  <a:lnTo>
                    <a:pt x="116471" y="217436"/>
                  </a:lnTo>
                  <a:lnTo>
                    <a:pt x="116141" y="218351"/>
                  </a:lnTo>
                  <a:lnTo>
                    <a:pt x="116916" y="219951"/>
                  </a:lnTo>
                  <a:lnTo>
                    <a:pt x="117843" y="220256"/>
                  </a:lnTo>
                  <a:lnTo>
                    <a:pt x="118618" y="219938"/>
                  </a:lnTo>
                  <a:lnTo>
                    <a:pt x="119443" y="219506"/>
                  </a:lnTo>
                  <a:lnTo>
                    <a:pt x="119761" y="218579"/>
                  </a:lnTo>
                  <a:close/>
                </a:path>
                <a:path w="181610" h="281940">
                  <a:moveTo>
                    <a:pt x="119964" y="78422"/>
                  </a:moveTo>
                  <a:lnTo>
                    <a:pt x="119735" y="77901"/>
                  </a:lnTo>
                  <a:lnTo>
                    <a:pt x="119468" y="77444"/>
                  </a:lnTo>
                  <a:lnTo>
                    <a:pt x="118897" y="77216"/>
                  </a:lnTo>
                  <a:lnTo>
                    <a:pt x="118427" y="77470"/>
                  </a:lnTo>
                  <a:lnTo>
                    <a:pt x="117957" y="77685"/>
                  </a:lnTo>
                  <a:lnTo>
                    <a:pt x="117741" y="78244"/>
                  </a:lnTo>
                  <a:lnTo>
                    <a:pt x="118186" y="79248"/>
                  </a:lnTo>
                  <a:lnTo>
                    <a:pt x="118808" y="79463"/>
                  </a:lnTo>
                  <a:lnTo>
                    <a:pt x="119303" y="79197"/>
                  </a:lnTo>
                  <a:lnTo>
                    <a:pt x="119761" y="78994"/>
                  </a:lnTo>
                  <a:lnTo>
                    <a:pt x="119964" y="78422"/>
                  </a:lnTo>
                  <a:close/>
                </a:path>
                <a:path w="181610" h="281940">
                  <a:moveTo>
                    <a:pt x="122135" y="87884"/>
                  </a:moveTo>
                  <a:lnTo>
                    <a:pt x="121793" y="87058"/>
                  </a:lnTo>
                  <a:lnTo>
                    <a:pt x="121373" y="86245"/>
                  </a:lnTo>
                  <a:lnTo>
                    <a:pt x="120421" y="85852"/>
                  </a:lnTo>
                  <a:lnTo>
                    <a:pt x="119570" y="86271"/>
                  </a:lnTo>
                  <a:lnTo>
                    <a:pt x="118783" y="86652"/>
                  </a:lnTo>
                  <a:lnTo>
                    <a:pt x="118440" y="87668"/>
                  </a:lnTo>
                  <a:lnTo>
                    <a:pt x="118846" y="88430"/>
                  </a:lnTo>
                  <a:lnTo>
                    <a:pt x="119253" y="89255"/>
                  </a:lnTo>
                  <a:lnTo>
                    <a:pt x="120154" y="89573"/>
                  </a:lnTo>
                  <a:lnTo>
                    <a:pt x="120980" y="89255"/>
                  </a:lnTo>
                  <a:lnTo>
                    <a:pt x="121793" y="88874"/>
                  </a:lnTo>
                  <a:lnTo>
                    <a:pt x="122135" y="87884"/>
                  </a:lnTo>
                  <a:close/>
                </a:path>
                <a:path w="181610" h="281940">
                  <a:moveTo>
                    <a:pt x="127990" y="104063"/>
                  </a:moveTo>
                  <a:lnTo>
                    <a:pt x="127711" y="103162"/>
                  </a:lnTo>
                  <a:lnTo>
                    <a:pt x="127279" y="102412"/>
                  </a:lnTo>
                  <a:lnTo>
                    <a:pt x="126339" y="102006"/>
                  </a:lnTo>
                  <a:lnTo>
                    <a:pt x="125526" y="102387"/>
                  </a:lnTo>
                  <a:lnTo>
                    <a:pt x="124688" y="102704"/>
                  </a:lnTo>
                  <a:lnTo>
                    <a:pt x="124320" y="103657"/>
                  </a:lnTo>
                  <a:lnTo>
                    <a:pt x="124675" y="104495"/>
                  </a:lnTo>
                  <a:lnTo>
                    <a:pt x="125031" y="105333"/>
                  </a:lnTo>
                  <a:lnTo>
                    <a:pt x="125971" y="105689"/>
                  </a:lnTo>
                  <a:lnTo>
                    <a:pt x="126809" y="105359"/>
                  </a:lnTo>
                  <a:lnTo>
                    <a:pt x="127635" y="105003"/>
                  </a:lnTo>
                  <a:lnTo>
                    <a:pt x="127990" y="104063"/>
                  </a:lnTo>
                  <a:close/>
                </a:path>
                <a:path w="181610" h="281940">
                  <a:moveTo>
                    <a:pt x="128765" y="79336"/>
                  </a:moveTo>
                  <a:lnTo>
                    <a:pt x="128422" y="78524"/>
                  </a:lnTo>
                  <a:lnTo>
                    <a:pt x="128016" y="77711"/>
                  </a:lnTo>
                  <a:lnTo>
                    <a:pt x="127076" y="77317"/>
                  </a:lnTo>
                  <a:lnTo>
                    <a:pt x="126250" y="77685"/>
                  </a:lnTo>
                  <a:lnTo>
                    <a:pt x="125399" y="78130"/>
                  </a:lnTo>
                  <a:lnTo>
                    <a:pt x="125056" y="79121"/>
                  </a:lnTo>
                  <a:lnTo>
                    <a:pt x="125450" y="79908"/>
                  </a:lnTo>
                  <a:lnTo>
                    <a:pt x="125831" y="80746"/>
                  </a:lnTo>
                  <a:lnTo>
                    <a:pt x="126809" y="81064"/>
                  </a:lnTo>
                  <a:lnTo>
                    <a:pt x="127673" y="80657"/>
                  </a:lnTo>
                  <a:lnTo>
                    <a:pt x="128447" y="80327"/>
                  </a:lnTo>
                  <a:lnTo>
                    <a:pt x="128765" y="79336"/>
                  </a:lnTo>
                  <a:close/>
                </a:path>
                <a:path w="181610" h="281940">
                  <a:moveTo>
                    <a:pt x="129603" y="96024"/>
                  </a:moveTo>
                  <a:lnTo>
                    <a:pt x="129247" y="95186"/>
                  </a:lnTo>
                  <a:lnTo>
                    <a:pt x="128930" y="94373"/>
                  </a:lnTo>
                  <a:lnTo>
                    <a:pt x="127965" y="94018"/>
                  </a:lnTo>
                  <a:lnTo>
                    <a:pt x="127152" y="94373"/>
                  </a:lnTo>
                  <a:lnTo>
                    <a:pt x="126390" y="94716"/>
                  </a:lnTo>
                  <a:lnTo>
                    <a:pt x="126022" y="95656"/>
                  </a:lnTo>
                  <a:lnTo>
                    <a:pt x="126682" y="97231"/>
                  </a:lnTo>
                  <a:lnTo>
                    <a:pt x="127673" y="97561"/>
                  </a:lnTo>
                  <a:lnTo>
                    <a:pt x="129209" y="96939"/>
                  </a:lnTo>
                  <a:lnTo>
                    <a:pt x="129603" y="96024"/>
                  </a:lnTo>
                  <a:close/>
                </a:path>
                <a:path w="181610" h="281940">
                  <a:moveTo>
                    <a:pt x="132829" y="263855"/>
                  </a:moveTo>
                  <a:lnTo>
                    <a:pt x="132346" y="262826"/>
                  </a:lnTo>
                  <a:lnTo>
                    <a:pt x="131927" y="261912"/>
                  </a:lnTo>
                  <a:lnTo>
                    <a:pt x="130771" y="261442"/>
                  </a:lnTo>
                  <a:lnTo>
                    <a:pt x="129781" y="261962"/>
                  </a:lnTo>
                  <a:lnTo>
                    <a:pt x="128828" y="262369"/>
                  </a:lnTo>
                  <a:lnTo>
                    <a:pt x="128397" y="263512"/>
                  </a:lnTo>
                  <a:lnTo>
                    <a:pt x="129286" y="265544"/>
                  </a:lnTo>
                  <a:lnTo>
                    <a:pt x="130479" y="265925"/>
                  </a:lnTo>
                  <a:lnTo>
                    <a:pt x="131432" y="265480"/>
                  </a:lnTo>
                  <a:lnTo>
                    <a:pt x="132397" y="265010"/>
                  </a:lnTo>
                  <a:lnTo>
                    <a:pt x="132829" y="263855"/>
                  </a:lnTo>
                  <a:close/>
                </a:path>
                <a:path w="181610" h="281940">
                  <a:moveTo>
                    <a:pt x="133845" y="115722"/>
                  </a:moveTo>
                  <a:lnTo>
                    <a:pt x="133616" y="115227"/>
                  </a:lnTo>
                  <a:lnTo>
                    <a:pt x="133413" y="114731"/>
                  </a:lnTo>
                  <a:lnTo>
                    <a:pt x="132867" y="114528"/>
                  </a:lnTo>
                  <a:lnTo>
                    <a:pt x="132321" y="114693"/>
                  </a:lnTo>
                  <a:lnTo>
                    <a:pt x="131864" y="114973"/>
                  </a:lnTo>
                  <a:lnTo>
                    <a:pt x="131610" y="115531"/>
                  </a:lnTo>
                  <a:lnTo>
                    <a:pt x="131851" y="116039"/>
                  </a:lnTo>
                  <a:lnTo>
                    <a:pt x="132041" y="116522"/>
                  </a:lnTo>
                  <a:lnTo>
                    <a:pt x="132600" y="116738"/>
                  </a:lnTo>
                  <a:lnTo>
                    <a:pt x="133070" y="116573"/>
                  </a:lnTo>
                  <a:lnTo>
                    <a:pt x="133591" y="116306"/>
                  </a:lnTo>
                  <a:lnTo>
                    <a:pt x="133845" y="115722"/>
                  </a:lnTo>
                  <a:close/>
                </a:path>
                <a:path w="181610" h="281940">
                  <a:moveTo>
                    <a:pt x="135445" y="104902"/>
                  </a:moveTo>
                  <a:lnTo>
                    <a:pt x="135013" y="103898"/>
                  </a:lnTo>
                  <a:lnTo>
                    <a:pt x="134607" y="102908"/>
                  </a:lnTo>
                  <a:lnTo>
                    <a:pt x="133464" y="102412"/>
                  </a:lnTo>
                  <a:lnTo>
                    <a:pt x="132448" y="102882"/>
                  </a:lnTo>
                  <a:lnTo>
                    <a:pt x="131445" y="103314"/>
                  </a:lnTo>
                  <a:lnTo>
                    <a:pt x="131000" y="104495"/>
                  </a:lnTo>
                  <a:lnTo>
                    <a:pt x="131445" y="105397"/>
                  </a:lnTo>
                  <a:lnTo>
                    <a:pt x="131889" y="106476"/>
                  </a:lnTo>
                  <a:lnTo>
                    <a:pt x="133032" y="106883"/>
                  </a:lnTo>
                  <a:lnTo>
                    <a:pt x="135013" y="106006"/>
                  </a:lnTo>
                  <a:lnTo>
                    <a:pt x="135445" y="104902"/>
                  </a:lnTo>
                  <a:close/>
                </a:path>
                <a:path w="181610" h="281940">
                  <a:moveTo>
                    <a:pt x="135585" y="125285"/>
                  </a:moveTo>
                  <a:lnTo>
                    <a:pt x="135216" y="124447"/>
                  </a:lnTo>
                  <a:lnTo>
                    <a:pt x="134937" y="123621"/>
                  </a:lnTo>
                  <a:lnTo>
                    <a:pt x="133972" y="123215"/>
                  </a:lnTo>
                  <a:lnTo>
                    <a:pt x="133083" y="123647"/>
                  </a:lnTo>
                  <a:lnTo>
                    <a:pt x="132295" y="123977"/>
                  </a:lnTo>
                  <a:lnTo>
                    <a:pt x="131876" y="124891"/>
                  </a:lnTo>
                  <a:lnTo>
                    <a:pt x="132257" y="125742"/>
                  </a:lnTo>
                  <a:lnTo>
                    <a:pt x="132588" y="126542"/>
                  </a:lnTo>
                  <a:lnTo>
                    <a:pt x="133565" y="126898"/>
                  </a:lnTo>
                  <a:lnTo>
                    <a:pt x="134378" y="126580"/>
                  </a:lnTo>
                  <a:lnTo>
                    <a:pt x="135204" y="126238"/>
                  </a:lnTo>
                  <a:lnTo>
                    <a:pt x="135585" y="125285"/>
                  </a:lnTo>
                  <a:close/>
                </a:path>
                <a:path w="181610" h="281940">
                  <a:moveTo>
                    <a:pt x="136283" y="79895"/>
                  </a:moveTo>
                  <a:lnTo>
                    <a:pt x="135775" y="78917"/>
                  </a:lnTo>
                  <a:lnTo>
                    <a:pt x="135318" y="77978"/>
                  </a:lnTo>
                  <a:lnTo>
                    <a:pt x="134200" y="77546"/>
                  </a:lnTo>
                  <a:lnTo>
                    <a:pt x="133146" y="78016"/>
                  </a:lnTo>
                  <a:lnTo>
                    <a:pt x="132219" y="78498"/>
                  </a:lnTo>
                  <a:lnTo>
                    <a:pt x="131826" y="79616"/>
                  </a:lnTo>
                  <a:lnTo>
                    <a:pt x="132257" y="80619"/>
                  </a:lnTo>
                  <a:lnTo>
                    <a:pt x="132753" y="81597"/>
                  </a:lnTo>
                  <a:lnTo>
                    <a:pt x="133896" y="82029"/>
                  </a:lnTo>
                  <a:lnTo>
                    <a:pt x="134848" y="81559"/>
                  </a:lnTo>
                  <a:lnTo>
                    <a:pt x="135864" y="81076"/>
                  </a:lnTo>
                  <a:lnTo>
                    <a:pt x="136283" y="79895"/>
                  </a:lnTo>
                  <a:close/>
                </a:path>
                <a:path w="181610" h="281940">
                  <a:moveTo>
                    <a:pt x="136918" y="93446"/>
                  </a:moveTo>
                  <a:lnTo>
                    <a:pt x="136448" y="92468"/>
                  </a:lnTo>
                  <a:lnTo>
                    <a:pt x="136017" y="91478"/>
                  </a:lnTo>
                  <a:lnTo>
                    <a:pt x="134874" y="90982"/>
                  </a:lnTo>
                  <a:lnTo>
                    <a:pt x="133921" y="91452"/>
                  </a:lnTo>
                  <a:lnTo>
                    <a:pt x="132867" y="91821"/>
                  </a:lnTo>
                  <a:lnTo>
                    <a:pt x="132486" y="93002"/>
                  </a:lnTo>
                  <a:lnTo>
                    <a:pt x="133350" y="94983"/>
                  </a:lnTo>
                  <a:lnTo>
                    <a:pt x="134429" y="95478"/>
                  </a:lnTo>
                  <a:lnTo>
                    <a:pt x="135470" y="95059"/>
                  </a:lnTo>
                  <a:lnTo>
                    <a:pt x="136436" y="94615"/>
                  </a:lnTo>
                  <a:lnTo>
                    <a:pt x="136918" y="93446"/>
                  </a:lnTo>
                  <a:close/>
                </a:path>
                <a:path w="181610" h="281940">
                  <a:moveTo>
                    <a:pt x="138201" y="90322"/>
                  </a:moveTo>
                  <a:lnTo>
                    <a:pt x="137909" y="89700"/>
                  </a:lnTo>
                  <a:lnTo>
                    <a:pt x="137617" y="89014"/>
                  </a:lnTo>
                  <a:lnTo>
                    <a:pt x="136817" y="88734"/>
                  </a:lnTo>
                  <a:lnTo>
                    <a:pt x="135496" y="89319"/>
                  </a:lnTo>
                  <a:lnTo>
                    <a:pt x="135204" y="90081"/>
                  </a:lnTo>
                  <a:lnTo>
                    <a:pt x="135509" y="90678"/>
                  </a:lnTo>
                  <a:lnTo>
                    <a:pt x="135801" y="91325"/>
                  </a:lnTo>
                  <a:lnTo>
                    <a:pt x="136563" y="91694"/>
                  </a:lnTo>
                  <a:lnTo>
                    <a:pt x="137210" y="91376"/>
                  </a:lnTo>
                  <a:lnTo>
                    <a:pt x="137871" y="91097"/>
                  </a:lnTo>
                  <a:lnTo>
                    <a:pt x="138201" y="90322"/>
                  </a:lnTo>
                  <a:close/>
                </a:path>
                <a:path w="181610" h="281940">
                  <a:moveTo>
                    <a:pt x="138493" y="65265"/>
                  </a:moveTo>
                  <a:lnTo>
                    <a:pt x="138163" y="64655"/>
                  </a:lnTo>
                  <a:lnTo>
                    <a:pt x="137807" y="64020"/>
                  </a:lnTo>
                  <a:lnTo>
                    <a:pt x="137007" y="63728"/>
                  </a:lnTo>
                  <a:lnTo>
                    <a:pt x="136423" y="64008"/>
                  </a:lnTo>
                  <a:lnTo>
                    <a:pt x="135826" y="64325"/>
                  </a:lnTo>
                  <a:lnTo>
                    <a:pt x="135509" y="65100"/>
                  </a:lnTo>
                  <a:lnTo>
                    <a:pt x="135775" y="65747"/>
                  </a:lnTo>
                  <a:lnTo>
                    <a:pt x="136144" y="66395"/>
                  </a:lnTo>
                  <a:lnTo>
                    <a:pt x="135191" y="66103"/>
                  </a:lnTo>
                  <a:lnTo>
                    <a:pt x="134188" y="66522"/>
                  </a:lnTo>
                  <a:lnTo>
                    <a:pt x="133235" y="66992"/>
                  </a:lnTo>
                  <a:lnTo>
                    <a:pt x="132816" y="68148"/>
                  </a:lnTo>
                  <a:lnTo>
                    <a:pt x="133299" y="69126"/>
                  </a:lnTo>
                  <a:lnTo>
                    <a:pt x="133743" y="70104"/>
                  </a:lnTo>
                  <a:lnTo>
                    <a:pt x="134912" y="70472"/>
                  </a:lnTo>
                  <a:lnTo>
                    <a:pt x="136855" y="69634"/>
                  </a:lnTo>
                  <a:lnTo>
                    <a:pt x="137287" y="68440"/>
                  </a:lnTo>
                  <a:lnTo>
                    <a:pt x="136817" y="67462"/>
                  </a:lnTo>
                  <a:lnTo>
                    <a:pt x="136359" y="66497"/>
                  </a:lnTo>
                  <a:lnTo>
                    <a:pt x="136855" y="66700"/>
                  </a:lnTo>
                  <a:lnTo>
                    <a:pt x="137490" y="66395"/>
                  </a:lnTo>
                  <a:lnTo>
                    <a:pt x="138176" y="66040"/>
                  </a:lnTo>
                  <a:lnTo>
                    <a:pt x="138493" y="65265"/>
                  </a:lnTo>
                  <a:close/>
                </a:path>
                <a:path w="181610" h="281940">
                  <a:moveTo>
                    <a:pt x="139090" y="100761"/>
                  </a:moveTo>
                  <a:lnTo>
                    <a:pt x="138747" y="99923"/>
                  </a:lnTo>
                  <a:lnTo>
                    <a:pt x="138328" y="99136"/>
                  </a:lnTo>
                  <a:lnTo>
                    <a:pt x="137375" y="98742"/>
                  </a:lnTo>
                  <a:lnTo>
                    <a:pt x="136613" y="99085"/>
                  </a:lnTo>
                  <a:lnTo>
                    <a:pt x="135775" y="99441"/>
                  </a:lnTo>
                  <a:lnTo>
                    <a:pt x="135382" y="100380"/>
                  </a:lnTo>
                  <a:lnTo>
                    <a:pt x="135724" y="101257"/>
                  </a:lnTo>
                  <a:lnTo>
                    <a:pt x="136144" y="102057"/>
                  </a:lnTo>
                  <a:lnTo>
                    <a:pt x="137083" y="102425"/>
                  </a:lnTo>
                  <a:lnTo>
                    <a:pt x="137922" y="102120"/>
                  </a:lnTo>
                  <a:lnTo>
                    <a:pt x="138696" y="101714"/>
                  </a:lnTo>
                  <a:lnTo>
                    <a:pt x="139090" y="100761"/>
                  </a:lnTo>
                  <a:close/>
                </a:path>
                <a:path w="181610" h="281940">
                  <a:moveTo>
                    <a:pt x="139725" y="75692"/>
                  </a:moveTo>
                  <a:lnTo>
                    <a:pt x="139331" y="74879"/>
                  </a:lnTo>
                  <a:lnTo>
                    <a:pt x="138976" y="74015"/>
                  </a:lnTo>
                  <a:lnTo>
                    <a:pt x="137972" y="73710"/>
                  </a:lnTo>
                  <a:lnTo>
                    <a:pt x="137160" y="74117"/>
                  </a:lnTo>
                  <a:lnTo>
                    <a:pt x="136359" y="74549"/>
                  </a:lnTo>
                  <a:lnTo>
                    <a:pt x="136029" y="75438"/>
                  </a:lnTo>
                  <a:lnTo>
                    <a:pt x="136423" y="76314"/>
                  </a:lnTo>
                  <a:lnTo>
                    <a:pt x="136791" y="77050"/>
                  </a:lnTo>
                  <a:lnTo>
                    <a:pt x="137718" y="77431"/>
                  </a:lnTo>
                  <a:lnTo>
                    <a:pt x="138569" y="77025"/>
                  </a:lnTo>
                  <a:lnTo>
                    <a:pt x="139407" y="76631"/>
                  </a:lnTo>
                  <a:lnTo>
                    <a:pt x="139725" y="75692"/>
                  </a:lnTo>
                  <a:close/>
                </a:path>
                <a:path w="181610" h="281940">
                  <a:moveTo>
                    <a:pt x="144348" y="94449"/>
                  </a:moveTo>
                  <a:lnTo>
                    <a:pt x="144018" y="93624"/>
                  </a:lnTo>
                  <a:lnTo>
                    <a:pt x="143649" y="92811"/>
                  </a:lnTo>
                  <a:lnTo>
                    <a:pt x="142671" y="92481"/>
                  </a:lnTo>
                  <a:lnTo>
                    <a:pt x="141884" y="92862"/>
                  </a:lnTo>
                  <a:lnTo>
                    <a:pt x="141046" y="93192"/>
                  </a:lnTo>
                  <a:lnTo>
                    <a:pt x="140627" y="94157"/>
                  </a:lnTo>
                  <a:lnTo>
                    <a:pt x="141071" y="94957"/>
                  </a:lnTo>
                  <a:lnTo>
                    <a:pt x="141439" y="95783"/>
                  </a:lnTo>
                  <a:lnTo>
                    <a:pt x="142405" y="96189"/>
                  </a:lnTo>
                  <a:lnTo>
                    <a:pt x="143256" y="95770"/>
                  </a:lnTo>
                  <a:lnTo>
                    <a:pt x="144043" y="95364"/>
                  </a:lnTo>
                  <a:lnTo>
                    <a:pt x="144348" y="94449"/>
                  </a:lnTo>
                  <a:close/>
                </a:path>
                <a:path w="181610" h="281940">
                  <a:moveTo>
                    <a:pt x="144614" y="83540"/>
                  </a:moveTo>
                  <a:lnTo>
                    <a:pt x="144424" y="83070"/>
                  </a:lnTo>
                  <a:lnTo>
                    <a:pt x="144195" y="82524"/>
                  </a:lnTo>
                  <a:lnTo>
                    <a:pt x="143586" y="82296"/>
                  </a:lnTo>
                  <a:lnTo>
                    <a:pt x="143078" y="82588"/>
                  </a:lnTo>
                  <a:lnTo>
                    <a:pt x="142608" y="82765"/>
                  </a:lnTo>
                  <a:lnTo>
                    <a:pt x="142430" y="83388"/>
                  </a:lnTo>
                  <a:lnTo>
                    <a:pt x="142646" y="83883"/>
                  </a:lnTo>
                  <a:lnTo>
                    <a:pt x="142900" y="84340"/>
                  </a:lnTo>
                  <a:lnTo>
                    <a:pt x="143471" y="84543"/>
                  </a:lnTo>
                  <a:lnTo>
                    <a:pt x="143941" y="84340"/>
                  </a:lnTo>
                  <a:lnTo>
                    <a:pt x="144437" y="84124"/>
                  </a:lnTo>
                  <a:lnTo>
                    <a:pt x="144614" y="83540"/>
                  </a:lnTo>
                  <a:close/>
                </a:path>
                <a:path w="181610" h="281940">
                  <a:moveTo>
                    <a:pt x="144970" y="109080"/>
                  </a:moveTo>
                  <a:lnTo>
                    <a:pt x="144513" y="107886"/>
                  </a:lnTo>
                  <a:lnTo>
                    <a:pt x="144043" y="106756"/>
                  </a:lnTo>
                  <a:lnTo>
                    <a:pt x="142671" y="106235"/>
                  </a:lnTo>
                  <a:lnTo>
                    <a:pt x="141554" y="106680"/>
                  </a:lnTo>
                  <a:lnTo>
                    <a:pt x="140385" y="107175"/>
                  </a:lnTo>
                  <a:lnTo>
                    <a:pt x="139877" y="108534"/>
                  </a:lnTo>
                  <a:lnTo>
                    <a:pt x="140347" y="109702"/>
                  </a:lnTo>
                  <a:lnTo>
                    <a:pt x="140792" y="110896"/>
                  </a:lnTo>
                  <a:lnTo>
                    <a:pt x="142151" y="111391"/>
                  </a:lnTo>
                  <a:lnTo>
                    <a:pt x="143319" y="110909"/>
                  </a:lnTo>
                  <a:lnTo>
                    <a:pt x="144462" y="110388"/>
                  </a:lnTo>
                  <a:lnTo>
                    <a:pt x="144970" y="109080"/>
                  </a:lnTo>
                  <a:close/>
                </a:path>
                <a:path w="181610" h="281940">
                  <a:moveTo>
                    <a:pt x="145326" y="218033"/>
                  </a:moveTo>
                  <a:lnTo>
                    <a:pt x="144983" y="217220"/>
                  </a:lnTo>
                  <a:lnTo>
                    <a:pt x="144564" y="216458"/>
                  </a:lnTo>
                  <a:lnTo>
                    <a:pt x="143598" y="216065"/>
                  </a:lnTo>
                  <a:lnTo>
                    <a:pt x="142824" y="216369"/>
                  </a:lnTo>
                  <a:lnTo>
                    <a:pt x="141998" y="216789"/>
                  </a:lnTo>
                  <a:lnTo>
                    <a:pt x="141693" y="217716"/>
                  </a:lnTo>
                  <a:lnTo>
                    <a:pt x="141998" y="218516"/>
                  </a:lnTo>
                  <a:lnTo>
                    <a:pt x="142379" y="219354"/>
                  </a:lnTo>
                  <a:lnTo>
                    <a:pt x="143268" y="219697"/>
                  </a:lnTo>
                  <a:lnTo>
                    <a:pt x="144145" y="219379"/>
                  </a:lnTo>
                  <a:lnTo>
                    <a:pt x="144919" y="218973"/>
                  </a:lnTo>
                  <a:lnTo>
                    <a:pt x="145326" y="218033"/>
                  </a:lnTo>
                  <a:close/>
                </a:path>
                <a:path w="181610" h="281940">
                  <a:moveTo>
                    <a:pt x="150596" y="65608"/>
                  </a:moveTo>
                  <a:lnTo>
                    <a:pt x="150304" y="65163"/>
                  </a:lnTo>
                  <a:lnTo>
                    <a:pt x="150050" y="64643"/>
                  </a:lnTo>
                  <a:lnTo>
                    <a:pt x="149529" y="64427"/>
                  </a:lnTo>
                  <a:lnTo>
                    <a:pt x="148996" y="64706"/>
                  </a:lnTo>
                  <a:lnTo>
                    <a:pt x="148526" y="64935"/>
                  </a:lnTo>
                  <a:lnTo>
                    <a:pt x="148336" y="65481"/>
                  </a:lnTo>
                  <a:lnTo>
                    <a:pt x="148590" y="66040"/>
                  </a:lnTo>
                  <a:lnTo>
                    <a:pt x="148793" y="66497"/>
                  </a:lnTo>
                  <a:lnTo>
                    <a:pt x="149390" y="66675"/>
                  </a:lnTo>
                  <a:lnTo>
                    <a:pt x="150329" y="66230"/>
                  </a:lnTo>
                  <a:lnTo>
                    <a:pt x="150596" y="65608"/>
                  </a:lnTo>
                  <a:close/>
                </a:path>
                <a:path w="181610" h="281940">
                  <a:moveTo>
                    <a:pt x="151853" y="95008"/>
                  </a:moveTo>
                  <a:lnTo>
                    <a:pt x="151371" y="94043"/>
                  </a:lnTo>
                  <a:lnTo>
                    <a:pt x="150952" y="93052"/>
                  </a:lnTo>
                  <a:lnTo>
                    <a:pt x="149758" y="92633"/>
                  </a:lnTo>
                  <a:lnTo>
                    <a:pt x="148805" y="93129"/>
                  </a:lnTo>
                  <a:lnTo>
                    <a:pt x="147878" y="93573"/>
                  </a:lnTo>
                  <a:lnTo>
                    <a:pt x="147421" y="94716"/>
                  </a:lnTo>
                  <a:lnTo>
                    <a:pt x="148285" y="96723"/>
                  </a:lnTo>
                  <a:lnTo>
                    <a:pt x="149517" y="97091"/>
                  </a:lnTo>
                  <a:lnTo>
                    <a:pt x="150444" y="96672"/>
                  </a:lnTo>
                  <a:lnTo>
                    <a:pt x="151396" y="96189"/>
                  </a:lnTo>
                  <a:lnTo>
                    <a:pt x="151853" y="95008"/>
                  </a:lnTo>
                  <a:close/>
                </a:path>
                <a:path w="181610" h="281940">
                  <a:moveTo>
                    <a:pt x="152857" y="103403"/>
                  </a:moveTo>
                  <a:lnTo>
                    <a:pt x="152577" y="102743"/>
                  </a:lnTo>
                  <a:lnTo>
                    <a:pt x="152222" y="102095"/>
                  </a:lnTo>
                  <a:lnTo>
                    <a:pt x="151485" y="101790"/>
                  </a:lnTo>
                  <a:lnTo>
                    <a:pt x="150888" y="102031"/>
                  </a:lnTo>
                  <a:lnTo>
                    <a:pt x="150164" y="102323"/>
                  </a:lnTo>
                  <a:lnTo>
                    <a:pt x="149860" y="103098"/>
                  </a:lnTo>
                  <a:lnTo>
                    <a:pt x="150164" y="103784"/>
                  </a:lnTo>
                  <a:lnTo>
                    <a:pt x="150469" y="104432"/>
                  </a:lnTo>
                  <a:lnTo>
                    <a:pt x="149555" y="104000"/>
                  </a:lnTo>
                  <a:lnTo>
                    <a:pt x="148539" y="104444"/>
                  </a:lnTo>
                  <a:lnTo>
                    <a:pt x="147586" y="104902"/>
                  </a:lnTo>
                  <a:lnTo>
                    <a:pt x="147129" y="106057"/>
                  </a:lnTo>
                  <a:lnTo>
                    <a:pt x="147535" y="106997"/>
                  </a:lnTo>
                  <a:lnTo>
                    <a:pt x="147942" y="108051"/>
                  </a:lnTo>
                  <a:lnTo>
                    <a:pt x="149098" y="108496"/>
                  </a:lnTo>
                  <a:lnTo>
                    <a:pt x="150050" y="108051"/>
                  </a:lnTo>
                  <a:lnTo>
                    <a:pt x="151066" y="107657"/>
                  </a:lnTo>
                  <a:lnTo>
                    <a:pt x="151498" y="106527"/>
                  </a:lnTo>
                  <a:lnTo>
                    <a:pt x="151079" y="105511"/>
                  </a:lnTo>
                  <a:lnTo>
                    <a:pt x="150647" y="104521"/>
                  </a:lnTo>
                  <a:lnTo>
                    <a:pt x="151218" y="104736"/>
                  </a:lnTo>
                  <a:lnTo>
                    <a:pt x="151866" y="104482"/>
                  </a:lnTo>
                  <a:lnTo>
                    <a:pt x="152501" y="104190"/>
                  </a:lnTo>
                  <a:lnTo>
                    <a:pt x="152857" y="103403"/>
                  </a:lnTo>
                  <a:close/>
                </a:path>
                <a:path w="181610" h="281940">
                  <a:moveTo>
                    <a:pt x="152958" y="74980"/>
                  </a:moveTo>
                  <a:lnTo>
                    <a:pt x="152539" y="74168"/>
                  </a:lnTo>
                  <a:lnTo>
                    <a:pt x="152184" y="73431"/>
                  </a:lnTo>
                  <a:lnTo>
                    <a:pt x="151193" y="73050"/>
                  </a:lnTo>
                  <a:lnTo>
                    <a:pt x="150380" y="73545"/>
                  </a:lnTo>
                  <a:lnTo>
                    <a:pt x="149606" y="73850"/>
                  </a:lnTo>
                  <a:lnTo>
                    <a:pt x="149288" y="74866"/>
                  </a:lnTo>
                  <a:lnTo>
                    <a:pt x="149720" y="75679"/>
                  </a:lnTo>
                  <a:lnTo>
                    <a:pt x="150126" y="76479"/>
                  </a:lnTo>
                  <a:lnTo>
                    <a:pt x="151117" y="76796"/>
                  </a:lnTo>
                  <a:lnTo>
                    <a:pt x="151892" y="76365"/>
                  </a:lnTo>
                  <a:lnTo>
                    <a:pt x="152679" y="75958"/>
                  </a:lnTo>
                  <a:lnTo>
                    <a:pt x="152958" y="74980"/>
                  </a:lnTo>
                  <a:close/>
                </a:path>
                <a:path w="181610" h="281940">
                  <a:moveTo>
                    <a:pt x="154101" y="80429"/>
                  </a:moveTo>
                  <a:lnTo>
                    <a:pt x="153809" y="79743"/>
                  </a:lnTo>
                  <a:lnTo>
                    <a:pt x="153543" y="79121"/>
                  </a:lnTo>
                  <a:lnTo>
                    <a:pt x="152717" y="78841"/>
                  </a:lnTo>
                  <a:lnTo>
                    <a:pt x="152095" y="79146"/>
                  </a:lnTo>
                  <a:lnTo>
                    <a:pt x="151384" y="79438"/>
                  </a:lnTo>
                  <a:lnTo>
                    <a:pt x="151155" y="80213"/>
                  </a:lnTo>
                  <a:lnTo>
                    <a:pt x="151460" y="80886"/>
                  </a:lnTo>
                  <a:lnTo>
                    <a:pt x="151790" y="81521"/>
                  </a:lnTo>
                  <a:lnTo>
                    <a:pt x="152527" y="81813"/>
                  </a:lnTo>
                  <a:lnTo>
                    <a:pt x="153835" y="81229"/>
                  </a:lnTo>
                  <a:lnTo>
                    <a:pt x="154101" y="80429"/>
                  </a:lnTo>
                  <a:close/>
                </a:path>
                <a:path w="181610" h="281940">
                  <a:moveTo>
                    <a:pt x="155359" y="90805"/>
                  </a:moveTo>
                  <a:lnTo>
                    <a:pt x="154978" y="90030"/>
                  </a:lnTo>
                  <a:lnTo>
                    <a:pt x="154559" y="89154"/>
                  </a:lnTo>
                  <a:lnTo>
                    <a:pt x="153670" y="88823"/>
                  </a:lnTo>
                  <a:lnTo>
                    <a:pt x="152768" y="89217"/>
                  </a:lnTo>
                  <a:lnTo>
                    <a:pt x="151993" y="89611"/>
                  </a:lnTo>
                  <a:lnTo>
                    <a:pt x="151638" y="90589"/>
                  </a:lnTo>
                  <a:lnTo>
                    <a:pt x="152082" y="91363"/>
                  </a:lnTo>
                  <a:lnTo>
                    <a:pt x="152387" y="92176"/>
                  </a:lnTo>
                  <a:lnTo>
                    <a:pt x="153377" y="92532"/>
                  </a:lnTo>
                  <a:lnTo>
                    <a:pt x="154178" y="92138"/>
                  </a:lnTo>
                  <a:lnTo>
                    <a:pt x="155016" y="91821"/>
                  </a:lnTo>
                  <a:lnTo>
                    <a:pt x="155359" y="90805"/>
                  </a:lnTo>
                  <a:close/>
                </a:path>
                <a:path w="181610" h="281940">
                  <a:moveTo>
                    <a:pt x="155473" y="113360"/>
                  </a:moveTo>
                  <a:lnTo>
                    <a:pt x="155155" y="112826"/>
                  </a:lnTo>
                  <a:lnTo>
                    <a:pt x="155041" y="112344"/>
                  </a:lnTo>
                  <a:lnTo>
                    <a:pt x="154432" y="112115"/>
                  </a:lnTo>
                  <a:lnTo>
                    <a:pt x="153962" y="112306"/>
                  </a:lnTo>
                  <a:lnTo>
                    <a:pt x="153466" y="112534"/>
                  </a:lnTo>
                  <a:lnTo>
                    <a:pt x="153276" y="112941"/>
                  </a:lnTo>
                  <a:lnTo>
                    <a:pt x="152971" y="112153"/>
                  </a:lnTo>
                  <a:lnTo>
                    <a:pt x="152031" y="111785"/>
                  </a:lnTo>
                  <a:lnTo>
                    <a:pt x="151180" y="112128"/>
                  </a:lnTo>
                  <a:lnTo>
                    <a:pt x="150329" y="112534"/>
                  </a:lnTo>
                  <a:lnTo>
                    <a:pt x="149948" y="113461"/>
                  </a:lnTo>
                  <a:lnTo>
                    <a:pt x="150329" y="114249"/>
                  </a:lnTo>
                  <a:lnTo>
                    <a:pt x="150685" y="115049"/>
                  </a:lnTo>
                  <a:lnTo>
                    <a:pt x="151663" y="115493"/>
                  </a:lnTo>
                  <a:lnTo>
                    <a:pt x="152501" y="115112"/>
                  </a:lnTo>
                  <a:lnTo>
                    <a:pt x="153250" y="114795"/>
                  </a:lnTo>
                  <a:lnTo>
                    <a:pt x="153593" y="114020"/>
                  </a:lnTo>
                  <a:lnTo>
                    <a:pt x="154254" y="114312"/>
                  </a:lnTo>
                  <a:lnTo>
                    <a:pt x="155219" y="113919"/>
                  </a:lnTo>
                  <a:lnTo>
                    <a:pt x="155473" y="113360"/>
                  </a:lnTo>
                  <a:close/>
                </a:path>
                <a:path w="181610" h="281940">
                  <a:moveTo>
                    <a:pt x="156895" y="95135"/>
                  </a:moveTo>
                  <a:lnTo>
                    <a:pt x="156654" y="94691"/>
                  </a:lnTo>
                  <a:lnTo>
                    <a:pt x="156413" y="94157"/>
                  </a:lnTo>
                  <a:lnTo>
                    <a:pt x="155867" y="93954"/>
                  </a:lnTo>
                  <a:lnTo>
                    <a:pt x="155384" y="94195"/>
                  </a:lnTo>
                  <a:lnTo>
                    <a:pt x="154889" y="94437"/>
                  </a:lnTo>
                  <a:lnTo>
                    <a:pt x="154647" y="95008"/>
                  </a:lnTo>
                  <a:lnTo>
                    <a:pt x="154863" y="95465"/>
                  </a:lnTo>
                  <a:lnTo>
                    <a:pt x="155143" y="95973"/>
                  </a:lnTo>
                  <a:lnTo>
                    <a:pt x="155702" y="96177"/>
                  </a:lnTo>
                  <a:lnTo>
                    <a:pt x="156184" y="95973"/>
                  </a:lnTo>
                  <a:lnTo>
                    <a:pt x="156692" y="95745"/>
                  </a:lnTo>
                  <a:lnTo>
                    <a:pt x="156895" y="95135"/>
                  </a:lnTo>
                  <a:close/>
                </a:path>
                <a:path w="181610" h="281940">
                  <a:moveTo>
                    <a:pt x="158267" y="121894"/>
                  </a:moveTo>
                  <a:lnTo>
                    <a:pt x="158089" y="121399"/>
                  </a:lnTo>
                  <a:lnTo>
                    <a:pt x="157835" y="120916"/>
                  </a:lnTo>
                  <a:lnTo>
                    <a:pt x="157276" y="120650"/>
                  </a:lnTo>
                  <a:lnTo>
                    <a:pt x="156781" y="120853"/>
                  </a:lnTo>
                  <a:lnTo>
                    <a:pt x="156324" y="121031"/>
                  </a:lnTo>
                  <a:lnTo>
                    <a:pt x="155638" y="120827"/>
                  </a:lnTo>
                  <a:lnTo>
                    <a:pt x="154762" y="121221"/>
                  </a:lnTo>
                  <a:lnTo>
                    <a:pt x="154012" y="121564"/>
                  </a:lnTo>
                  <a:lnTo>
                    <a:pt x="153606" y="122466"/>
                  </a:lnTo>
                  <a:lnTo>
                    <a:pt x="154000" y="123329"/>
                  </a:lnTo>
                  <a:lnTo>
                    <a:pt x="154381" y="124117"/>
                  </a:lnTo>
                  <a:lnTo>
                    <a:pt x="155295" y="124536"/>
                  </a:lnTo>
                  <a:lnTo>
                    <a:pt x="156095" y="124155"/>
                  </a:lnTo>
                  <a:lnTo>
                    <a:pt x="156959" y="123812"/>
                  </a:lnTo>
                  <a:lnTo>
                    <a:pt x="157302" y="122847"/>
                  </a:lnTo>
                  <a:lnTo>
                    <a:pt x="157556" y="122694"/>
                  </a:lnTo>
                  <a:lnTo>
                    <a:pt x="158026" y="122453"/>
                  </a:lnTo>
                  <a:lnTo>
                    <a:pt x="158267" y="121894"/>
                  </a:lnTo>
                  <a:close/>
                </a:path>
                <a:path w="181610" h="281940">
                  <a:moveTo>
                    <a:pt x="159029" y="104622"/>
                  </a:moveTo>
                  <a:lnTo>
                    <a:pt x="158661" y="103847"/>
                  </a:lnTo>
                  <a:lnTo>
                    <a:pt x="158292" y="103009"/>
                  </a:lnTo>
                  <a:lnTo>
                    <a:pt x="157327" y="102628"/>
                  </a:lnTo>
                  <a:lnTo>
                    <a:pt x="155676" y="103403"/>
                  </a:lnTo>
                  <a:lnTo>
                    <a:pt x="155333" y="104381"/>
                  </a:lnTo>
                  <a:lnTo>
                    <a:pt x="155740" y="105194"/>
                  </a:lnTo>
                  <a:lnTo>
                    <a:pt x="156095" y="106019"/>
                  </a:lnTo>
                  <a:lnTo>
                    <a:pt x="157060" y="106362"/>
                  </a:lnTo>
                  <a:lnTo>
                    <a:pt x="157886" y="105956"/>
                  </a:lnTo>
                  <a:lnTo>
                    <a:pt x="158711" y="105625"/>
                  </a:lnTo>
                  <a:lnTo>
                    <a:pt x="159029" y="104622"/>
                  </a:lnTo>
                  <a:close/>
                </a:path>
                <a:path w="181610" h="281940">
                  <a:moveTo>
                    <a:pt x="159397" y="66268"/>
                  </a:moveTo>
                  <a:lnTo>
                    <a:pt x="158965" y="65417"/>
                  </a:lnTo>
                  <a:lnTo>
                    <a:pt x="158584" y="64681"/>
                  </a:lnTo>
                  <a:lnTo>
                    <a:pt x="157594" y="64350"/>
                  </a:lnTo>
                  <a:lnTo>
                    <a:pt x="156806" y="64757"/>
                  </a:lnTo>
                  <a:lnTo>
                    <a:pt x="155968" y="65151"/>
                  </a:lnTo>
                  <a:lnTo>
                    <a:pt x="155651" y="66116"/>
                  </a:lnTo>
                  <a:lnTo>
                    <a:pt x="156032" y="66979"/>
                  </a:lnTo>
                  <a:lnTo>
                    <a:pt x="156451" y="67767"/>
                  </a:lnTo>
                  <a:lnTo>
                    <a:pt x="157505" y="68072"/>
                  </a:lnTo>
                  <a:lnTo>
                    <a:pt x="158280" y="67665"/>
                  </a:lnTo>
                  <a:lnTo>
                    <a:pt x="159067" y="67195"/>
                  </a:lnTo>
                  <a:lnTo>
                    <a:pt x="159397" y="66268"/>
                  </a:lnTo>
                  <a:close/>
                </a:path>
                <a:path w="181610" h="281940">
                  <a:moveTo>
                    <a:pt x="160147" y="262585"/>
                  </a:moveTo>
                  <a:lnTo>
                    <a:pt x="159943" y="262089"/>
                  </a:lnTo>
                  <a:lnTo>
                    <a:pt x="159766" y="261607"/>
                  </a:lnTo>
                  <a:lnTo>
                    <a:pt x="159131" y="261353"/>
                  </a:lnTo>
                  <a:lnTo>
                    <a:pt x="158648" y="261581"/>
                  </a:lnTo>
                  <a:lnTo>
                    <a:pt x="158153" y="261810"/>
                  </a:lnTo>
                  <a:lnTo>
                    <a:pt x="157962" y="262356"/>
                  </a:lnTo>
                  <a:lnTo>
                    <a:pt x="158140" y="262877"/>
                  </a:lnTo>
                  <a:lnTo>
                    <a:pt x="158330" y="263359"/>
                  </a:lnTo>
                  <a:lnTo>
                    <a:pt x="158915" y="263613"/>
                  </a:lnTo>
                  <a:lnTo>
                    <a:pt x="159423" y="263372"/>
                  </a:lnTo>
                  <a:lnTo>
                    <a:pt x="159956" y="263144"/>
                  </a:lnTo>
                  <a:lnTo>
                    <a:pt x="160147" y="262585"/>
                  </a:lnTo>
                  <a:close/>
                </a:path>
                <a:path w="181610" h="281940">
                  <a:moveTo>
                    <a:pt x="160248" y="98679"/>
                  </a:moveTo>
                  <a:lnTo>
                    <a:pt x="159981" y="98183"/>
                  </a:lnTo>
                  <a:lnTo>
                    <a:pt x="159816" y="97688"/>
                  </a:lnTo>
                  <a:lnTo>
                    <a:pt x="159169" y="97510"/>
                  </a:lnTo>
                  <a:lnTo>
                    <a:pt x="158724" y="97701"/>
                  </a:lnTo>
                  <a:lnTo>
                    <a:pt x="158216" y="97967"/>
                  </a:lnTo>
                  <a:lnTo>
                    <a:pt x="158026" y="98513"/>
                  </a:lnTo>
                  <a:lnTo>
                    <a:pt x="158254" y="98971"/>
                  </a:lnTo>
                  <a:lnTo>
                    <a:pt x="158457" y="99491"/>
                  </a:lnTo>
                  <a:lnTo>
                    <a:pt x="159042" y="99733"/>
                  </a:lnTo>
                  <a:lnTo>
                    <a:pt x="159524" y="99466"/>
                  </a:lnTo>
                  <a:lnTo>
                    <a:pt x="160070" y="99250"/>
                  </a:lnTo>
                  <a:lnTo>
                    <a:pt x="160248" y="98679"/>
                  </a:lnTo>
                  <a:close/>
                </a:path>
                <a:path w="181610" h="281940">
                  <a:moveTo>
                    <a:pt x="160464" y="58077"/>
                  </a:moveTo>
                  <a:lnTo>
                    <a:pt x="160070" y="57315"/>
                  </a:lnTo>
                  <a:lnTo>
                    <a:pt x="159639" y="56565"/>
                  </a:lnTo>
                  <a:lnTo>
                    <a:pt x="158686" y="56261"/>
                  </a:lnTo>
                  <a:lnTo>
                    <a:pt x="157886" y="56642"/>
                  </a:lnTo>
                  <a:lnTo>
                    <a:pt x="157086" y="57048"/>
                  </a:lnTo>
                  <a:lnTo>
                    <a:pt x="156832" y="58000"/>
                  </a:lnTo>
                  <a:lnTo>
                    <a:pt x="157226" y="58813"/>
                  </a:lnTo>
                  <a:lnTo>
                    <a:pt x="157607" y="59613"/>
                  </a:lnTo>
                  <a:lnTo>
                    <a:pt x="158584" y="59905"/>
                  </a:lnTo>
                  <a:lnTo>
                    <a:pt x="159397" y="59436"/>
                  </a:lnTo>
                  <a:lnTo>
                    <a:pt x="160147" y="59093"/>
                  </a:lnTo>
                  <a:lnTo>
                    <a:pt x="160464" y="58077"/>
                  </a:lnTo>
                  <a:close/>
                </a:path>
                <a:path w="181610" h="281940">
                  <a:moveTo>
                    <a:pt x="163842" y="33096"/>
                  </a:moveTo>
                  <a:lnTo>
                    <a:pt x="163487" y="32270"/>
                  </a:lnTo>
                  <a:lnTo>
                    <a:pt x="163106" y="31445"/>
                  </a:lnTo>
                  <a:lnTo>
                    <a:pt x="162166" y="31089"/>
                  </a:lnTo>
                  <a:lnTo>
                    <a:pt x="161340" y="31445"/>
                  </a:lnTo>
                  <a:lnTo>
                    <a:pt x="160566" y="31788"/>
                  </a:lnTo>
                  <a:lnTo>
                    <a:pt x="160159" y="32740"/>
                  </a:lnTo>
                  <a:lnTo>
                    <a:pt x="160528" y="33540"/>
                  </a:lnTo>
                  <a:lnTo>
                    <a:pt x="160870" y="34340"/>
                  </a:lnTo>
                  <a:lnTo>
                    <a:pt x="161810" y="34721"/>
                  </a:lnTo>
                  <a:lnTo>
                    <a:pt x="162636" y="34366"/>
                  </a:lnTo>
                  <a:lnTo>
                    <a:pt x="163487" y="34010"/>
                  </a:lnTo>
                  <a:lnTo>
                    <a:pt x="163842" y="33096"/>
                  </a:lnTo>
                  <a:close/>
                </a:path>
                <a:path w="181610" h="281940">
                  <a:moveTo>
                    <a:pt x="164185" y="114503"/>
                  </a:moveTo>
                  <a:lnTo>
                    <a:pt x="163855" y="113715"/>
                  </a:lnTo>
                  <a:lnTo>
                    <a:pt x="163474" y="112864"/>
                  </a:lnTo>
                  <a:lnTo>
                    <a:pt x="162534" y="112496"/>
                  </a:lnTo>
                  <a:lnTo>
                    <a:pt x="160896" y="113207"/>
                  </a:lnTo>
                  <a:lnTo>
                    <a:pt x="160515" y="114160"/>
                  </a:lnTo>
                  <a:lnTo>
                    <a:pt x="160845" y="114985"/>
                  </a:lnTo>
                  <a:lnTo>
                    <a:pt x="161251" y="115849"/>
                  </a:lnTo>
                  <a:lnTo>
                    <a:pt x="162166" y="116192"/>
                  </a:lnTo>
                  <a:lnTo>
                    <a:pt x="163042" y="115798"/>
                  </a:lnTo>
                  <a:lnTo>
                    <a:pt x="163804" y="115430"/>
                  </a:lnTo>
                  <a:lnTo>
                    <a:pt x="164185" y="114503"/>
                  </a:lnTo>
                  <a:close/>
                </a:path>
                <a:path w="181610" h="281940">
                  <a:moveTo>
                    <a:pt x="165684" y="96100"/>
                  </a:moveTo>
                  <a:lnTo>
                    <a:pt x="165366" y="95262"/>
                  </a:lnTo>
                  <a:lnTo>
                    <a:pt x="164922" y="94488"/>
                  </a:lnTo>
                  <a:lnTo>
                    <a:pt x="163918" y="94132"/>
                  </a:lnTo>
                  <a:lnTo>
                    <a:pt x="163156" y="94538"/>
                  </a:lnTo>
                  <a:lnTo>
                    <a:pt x="162306" y="94869"/>
                  </a:lnTo>
                  <a:lnTo>
                    <a:pt x="161975" y="95859"/>
                  </a:lnTo>
                  <a:lnTo>
                    <a:pt x="162394" y="96697"/>
                  </a:lnTo>
                  <a:lnTo>
                    <a:pt x="162763" y="97510"/>
                  </a:lnTo>
                  <a:lnTo>
                    <a:pt x="163715" y="97840"/>
                  </a:lnTo>
                  <a:lnTo>
                    <a:pt x="164553" y="97485"/>
                  </a:lnTo>
                  <a:lnTo>
                    <a:pt x="165366" y="97091"/>
                  </a:lnTo>
                  <a:lnTo>
                    <a:pt x="165684" y="96100"/>
                  </a:lnTo>
                  <a:close/>
                </a:path>
                <a:path w="181610" h="281940">
                  <a:moveTo>
                    <a:pt x="165684" y="2730"/>
                  </a:moveTo>
                  <a:lnTo>
                    <a:pt x="165176" y="1638"/>
                  </a:lnTo>
                  <a:lnTo>
                    <a:pt x="164604" y="482"/>
                  </a:lnTo>
                  <a:lnTo>
                    <a:pt x="163245" y="0"/>
                  </a:lnTo>
                  <a:lnTo>
                    <a:pt x="162128" y="546"/>
                  </a:lnTo>
                  <a:lnTo>
                    <a:pt x="160997" y="1079"/>
                  </a:lnTo>
                  <a:lnTo>
                    <a:pt x="160464" y="2463"/>
                  </a:lnTo>
                  <a:lnTo>
                    <a:pt x="161048" y="3568"/>
                  </a:lnTo>
                  <a:lnTo>
                    <a:pt x="161607" y="4699"/>
                  </a:lnTo>
                  <a:lnTo>
                    <a:pt x="162928" y="5194"/>
                  </a:lnTo>
                  <a:lnTo>
                    <a:pt x="164084" y="4610"/>
                  </a:lnTo>
                  <a:lnTo>
                    <a:pt x="165227" y="4089"/>
                  </a:lnTo>
                  <a:lnTo>
                    <a:pt x="165684" y="2730"/>
                  </a:lnTo>
                  <a:close/>
                </a:path>
                <a:path w="181610" h="281940">
                  <a:moveTo>
                    <a:pt x="166865" y="66624"/>
                  </a:moveTo>
                  <a:lnTo>
                    <a:pt x="166357" y="65659"/>
                  </a:lnTo>
                  <a:lnTo>
                    <a:pt x="165900" y="64693"/>
                  </a:lnTo>
                  <a:lnTo>
                    <a:pt x="164706" y="64312"/>
                  </a:lnTo>
                  <a:lnTo>
                    <a:pt x="163766" y="64871"/>
                  </a:lnTo>
                  <a:lnTo>
                    <a:pt x="162737" y="65265"/>
                  </a:lnTo>
                  <a:lnTo>
                    <a:pt x="162382" y="66484"/>
                  </a:lnTo>
                  <a:lnTo>
                    <a:pt x="162928" y="67398"/>
                  </a:lnTo>
                  <a:lnTo>
                    <a:pt x="163360" y="68453"/>
                  </a:lnTo>
                  <a:lnTo>
                    <a:pt x="164566" y="68783"/>
                  </a:lnTo>
                  <a:lnTo>
                    <a:pt x="165544" y="68313"/>
                  </a:lnTo>
                  <a:lnTo>
                    <a:pt x="166446" y="67856"/>
                  </a:lnTo>
                  <a:lnTo>
                    <a:pt x="166865" y="66624"/>
                  </a:lnTo>
                  <a:close/>
                </a:path>
                <a:path w="181610" h="281940">
                  <a:moveTo>
                    <a:pt x="167017" y="88023"/>
                  </a:moveTo>
                  <a:lnTo>
                    <a:pt x="166674" y="87223"/>
                  </a:lnTo>
                  <a:lnTo>
                    <a:pt x="166281" y="86410"/>
                  </a:lnTo>
                  <a:lnTo>
                    <a:pt x="165354" y="86042"/>
                  </a:lnTo>
                  <a:lnTo>
                    <a:pt x="164541" y="86410"/>
                  </a:lnTo>
                  <a:lnTo>
                    <a:pt x="163753" y="86779"/>
                  </a:lnTo>
                  <a:lnTo>
                    <a:pt x="163372" y="87757"/>
                  </a:lnTo>
                  <a:lnTo>
                    <a:pt x="163766" y="88582"/>
                  </a:lnTo>
                  <a:lnTo>
                    <a:pt x="164185" y="89357"/>
                  </a:lnTo>
                  <a:lnTo>
                    <a:pt x="165100" y="89687"/>
                  </a:lnTo>
                  <a:lnTo>
                    <a:pt x="165938" y="89255"/>
                  </a:lnTo>
                  <a:lnTo>
                    <a:pt x="166674" y="88938"/>
                  </a:lnTo>
                  <a:lnTo>
                    <a:pt x="167017" y="88023"/>
                  </a:lnTo>
                  <a:close/>
                </a:path>
                <a:path w="181610" h="281940">
                  <a:moveTo>
                    <a:pt x="168617" y="51955"/>
                  </a:moveTo>
                  <a:lnTo>
                    <a:pt x="168313" y="51320"/>
                  </a:lnTo>
                  <a:lnTo>
                    <a:pt x="167970" y="50634"/>
                  </a:lnTo>
                  <a:lnTo>
                    <a:pt x="167182" y="50419"/>
                  </a:lnTo>
                  <a:lnTo>
                    <a:pt x="166560" y="50774"/>
                  </a:lnTo>
                  <a:lnTo>
                    <a:pt x="165938" y="51092"/>
                  </a:lnTo>
                  <a:lnTo>
                    <a:pt x="165646" y="51866"/>
                  </a:lnTo>
                  <a:lnTo>
                    <a:pt x="165989" y="52476"/>
                  </a:lnTo>
                  <a:lnTo>
                    <a:pt x="166319" y="53111"/>
                  </a:lnTo>
                  <a:lnTo>
                    <a:pt x="165366" y="52844"/>
                  </a:lnTo>
                  <a:lnTo>
                    <a:pt x="164439" y="53301"/>
                  </a:lnTo>
                  <a:lnTo>
                    <a:pt x="163499" y="53809"/>
                  </a:lnTo>
                  <a:lnTo>
                    <a:pt x="163080" y="54952"/>
                  </a:lnTo>
                  <a:lnTo>
                    <a:pt x="163626" y="55905"/>
                  </a:lnTo>
                  <a:lnTo>
                    <a:pt x="164045" y="56896"/>
                  </a:lnTo>
                  <a:lnTo>
                    <a:pt x="165277" y="57213"/>
                  </a:lnTo>
                  <a:lnTo>
                    <a:pt x="167157" y="56324"/>
                  </a:lnTo>
                  <a:lnTo>
                    <a:pt x="167576" y="55130"/>
                  </a:lnTo>
                  <a:lnTo>
                    <a:pt x="167068" y="54165"/>
                  </a:lnTo>
                  <a:lnTo>
                    <a:pt x="166611" y="53200"/>
                  </a:lnTo>
                  <a:lnTo>
                    <a:pt x="167119" y="53327"/>
                  </a:lnTo>
                  <a:lnTo>
                    <a:pt x="167728" y="53086"/>
                  </a:lnTo>
                  <a:lnTo>
                    <a:pt x="168427" y="52730"/>
                  </a:lnTo>
                  <a:lnTo>
                    <a:pt x="168617" y="51955"/>
                  </a:lnTo>
                  <a:close/>
                </a:path>
                <a:path w="181610" h="281940">
                  <a:moveTo>
                    <a:pt x="170218" y="62306"/>
                  </a:moveTo>
                  <a:lnTo>
                    <a:pt x="169799" y="61480"/>
                  </a:lnTo>
                  <a:lnTo>
                    <a:pt x="169418" y="60706"/>
                  </a:lnTo>
                  <a:lnTo>
                    <a:pt x="168402" y="60388"/>
                  </a:lnTo>
                  <a:lnTo>
                    <a:pt x="167614" y="60744"/>
                  </a:lnTo>
                  <a:lnTo>
                    <a:pt x="166776" y="61150"/>
                  </a:lnTo>
                  <a:lnTo>
                    <a:pt x="166509" y="62141"/>
                  </a:lnTo>
                  <a:lnTo>
                    <a:pt x="167335" y="63754"/>
                  </a:lnTo>
                  <a:lnTo>
                    <a:pt x="168300" y="64084"/>
                  </a:lnTo>
                  <a:lnTo>
                    <a:pt x="169087" y="63703"/>
                  </a:lnTo>
                  <a:lnTo>
                    <a:pt x="169875" y="63258"/>
                  </a:lnTo>
                  <a:lnTo>
                    <a:pt x="170218" y="62306"/>
                  </a:lnTo>
                  <a:close/>
                </a:path>
                <a:path w="181610" h="281940">
                  <a:moveTo>
                    <a:pt x="171653" y="115277"/>
                  </a:moveTo>
                  <a:lnTo>
                    <a:pt x="171208" y="114300"/>
                  </a:lnTo>
                  <a:lnTo>
                    <a:pt x="170751" y="113334"/>
                  </a:lnTo>
                  <a:lnTo>
                    <a:pt x="169659" y="112890"/>
                  </a:lnTo>
                  <a:lnTo>
                    <a:pt x="168643" y="113284"/>
                  </a:lnTo>
                  <a:lnTo>
                    <a:pt x="167665" y="113715"/>
                  </a:lnTo>
                  <a:lnTo>
                    <a:pt x="167195" y="114884"/>
                  </a:lnTo>
                  <a:lnTo>
                    <a:pt x="167665" y="115836"/>
                  </a:lnTo>
                  <a:lnTo>
                    <a:pt x="168097" y="116852"/>
                  </a:lnTo>
                  <a:lnTo>
                    <a:pt x="169265" y="117297"/>
                  </a:lnTo>
                  <a:lnTo>
                    <a:pt x="171246" y="116408"/>
                  </a:lnTo>
                  <a:lnTo>
                    <a:pt x="171653" y="115277"/>
                  </a:lnTo>
                  <a:close/>
                </a:path>
                <a:path w="181610" h="281940">
                  <a:moveTo>
                    <a:pt x="173012" y="103873"/>
                  </a:moveTo>
                  <a:lnTo>
                    <a:pt x="172593" y="102908"/>
                  </a:lnTo>
                  <a:lnTo>
                    <a:pt x="172161" y="101930"/>
                  </a:lnTo>
                  <a:lnTo>
                    <a:pt x="171030" y="101422"/>
                  </a:lnTo>
                  <a:lnTo>
                    <a:pt x="169976" y="101866"/>
                  </a:lnTo>
                  <a:lnTo>
                    <a:pt x="169062" y="102311"/>
                  </a:lnTo>
                  <a:lnTo>
                    <a:pt x="168592" y="103441"/>
                  </a:lnTo>
                  <a:lnTo>
                    <a:pt x="169049" y="104394"/>
                  </a:lnTo>
                  <a:lnTo>
                    <a:pt x="169468" y="105435"/>
                  </a:lnTo>
                  <a:lnTo>
                    <a:pt x="170599" y="105892"/>
                  </a:lnTo>
                  <a:lnTo>
                    <a:pt x="172542" y="105016"/>
                  </a:lnTo>
                  <a:lnTo>
                    <a:pt x="173012" y="103873"/>
                  </a:lnTo>
                  <a:close/>
                </a:path>
                <a:path w="181610" h="281940">
                  <a:moveTo>
                    <a:pt x="173151" y="96685"/>
                  </a:moveTo>
                  <a:lnTo>
                    <a:pt x="172745" y="95719"/>
                  </a:lnTo>
                  <a:lnTo>
                    <a:pt x="172250" y="94716"/>
                  </a:lnTo>
                  <a:lnTo>
                    <a:pt x="171107" y="94310"/>
                  </a:lnTo>
                  <a:lnTo>
                    <a:pt x="170078" y="94792"/>
                  </a:lnTo>
                  <a:lnTo>
                    <a:pt x="169151" y="95199"/>
                  </a:lnTo>
                  <a:lnTo>
                    <a:pt x="168706" y="96443"/>
                  </a:lnTo>
                  <a:lnTo>
                    <a:pt x="169164" y="97370"/>
                  </a:lnTo>
                  <a:lnTo>
                    <a:pt x="169608" y="98361"/>
                  </a:lnTo>
                  <a:lnTo>
                    <a:pt x="170802" y="98780"/>
                  </a:lnTo>
                  <a:lnTo>
                    <a:pt x="171780" y="98323"/>
                  </a:lnTo>
                  <a:lnTo>
                    <a:pt x="172758" y="97904"/>
                  </a:lnTo>
                  <a:lnTo>
                    <a:pt x="173151" y="96685"/>
                  </a:lnTo>
                  <a:close/>
                </a:path>
                <a:path w="181610" h="281940">
                  <a:moveTo>
                    <a:pt x="174345" y="100736"/>
                  </a:moveTo>
                  <a:lnTo>
                    <a:pt x="173964" y="100101"/>
                  </a:lnTo>
                  <a:lnTo>
                    <a:pt x="173672" y="99428"/>
                  </a:lnTo>
                  <a:lnTo>
                    <a:pt x="172935" y="99098"/>
                  </a:lnTo>
                  <a:lnTo>
                    <a:pt x="172288" y="99415"/>
                  </a:lnTo>
                  <a:lnTo>
                    <a:pt x="171615" y="99695"/>
                  </a:lnTo>
                  <a:lnTo>
                    <a:pt x="171361" y="100507"/>
                  </a:lnTo>
                  <a:lnTo>
                    <a:pt x="171627" y="101168"/>
                  </a:lnTo>
                  <a:lnTo>
                    <a:pt x="171932" y="101752"/>
                  </a:lnTo>
                  <a:lnTo>
                    <a:pt x="172681" y="102108"/>
                  </a:lnTo>
                  <a:lnTo>
                    <a:pt x="173316" y="101854"/>
                  </a:lnTo>
                  <a:lnTo>
                    <a:pt x="174028" y="101511"/>
                  </a:lnTo>
                  <a:lnTo>
                    <a:pt x="174345" y="100736"/>
                  </a:lnTo>
                  <a:close/>
                </a:path>
                <a:path w="181610" h="281940">
                  <a:moveTo>
                    <a:pt x="175285" y="111175"/>
                  </a:moveTo>
                  <a:lnTo>
                    <a:pt x="174879" y="110375"/>
                  </a:lnTo>
                  <a:lnTo>
                    <a:pt x="174510" y="109512"/>
                  </a:lnTo>
                  <a:lnTo>
                    <a:pt x="173583" y="109143"/>
                  </a:lnTo>
                  <a:lnTo>
                    <a:pt x="172745" y="109499"/>
                  </a:lnTo>
                  <a:lnTo>
                    <a:pt x="171894" y="109918"/>
                  </a:lnTo>
                  <a:lnTo>
                    <a:pt x="171564" y="110858"/>
                  </a:lnTo>
                  <a:lnTo>
                    <a:pt x="171945" y="111683"/>
                  </a:lnTo>
                  <a:lnTo>
                    <a:pt x="172212" y="112509"/>
                  </a:lnTo>
                  <a:lnTo>
                    <a:pt x="173240" y="112852"/>
                  </a:lnTo>
                  <a:lnTo>
                    <a:pt x="174015" y="112509"/>
                  </a:lnTo>
                  <a:lnTo>
                    <a:pt x="174879" y="112141"/>
                  </a:lnTo>
                  <a:lnTo>
                    <a:pt x="175285" y="111175"/>
                  </a:lnTo>
                  <a:close/>
                </a:path>
                <a:path w="181610" h="281940">
                  <a:moveTo>
                    <a:pt x="175387" y="69964"/>
                  </a:moveTo>
                  <a:lnTo>
                    <a:pt x="175120" y="69545"/>
                  </a:lnTo>
                  <a:lnTo>
                    <a:pt x="174866" y="69062"/>
                  </a:lnTo>
                  <a:lnTo>
                    <a:pt x="174294" y="68872"/>
                  </a:lnTo>
                  <a:lnTo>
                    <a:pt x="173812" y="69062"/>
                  </a:lnTo>
                  <a:lnTo>
                    <a:pt x="173316" y="69380"/>
                  </a:lnTo>
                  <a:lnTo>
                    <a:pt x="173075" y="69951"/>
                  </a:lnTo>
                  <a:lnTo>
                    <a:pt x="173393" y="70396"/>
                  </a:lnTo>
                  <a:lnTo>
                    <a:pt x="173609" y="70904"/>
                  </a:lnTo>
                  <a:lnTo>
                    <a:pt x="174218" y="71056"/>
                  </a:lnTo>
                  <a:lnTo>
                    <a:pt x="174663" y="70840"/>
                  </a:lnTo>
                  <a:lnTo>
                    <a:pt x="175183" y="70612"/>
                  </a:lnTo>
                  <a:lnTo>
                    <a:pt x="175387" y="69964"/>
                  </a:lnTo>
                  <a:close/>
                </a:path>
                <a:path w="181610" h="281940">
                  <a:moveTo>
                    <a:pt x="175412" y="82080"/>
                  </a:moveTo>
                  <a:lnTo>
                    <a:pt x="175133" y="81508"/>
                  </a:lnTo>
                  <a:lnTo>
                    <a:pt x="174815" y="80772"/>
                  </a:lnTo>
                  <a:lnTo>
                    <a:pt x="174015" y="80479"/>
                  </a:lnTo>
                  <a:lnTo>
                    <a:pt x="172720" y="81127"/>
                  </a:lnTo>
                  <a:lnTo>
                    <a:pt x="172440" y="81889"/>
                  </a:lnTo>
                  <a:lnTo>
                    <a:pt x="172745" y="82550"/>
                  </a:lnTo>
                  <a:lnTo>
                    <a:pt x="173050" y="83185"/>
                  </a:lnTo>
                  <a:lnTo>
                    <a:pt x="172148" y="82842"/>
                  </a:lnTo>
                  <a:lnTo>
                    <a:pt x="171145" y="83350"/>
                  </a:lnTo>
                  <a:lnTo>
                    <a:pt x="170154" y="83794"/>
                  </a:lnTo>
                  <a:lnTo>
                    <a:pt x="169748" y="84950"/>
                  </a:lnTo>
                  <a:lnTo>
                    <a:pt x="170230" y="85890"/>
                  </a:lnTo>
                  <a:lnTo>
                    <a:pt x="170675" y="86931"/>
                  </a:lnTo>
                  <a:lnTo>
                    <a:pt x="171856" y="87325"/>
                  </a:lnTo>
                  <a:lnTo>
                    <a:pt x="172808" y="86829"/>
                  </a:lnTo>
                  <a:lnTo>
                    <a:pt x="173812" y="86410"/>
                  </a:lnTo>
                  <a:lnTo>
                    <a:pt x="174218" y="85217"/>
                  </a:lnTo>
                  <a:lnTo>
                    <a:pt x="173786" y="84226"/>
                  </a:lnTo>
                  <a:lnTo>
                    <a:pt x="173291" y="83273"/>
                  </a:lnTo>
                  <a:lnTo>
                    <a:pt x="173837" y="83439"/>
                  </a:lnTo>
                  <a:lnTo>
                    <a:pt x="174434" y="83185"/>
                  </a:lnTo>
                  <a:lnTo>
                    <a:pt x="175120" y="82867"/>
                  </a:lnTo>
                  <a:lnTo>
                    <a:pt x="175412" y="82080"/>
                  </a:lnTo>
                  <a:close/>
                </a:path>
                <a:path w="181610" h="281940">
                  <a:moveTo>
                    <a:pt x="176644" y="92506"/>
                  </a:moveTo>
                  <a:lnTo>
                    <a:pt x="176288" y="91643"/>
                  </a:lnTo>
                  <a:lnTo>
                    <a:pt x="175920" y="90805"/>
                  </a:lnTo>
                  <a:lnTo>
                    <a:pt x="174929" y="90474"/>
                  </a:lnTo>
                  <a:lnTo>
                    <a:pt x="174142" y="90932"/>
                  </a:lnTo>
                  <a:lnTo>
                    <a:pt x="173304" y="91262"/>
                  </a:lnTo>
                  <a:lnTo>
                    <a:pt x="172935" y="92265"/>
                  </a:lnTo>
                  <a:lnTo>
                    <a:pt x="173291" y="93065"/>
                  </a:lnTo>
                  <a:lnTo>
                    <a:pt x="173697" y="93840"/>
                  </a:lnTo>
                  <a:lnTo>
                    <a:pt x="174663" y="94208"/>
                  </a:lnTo>
                  <a:lnTo>
                    <a:pt x="175526" y="93814"/>
                  </a:lnTo>
                  <a:lnTo>
                    <a:pt x="176301" y="93433"/>
                  </a:lnTo>
                  <a:lnTo>
                    <a:pt x="176644" y="92506"/>
                  </a:lnTo>
                  <a:close/>
                </a:path>
                <a:path w="181610" h="281940">
                  <a:moveTo>
                    <a:pt x="179933" y="119202"/>
                  </a:moveTo>
                  <a:lnTo>
                    <a:pt x="179705" y="118706"/>
                  </a:lnTo>
                  <a:lnTo>
                    <a:pt x="179476" y="118186"/>
                  </a:lnTo>
                  <a:lnTo>
                    <a:pt x="178904" y="117983"/>
                  </a:lnTo>
                  <a:lnTo>
                    <a:pt x="178447" y="118148"/>
                  </a:lnTo>
                  <a:lnTo>
                    <a:pt x="177965" y="118376"/>
                  </a:lnTo>
                  <a:lnTo>
                    <a:pt x="177736" y="118999"/>
                  </a:lnTo>
                  <a:lnTo>
                    <a:pt x="177914" y="119456"/>
                  </a:lnTo>
                  <a:lnTo>
                    <a:pt x="178181" y="119964"/>
                  </a:lnTo>
                  <a:lnTo>
                    <a:pt x="178752" y="120167"/>
                  </a:lnTo>
                  <a:lnTo>
                    <a:pt x="179222" y="119976"/>
                  </a:lnTo>
                  <a:lnTo>
                    <a:pt x="179705" y="119710"/>
                  </a:lnTo>
                  <a:lnTo>
                    <a:pt x="179933" y="119202"/>
                  </a:lnTo>
                  <a:close/>
                </a:path>
                <a:path w="181610" h="281940">
                  <a:moveTo>
                    <a:pt x="181571" y="100291"/>
                  </a:moveTo>
                  <a:lnTo>
                    <a:pt x="181279" y="99885"/>
                  </a:lnTo>
                  <a:lnTo>
                    <a:pt x="181114" y="99377"/>
                  </a:lnTo>
                  <a:lnTo>
                    <a:pt x="180492" y="99174"/>
                  </a:lnTo>
                  <a:lnTo>
                    <a:pt x="180022" y="99364"/>
                  </a:lnTo>
                  <a:lnTo>
                    <a:pt x="179527" y="99631"/>
                  </a:lnTo>
                  <a:lnTo>
                    <a:pt x="179349" y="100177"/>
                  </a:lnTo>
                  <a:lnTo>
                    <a:pt x="179552" y="100647"/>
                  </a:lnTo>
                  <a:lnTo>
                    <a:pt x="179793" y="101180"/>
                  </a:lnTo>
                  <a:lnTo>
                    <a:pt x="180352" y="101409"/>
                  </a:lnTo>
                  <a:lnTo>
                    <a:pt x="180886" y="101130"/>
                  </a:lnTo>
                  <a:lnTo>
                    <a:pt x="181317" y="100965"/>
                  </a:lnTo>
                  <a:lnTo>
                    <a:pt x="181571" y="100291"/>
                  </a:lnTo>
                  <a:close/>
                </a:path>
              </a:pathLst>
            </a:custGeom>
            <a:solidFill>
              <a:srgbClr val="044D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3462248" y="8403672"/>
              <a:ext cx="180340" cy="186690"/>
            </a:xfrm>
            <a:custGeom>
              <a:avLst/>
              <a:gdLst/>
              <a:ahLst/>
              <a:cxnLst/>
              <a:rect l="l" t="t" r="r" b="b"/>
              <a:pathLst>
                <a:path w="180339" h="186690">
                  <a:moveTo>
                    <a:pt x="3670" y="74168"/>
                  </a:moveTo>
                  <a:lnTo>
                    <a:pt x="3314" y="73380"/>
                  </a:lnTo>
                  <a:lnTo>
                    <a:pt x="2870" y="72555"/>
                  </a:lnTo>
                  <a:lnTo>
                    <a:pt x="1917" y="72224"/>
                  </a:lnTo>
                  <a:lnTo>
                    <a:pt x="304" y="73037"/>
                  </a:lnTo>
                  <a:lnTo>
                    <a:pt x="0" y="74002"/>
                  </a:lnTo>
                  <a:lnTo>
                    <a:pt x="381" y="74828"/>
                  </a:lnTo>
                  <a:lnTo>
                    <a:pt x="825" y="75628"/>
                  </a:lnTo>
                  <a:lnTo>
                    <a:pt x="1765" y="75946"/>
                  </a:lnTo>
                  <a:lnTo>
                    <a:pt x="2578" y="75552"/>
                  </a:lnTo>
                  <a:lnTo>
                    <a:pt x="3416" y="75120"/>
                  </a:lnTo>
                  <a:lnTo>
                    <a:pt x="3670" y="74168"/>
                  </a:lnTo>
                  <a:close/>
                </a:path>
                <a:path w="180339" h="186690">
                  <a:moveTo>
                    <a:pt x="19964" y="77774"/>
                  </a:moveTo>
                  <a:lnTo>
                    <a:pt x="19621" y="76987"/>
                  </a:lnTo>
                  <a:lnTo>
                    <a:pt x="19202" y="76200"/>
                  </a:lnTo>
                  <a:lnTo>
                    <a:pt x="18249" y="75869"/>
                  </a:lnTo>
                  <a:lnTo>
                    <a:pt x="17449" y="76276"/>
                  </a:lnTo>
                  <a:lnTo>
                    <a:pt x="16637" y="76669"/>
                  </a:lnTo>
                  <a:lnTo>
                    <a:pt x="16344" y="77622"/>
                  </a:lnTo>
                  <a:lnTo>
                    <a:pt x="16764" y="78409"/>
                  </a:lnTo>
                  <a:lnTo>
                    <a:pt x="17157" y="79197"/>
                  </a:lnTo>
                  <a:lnTo>
                    <a:pt x="18135" y="79540"/>
                  </a:lnTo>
                  <a:lnTo>
                    <a:pt x="18897" y="79133"/>
                  </a:lnTo>
                  <a:lnTo>
                    <a:pt x="19723" y="78740"/>
                  </a:lnTo>
                  <a:lnTo>
                    <a:pt x="19964" y="77774"/>
                  </a:lnTo>
                  <a:close/>
                </a:path>
                <a:path w="180339" h="186690">
                  <a:moveTo>
                    <a:pt x="34124" y="106108"/>
                  </a:moveTo>
                  <a:lnTo>
                    <a:pt x="33883" y="105689"/>
                  </a:lnTo>
                  <a:lnTo>
                    <a:pt x="33693" y="105130"/>
                  </a:lnTo>
                  <a:lnTo>
                    <a:pt x="33083" y="104902"/>
                  </a:lnTo>
                  <a:lnTo>
                    <a:pt x="32588" y="105194"/>
                  </a:lnTo>
                  <a:lnTo>
                    <a:pt x="32105" y="105308"/>
                  </a:lnTo>
                  <a:lnTo>
                    <a:pt x="31889" y="105905"/>
                  </a:lnTo>
                  <a:lnTo>
                    <a:pt x="32092" y="106387"/>
                  </a:lnTo>
                  <a:lnTo>
                    <a:pt x="32296" y="106908"/>
                  </a:lnTo>
                  <a:lnTo>
                    <a:pt x="32867" y="107111"/>
                  </a:lnTo>
                  <a:lnTo>
                    <a:pt x="33350" y="106883"/>
                  </a:lnTo>
                  <a:lnTo>
                    <a:pt x="33870" y="106692"/>
                  </a:lnTo>
                  <a:lnTo>
                    <a:pt x="34124" y="106108"/>
                  </a:lnTo>
                  <a:close/>
                </a:path>
                <a:path w="180339" h="186690">
                  <a:moveTo>
                    <a:pt x="34848" y="81711"/>
                  </a:moveTo>
                  <a:lnTo>
                    <a:pt x="34569" y="81241"/>
                  </a:lnTo>
                  <a:lnTo>
                    <a:pt x="34340" y="80733"/>
                  </a:lnTo>
                  <a:lnTo>
                    <a:pt x="33794" y="80543"/>
                  </a:lnTo>
                  <a:lnTo>
                    <a:pt x="33248" y="80784"/>
                  </a:lnTo>
                  <a:lnTo>
                    <a:pt x="32740" y="81000"/>
                  </a:lnTo>
                  <a:lnTo>
                    <a:pt x="32600" y="81584"/>
                  </a:lnTo>
                  <a:lnTo>
                    <a:pt x="32791" y="82067"/>
                  </a:lnTo>
                  <a:lnTo>
                    <a:pt x="33096" y="82562"/>
                  </a:lnTo>
                  <a:lnTo>
                    <a:pt x="33655" y="82765"/>
                  </a:lnTo>
                  <a:lnTo>
                    <a:pt x="34099" y="82524"/>
                  </a:lnTo>
                  <a:lnTo>
                    <a:pt x="34607" y="82308"/>
                  </a:lnTo>
                  <a:lnTo>
                    <a:pt x="34848" y="81711"/>
                  </a:lnTo>
                  <a:close/>
                </a:path>
                <a:path w="180339" h="186690">
                  <a:moveTo>
                    <a:pt x="35941" y="115582"/>
                  </a:moveTo>
                  <a:lnTo>
                    <a:pt x="35598" y="114858"/>
                  </a:lnTo>
                  <a:lnTo>
                    <a:pt x="35191" y="114020"/>
                  </a:lnTo>
                  <a:lnTo>
                    <a:pt x="34277" y="113665"/>
                  </a:lnTo>
                  <a:lnTo>
                    <a:pt x="33413" y="113982"/>
                  </a:lnTo>
                  <a:lnTo>
                    <a:pt x="32600" y="114350"/>
                  </a:lnTo>
                  <a:lnTo>
                    <a:pt x="32219" y="115290"/>
                  </a:lnTo>
                  <a:lnTo>
                    <a:pt x="32931" y="116941"/>
                  </a:lnTo>
                  <a:lnTo>
                    <a:pt x="33883" y="117335"/>
                  </a:lnTo>
                  <a:lnTo>
                    <a:pt x="35560" y="116636"/>
                  </a:lnTo>
                  <a:lnTo>
                    <a:pt x="35941" y="115582"/>
                  </a:lnTo>
                  <a:close/>
                </a:path>
                <a:path w="180339" h="186690">
                  <a:moveTo>
                    <a:pt x="36957" y="91173"/>
                  </a:moveTo>
                  <a:lnTo>
                    <a:pt x="36576" y="90424"/>
                  </a:lnTo>
                  <a:lnTo>
                    <a:pt x="36220" y="89573"/>
                  </a:lnTo>
                  <a:lnTo>
                    <a:pt x="35229" y="89230"/>
                  </a:lnTo>
                  <a:lnTo>
                    <a:pt x="34442" y="89547"/>
                  </a:lnTo>
                  <a:lnTo>
                    <a:pt x="33604" y="89966"/>
                  </a:lnTo>
                  <a:lnTo>
                    <a:pt x="33261" y="90932"/>
                  </a:lnTo>
                  <a:lnTo>
                    <a:pt x="33616" y="91795"/>
                  </a:lnTo>
                  <a:lnTo>
                    <a:pt x="34036" y="92608"/>
                  </a:lnTo>
                  <a:lnTo>
                    <a:pt x="35013" y="92913"/>
                  </a:lnTo>
                  <a:lnTo>
                    <a:pt x="35801" y="92532"/>
                  </a:lnTo>
                  <a:lnTo>
                    <a:pt x="36652" y="92138"/>
                  </a:lnTo>
                  <a:lnTo>
                    <a:pt x="36957" y="91173"/>
                  </a:lnTo>
                  <a:close/>
                </a:path>
                <a:path w="180339" h="186690">
                  <a:moveTo>
                    <a:pt x="41122" y="131343"/>
                  </a:moveTo>
                  <a:lnTo>
                    <a:pt x="40779" y="130695"/>
                  </a:lnTo>
                  <a:lnTo>
                    <a:pt x="40563" y="130009"/>
                  </a:lnTo>
                  <a:lnTo>
                    <a:pt x="39738" y="129679"/>
                  </a:lnTo>
                  <a:lnTo>
                    <a:pt x="39090" y="130009"/>
                  </a:lnTo>
                  <a:lnTo>
                    <a:pt x="38404" y="130276"/>
                  </a:lnTo>
                  <a:lnTo>
                    <a:pt x="38163" y="131114"/>
                  </a:lnTo>
                  <a:lnTo>
                    <a:pt x="38430" y="131737"/>
                  </a:lnTo>
                  <a:lnTo>
                    <a:pt x="38722" y="132384"/>
                  </a:lnTo>
                  <a:lnTo>
                    <a:pt x="39497" y="132664"/>
                  </a:lnTo>
                  <a:lnTo>
                    <a:pt x="40132" y="132410"/>
                  </a:lnTo>
                  <a:lnTo>
                    <a:pt x="40817" y="132130"/>
                  </a:lnTo>
                  <a:lnTo>
                    <a:pt x="41122" y="131343"/>
                  </a:lnTo>
                  <a:close/>
                </a:path>
                <a:path w="180339" h="186690">
                  <a:moveTo>
                    <a:pt x="42824" y="107378"/>
                  </a:moveTo>
                  <a:lnTo>
                    <a:pt x="42481" y="106540"/>
                  </a:lnTo>
                  <a:lnTo>
                    <a:pt x="42164" y="105714"/>
                  </a:lnTo>
                  <a:lnTo>
                    <a:pt x="41186" y="105333"/>
                  </a:lnTo>
                  <a:lnTo>
                    <a:pt x="40373" y="105689"/>
                  </a:lnTo>
                  <a:lnTo>
                    <a:pt x="39547" y="106045"/>
                  </a:lnTo>
                  <a:lnTo>
                    <a:pt x="39166" y="106984"/>
                  </a:lnTo>
                  <a:lnTo>
                    <a:pt x="39878" y="108648"/>
                  </a:lnTo>
                  <a:lnTo>
                    <a:pt x="40843" y="109054"/>
                  </a:lnTo>
                  <a:lnTo>
                    <a:pt x="41681" y="108686"/>
                  </a:lnTo>
                  <a:lnTo>
                    <a:pt x="42506" y="108267"/>
                  </a:lnTo>
                  <a:lnTo>
                    <a:pt x="42824" y="107378"/>
                  </a:lnTo>
                  <a:close/>
                </a:path>
                <a:path w="180339" h="186690">
                  <a:moveTo>
                    <a:pt x="43586" y="82677"/>
                  </a:moveTo>
                  <a:lnTo>
                    <a:pt x="43230" y="81826"/>
                  </a:lnTo>
                  <a:lnTo>
                    <a:pt x="42849" y="81038"/>
                  </a:lnTo>
                  <a:lnTo>
                    <a:pt x="41833" y="80695"/>
                  </a:lnTo>
                  <a:lnTo>
                    <a:pt x="40246" y="81457"/>
                  </a:lnTo>
                  <a:lnTo>
                    <a:pt x="39890" y="82410"/>
                  </a:lnTo>
                  <a:lnTo>
                    <a:pt x="40297" y="83223"/>
                  </a:lnTo>
                  <a:lnTo>
                    <a:pt x="40678" y="84074"/>
                  </a:lnTo>
                  <a:lnTo>
                    <a:pt x="41617" y="84378"/>
                  </a:lnTo>
                  <a:lnTo>
                    <a:pt x="42430" y="83985"/>
                  </a:lnTo>
                  <a:lnTo>
                    <a:pt x="43256" y="83642"/>
                  </a:lnTo>
                  <a:lnTo>
                    <a:pt x="43586" y="82677"/>
                  </a:lnTo>
                  <a:close/>
                </a:path>
                <a:path w="180339" h="186690">
                  <a:moveTo>
                    <a:pt x="44424" y="99314"/>
                  </a:moveTo>
                  <a:lnTo>
                    <a:pt x="44081" y="98501"/>
                  </a:lnTo>
                  <a:lnTo>
                    <a:pt x="43738" y="97713"/>
                  </a:lnTo>
                  <a:lnTo>
                    <a:pt x="42811" y="97307"/>
                  </a:lnTo>
                  <a:lnTo>
                    <a:pt x="41960" y="97675"/>
                  </a:lnTo>
                  <a:lnTo>
                    <a:pt x="41198" y="97980"/>
                  </a:lnTo>
                  <a:lnTo>
                    <a:pt x="40805" y="98933"/>
                  </a:lnTo>
                  <a:lnTo>
                    <a:pt x="41529" y="100596"/>
                  </a:lnTo>
                  <a:lnTo>
                    <a:pt x="42430" y="100952"/>
                  </a:lnTo>
                  <a:lnTo>
                    <a:pt x="43268" y="100571"/>
                  </a:lnTo>
                  <a:lnTo>
                    <a:pt x="44107" y="100241"/>
                  </a:lnTo>
                  <a:lnTo>
                    <a:pt x="44424" y="99314"/>
                  </a:lnTo>
                  <a:close/>
                </a:path>
                <a:path w="180339" h="186690">
                  <a:moveTo>
                    <a:pt x="48653" y="119100"/>
                  </a:moveTo>
                  <a:lnTo>
                    <a:pt x="48437" y="118541"/>
                  </a:lnTo>
                  <a:lnTo>
                    <a:pt x="48260" y="118084"/>
                  </a:lnTo>
                  <a:lnTo>
                    <a:pt x="47650" y="117856"/>
                  </a:lnTo>
                  <a:lnTo>
                    <a:pt x="47180" y="118071"/>
                  </a:lnTo>
                  <a:lnTo>
                    <a:pt x="46697" y="118275"/>
                  </a:lnTo>
                  <a:lnTo>
                    <a:pt x="46443" y="118846"/>
                  </a:lnTo>
                  <a:lnTo>
                    <a:pt x="46863" y="119862"/>
                  </a:lnTo>
                  <a:lnTo>
                    <a:pt x="47447" y="120078"/>
                  </a:lnTo>
                  <a:lnTo>
                    <a:pt x="48425" y="119646"/>
                  </a:lnTo>
                  <a:lnTo>
                    <a:pt x="48653" y="119100"/>
                  </a:lnTo>
                  <a:close/>
                </a:path>
                <a:path w="180339" h="186690">
                  <a:moveTo>
                    <a:pt x="50419" y="128625"/>
                  </a:moveTo>
                  <a:lnTo>
                    <a:pt x="50126" y="127774"/>
                  </a:lnTo>
                  <a:lnTo>
                    <a:pt x="49771" y="126949"/>
                  </a:lnTo>
                  <a:lnTo>
                    <a:pt x="48806" y="126568"/>
                  </a:lnTo>
                  <a:lnTo>
                    <a:pt x="47955" y="126949"/>
                  </a:lnTo>
                  <a:lnTo>
                    <a:pt x="47117" y="127241"/>
                  </a:lnTo>
                  <a:lnTo>
                    <a:pt x="46748" y="128244"/>
                  </a:lnTo>
                  <a:lnTo>
                    <a:pt x="47104" y="129070"/>
                  </a:lnTo>
                  <a:lnTo>
                    <a:pt x="47434" y="129908"/>
                  </a:lnTo>
                  <a:lnTo>
                    <a:pt x="48412" y="130225"/>
                  </a:lnTo>
                  <a:lnTo>
                    <a:pt x="49225" y="129933"/>
                  </a:lnTo>
                  <a:lnTo>
                    <a:pt x="50063" y="129565"/>
                  </a:lnTo>
                  <a:lnTo>
                    <a:pt x="50419" y="128625"/>
                  </a:lnTo>
                  <a:close/>
                </a:path>
                <a:path w="180339" h="186690">
                  <a:moveTo>
                    <a:pt x="51079" y="83210"/>
                  </a:moveTo>
                  <a:lnTo>
                    <a:pt x="50609" y="82283"/>
                  </a:lnTo>
                  <a:lnTo>
                    <a:pt x="50203" y="81267"/>
                  </a:lnTo>
                  <a:lnTo>
                    <a:pt x="48945" y="80911"/>
                  </a:lnTo>
                  <a:lnTo>
                    <a:pt x="48018" y="81330"/>
                  </a:lnTo>
                  <a:lnTo>
                    <a:pt x="47040" y="81813"/>
                  </a:lnTo>
                  <a:lnTo>
                    <a:pt x="46621" y="82981"/>
                  </a:lnTo>
                  <a:lnTo>
                    <a:pt x="47066" y="83934"/>
                  </a:lnTo>
                  <a:lnTo>
                    <a:pt x="47548" y="84848"/>
                  </a:lnTo>
                  <a:lnTo>
                    <a:pt x="48704" y="85293"/>
                  </a:lnTo>
                  <a:lnTo>
                    <a:pt x="49682" y="84874"/>
                  </a:lnTo>
                  <a:lnTo>
                    <a:pt x="50647" y="84416"/>
                  </a:lnTo>
                  <a:lnTo>
                    <a:pt x="51079" y="83210"/>
                  </a:lnTo>
                  <a:close/>
                </a:path>
                <a:path w="180339" h="186690">
                  <a:moveTo>
                    <a:pt x="52971" y="93675"/>
                  </a:moveTo>
                  <a:lnTo>
                    <a:pt x="52730" y="92989"/>
                  </a:lnTo>
                  <a:lnTo>
                    <a:pt x="52425" y="92367"/>
                  </a:lnTo>
                  <a:lnTo>
                    <a:pt x="51689" y="92049"/>
                  </a:lnTo>
                  <a:lnTo>
                    <a:pt x="50990" y="92316"/>
                  </a:lnTo>
                  <a:lnTo>
                    <a:pt x="50342" y="92608"/>
                  </a:lnTo>
                  <a:lnTo>
                    <a:pt x="50038" y="93383"/>
                  </a:lnTo>
                  <a:lnTo>
                    <a:pt x="50368" y="94043"/>
                  </a:lnTo>
                  <a:lnTo>
                    <a:pt x="50584" y="94678"/>
                  </a:lnTo>
                  <a:lnTo>
                    <a:pt x="49707" y="94322"/>
                  </a:lnTo>
                  <a:lnTo>
                    <a:pt x="48729" y="94742"/>
                  </a:lnTo>
                  <a:lnTo>
                    <a:pt x="47701" y="95211"/>
                  </a:lnTo>
                  <a:lnTo>
                    <a:pt x="47320" y="96329"/>
                  </a:lnTo>
                  <a:lnTo>
                    <a:pt x="47688" y="97345"/>
                  </a:lnTo>
                  <a:lnTo>
                    <a:pt x="48082" y="98310"/>
                  </a:lnTo>
                  <a:lnTo>
                    <a:pt x="49250" y="98755"/>
                  </a:lnTo>
                  <a:lnTo>
                    <a:pt x="50253" y="98348"/>
                  </a:lnTo>
                  <a:lnTo>
                    <a:pt x="51206" y="97929"/>
                  </a:lnTo>
                  <a:lnTo>
                    <a:pt x="51752" y="96786"/>
                  </a:lnTo>
                  <a:lnTo>
                    <a:pt x="51244" y="95783"/>
                  </a:lnTo>
                  <a:lnTo>
                    <a:pt x="50901" y="94856"/>
                  </a:lnTo>
                  <a:lnTo>
                    <a:pt x="51371" y="95008"/>
                  </a:lnTo>
                  <a:lnTo>
                    <a:pt x="52057" y="94729"/>
                  </a:lnTo>
                  <a:lnTo>
                    <a:pt x="52666" y="94411"/>
                  </a:lnTo>
                  <a:lnTo>
                    <a:pt x="52971" y="93675"/>
                  </a:lnTo>
                  <a:close/>
                </a:path>
                <a:path w="180339" h="186690">
                  <a:moveTo>
                    <a:pt x="53238" y="68656"/>
                  </a:moveTo>
                  <a:lnTo>
                    <a:pt x="52971" y="67970"/>
                  </a:lnTo>
                  <a:lnTo>
                    <a:pt x="52692" y="67322"/>
                  </a:lnTo>
                  <a:lnTo>
                    <a:pt x="51866" y="67094"/>
                  </a:lnTo>
                  <a:lnTo>
                    <a:pt x="51219" y="67322"/>
                  </a:lnTo>
                  <a:lnTo>
                    <a:pt x="50584" y="67665"/>
                  </a:lnTo>
                  <a:lnTo>
                    <a:pt x="50292" y="68440"/>
                  </a:lnTo>
                  <a:lnTo>
                    <a:pt x="50622" y="69113"/>
                  </a:lnTo>
                  <a:lnTo>
                    <a:pt x="50876" y="69723"/>
                  </a:lnTo>
                  <a:lnTo>
                    <a:pt x="49974" y="69418"/>
                  </a:lnTo>
                  <a:lnTo>
                    <a:pt x="49072" y="69824"/>
                  </a:lnTo>
                  <a:lnTo>
                    <a:pt x="48056" y="70319"/>
                  </a:lnTo>
                  <a:lnTo>
                    <a:pt x="47650" y="71475"/>
                  </a:lnTo>
                  <a:lnTo>
                    <a:pt x="48145" y="72428"/>
                  </a:lnTo>
                  <a:lnTo>
                    <a:pt x="48552" y="73456"/>
                  </a:lnTo>
                  <a:lnTo>
                    <a:pt x="49733" y="73825"/>
                  </a:lnTo>
                  <a:lnTo>
                    <a:pt x="50698" y="73355"/>
                  </a:lnTo>
                  <a:lnTo>
                    <a:pt x="51663" y="72936"/>
                  </a:lnTo>
                  <a:lnTo>
                    <a:pt x="52108" y="71780"/>
                  </a:lnTo>
                  <a:lnTo>
                    <a:pt x="51625" y="70802"/>
                  </a:lnTo>
                  <a:lnTo>
                    <a:pt x="51206" y="69862"/>
                  </a:lnTo>
                  <a:lnTo>
                    <a:pt x="51676" y="70027"/>
                  </a:lnTo>
                  <a:lnTo>
                    <a:pt x="52387" y="69710"/>
                  </a:lnTo>
                  <a:lnTo>
                    <a:pt x="52959" y="69405"/>
                  </a:lnTo>
                  <a:lnTo>
                    <a:pt x="53238" y="68656"/>
                  </a:lnTo>
                  <a:close/>
                </a:path>
                <a:path w="180339" h="186690">
                  <a:moveTo>
                    <a:pt x="53924" y="104114"/>
                  </a:moveTo>
                  <a:lnTo>
                    <a:pt x="53555" y="103276"/>
                  </a:lnTo>
                  <a:lnTo>
                    <a:pt x="53200" y="102425"/>
                  </a:lnTo>
                  <a:lnTo>
                    <a:pt x="52273" y="102044"/>
                  </a:lnTo>
                  <a:lnTo>
                    <a:pt x="51384" y="102450"/>
                  </a:lnTo>
                  <a:lnTo>
                    <a:pt x="50609" y="102793"/>
                  </a:lnTo>
                  <a:lnTo>
                    <a:pt x="50253" y="103708"/>
                  </a:lnTo>
                  <a:lnTo>
                    <a:pt x="50533" y="104406"/>
                  </a:lnTo>
                  <a:lnTo>
                    <a:pt x="49999" y="104660"/>
                  </a:lnTo>
                  <a:lnTo>
                    <a:pt x="49212" y="105041"/>
                  </a:lnTo>
                  <a:lnTo>
                    <a:pt x="48844" y="105981"/>
                  </a:lnTo>
                  <a:lnTo>
                    <a:pt x="48310" y="105727"/>
                  </a:lnTo>
                  <a:lnTo>
                    <a:pt x="47294" y="106197"/>
                  </a:lnTo>
                  <a:lnTo>
                    <a:pt x="46291" y="106654"/>
                  </a:lnTo>
                  <a:lnTo>
                    <a:pt x="45847" y="107746"/>
                  </a:lnTo>
                  <a:lnTo>
                    <a:pt x="46278" y="108762"/>
                  </a:lnTo>
                  <a:lnTo>
                    <a:pt x="46723" y="109766"/>
                  </a:lnTo>
                  <a:lnTo>
                    <a:pt x="47853" y="110210"/>
                  </a:lnTo>
                  <a:lnTo>
                    <a:pt x="48856" y="109778"/>
                  </a:lnTo>
                  <a:lnTo>
                    <a:pt x="49834" y="109359"/>
                  </a:lnTo>
                  <a:lnTo>
                    <a:pt x="50292" y="108153"/>
                  </a:lnTo>
                  <a:lnTo>
                    <a:pt x="50139" y="107848"/>
                  </a:lnTo>
                  <a:lnTo>
                    <a:pt x="50584" y="107975"/>
                  </a:lnTo>
                  <a:lnTo>
                    <a:pt x="51384" y="107607"/>
                  </a:lnTo>
                  <a:lnTo>
                    <a:pt x="52209" y="107200"/>
                  </a:lnTo>
                  <a:lnTo>
                    <a:pt x="52501" y="106260"/>
                  </a:lnTo>
                  <a:lnTo>
                    <a:pt x="52209" y="105625"/>
                  </a:lnTo>
                  <a:lnTo>
                    <a:pt x="52730" y="105384"/>
                  </a:lnTo>
                  <a:lnTo>
                    <a:pt x="53517" y="105054"/>
                  </a:lnTo>
                  <a:lnTo>
                    <a:pt x="53924" y="104114"/>
                  </a:lnTo>
                  <a:close/>
                </a:path>
                <a:path w="180339" h="186690">
                  <a:moveTo>
                    <a:pt x="54483" y="161747"/>
                  </a:moveTo>
                  <a:lnTo>
                    <a:pt x="54203" y="160909"/>
                  </a:lnTo>
                  <a:lnTo>
                    <a:pt x="53873" y="160070"/>
                  </a:lnTo>
                  <a:lnTo>
                    <a:pt x="52920" y="159664"/>
                  </a:lnTo>
                  <a:lnTo>
                    <a:pt x="52095" y="159918"/>
                  </a:lnTo>
                  <a:lnTo>
                    <a:pt x="51244" y="160235"/>
                  </a:lnTo>
                  <a:lnTo>
                    <a:pt x="50787" y="161112"/>
                  </a:lnTo>
                  <a:lnTo>
                    <a:pt x="51079" y="161950"/>
                  </a:lnTo>
                  <a:lnTo>
                    <a:pt x="51333" y="162826"/>
                  </a:lnTo>
                  <a:lnTo>
                    <a:pt x="52273" y="163283"/>
                  </a:lnTo>
                  <a:lnTo>
                    <a:pt x="53111" y="162979"/>
                  </a:lnTo>
                  <a:lnTo>
                    <a:pt x="54025" y="162687"/>
                  </a:lnTo>
                  <a:lnTo>
                    <a:pt x="54483" y="161747"/>
                  </a:lnTo>
                  <a:close/>
                </a:path>
                <a:path w="180339" h="186690">
                  <a:moveTo>
                    <a:pt x="54546" y="78994"/>
                  </a:moveTo>
                  <a:lnTo>
                    <a:pt x="54165" y="78193"/>
                  </a:lnTo>
                  <a:lnTo>
                    <a:pt x="53759" y="77393"/>
                  </a:lnTo>
                  <a:lnTo>
                    <a:pt x="52832" y="77025"/>
                  </a:lnTo>
                  <a:lnTo>
                    <a:pt x="51993" y="77419"/>
                  </a:lnTo>
                  <a:lnTo>
                    <a:pt x="51181" y="77774"/>
                  </a:lnTo>
                  <a:lnTo>
                    <a:pt x="50800" y="78790"/>
                  </a:lnTo>
                  <a:lnTo>
                    <a:pt x="51206" y="79578"/>
                  </a:lnTo>
                  <a:lnTo>
                    <a:pt x="51600" y="80403"/>
                  </a:lnTo>
                  <a:lnTo>
                    <a:pt x="52590" y="80733"/>
                  </a:lnTo>
                  <a:lnTo>
                    <a:pt x="53403" y="80327"/>
                  </a:lnTo>
                  <a:lnTo>
                    <a:pt x="54229" y="79946"/>
                  </a:lnTo>
                  <a:lnTo>
                    <a:pt x="54546" y="78994"/>
                  </a:lnTo>
                  <a:close/>
                </a:path>
                <a:path w="180339" h="186690">
                  <a:moveTo>
                    <a:pt x="59245" y="97739"/>
                  </a:moveTo>
                  <a:lnTo>
                    <a:pt x="58813" y="96939"/>
                  </a:lnTo>
                  <a:lnTo>
                    <a:pt x="58445" y="96113"/>
                  </a:lnTo>
                  <a:lnTo>
                    <a:pt x="57505" y="95796"/>
                  </a:lnTo>
                  <a:lnTo>
                    <a:pt x="56680" y="96189"/>
                  </a:lnTo>
                  <a:lnTo>
                    <a:pt x="55867" y="96545"/>
                  </a:lnTo>
                  <a:lnTo>
                    <a:pt x="55549" y="97536"/>
                  </a:lnTo>
                  <a:lnTo>
                    <a:pt x="55918" y="98323"/>
                  </a:lnTo>
                  <a:lnTo>
                    <a:pt x="56261" y="99085"/>
                  </a:lnTo>
                  <a:lnTo>
                    <a:pt x="57200" y="99491"/>
                  </a:lnTo>
                  <a:lnTo>
                    <a:pt x="58013" y="99123"/>
                  </a:lnTo>
                  <a:lnTo>
                    <a:pt x="58826" y="98742"/>
                  </a:lnTo>
                  <a:lnTo>
                    <a:pt x="59245" y="97739"/>
                  </a:lnTo>
                  <a:close/>
                </a:path>
                <a:path w="180339" h="186690">
                  <a:moveTo>
                    <a:pt x="59817" y="112407"/>
                  </a:moveTo>
                  <a:lnTo>
                    <a:pt x="59334" y="111213"/>
                  </a:lnTo>
                  <a:lnTo>
                    <a:pt x="58851" y="110045"/>
                  </a:lnTo>
                  <a:lnTo>
                    <a:pt x="57480" y="109575"/>
                  </a:lnTo>
                  <a:lnTo>
                    <a:pt x="56388" y="110045"/>
                  </a:lnTo>
                  <a:lnTo>
                    <a:pt x="55219" y="110528"/>
                  </a:lnTo>
                  <a:lnTo>
                    <a:pt x="54673" y="111861"/>
                  </a:lnTo>
                  <a:lnTo>
                    <a:pt x="55156" y="113004"/>
                  </a:lnTo>
                  <a:lnTo>
                    <a:pt x="55626" y="114211"/>
                  </a:lnTo>
                  <a:lnTo>
                    <a:pt x="56997" y="114706"/>
                  </a:lnTo>
                  <a:lnTo>
                    <a:pt x="58153" y="114198"/>
                  </a:lnTo>
                  <a:lnTo>
                    <a:pt x="59309" y="113728"/>
                  </a:lnTo>
                  <a:lnTo>
                    <a:pt x="59817" y="112407"/>
                  </a:lnTo>
                  <a:close/>
                </a:path>
                <a:path w="180339" h="186690">
                  <a:moveTo>
                    <a:pt x="61341" y="89712"/>
                  </a:moveTo>
                  <a:lnTo>
                    <a:pt x="60782" y="88595"/>
                  </a:lnTo>
                  <a:lnTo>
                    <a:pt x="60274" y="87439"/>
                  </a:lnTo>
                  <a:lnTo>
                    <a:pt x="59359" y="87122"/>
                  </a:lnTo>
                  <a:lnTo>
                    <a:pt x="59448" y="86893"/>
                  </a:lnTo>
                  <a:lnTo>
                    <a:pt x="59245" y="86410"/>
                  </a:lnTo>
                  <a:lnTo>
                    <a:pt x="59016" y="85928"/>
                  </a:lnTo>
                  <a:lnTo>
                    <a:pt x="58420" y="85623"/>
                  </a:lnTo>
                  <a:lnTo>
                    <a:pt x="57886" y="85915"/>
                  </a:lnTo>
                  <a:lnTo>
                    <a:pt x="57454" y="86093"/>
                  </a:lnTo>
                  <a:lnTo>
                    <a:pt x="57238" y="86741"/>
                  </a:lnTo>
                  <a:lnTo>
                    <a:pt x="57442" y="87198"/>
                  </a:lnTo>
                  <a:lnTo>
                    <a:pt x="57645" y="87553"/>
                  </a:lnTo>
                  <a:lnTo>
                    <a:pt x="56654" y="88036"/>
                  </a:lnTo>
                  <a:lnTo>
                    <a:pt x="56134" y="89344"/>
                  </a:lnTo>
                  <a:lnTo>
                    <a:pt x="56692" y="90512"/>
                  </a:lnTo>
                  <a:lnTo>
                    <a:pt x="57188" y="91617"/>
                  </a:lnTo>
                  <a:lnTo>
                    <a:pt x="58559" y="92151"/>
                  </a:lnTo>
                  <a:lnTo>
                    <a:pt x="59753" y="91617"/>
                  </a:lnTo>
                  <a:lnTo>
                    <a:pt x="60871" y="91046"/>
                  </a:lnTo>
                  <a:lnTo>
                    <a:pt x="61341" y="89712"/>
                  </a:lnTo>
                  <a:close/>
                </a:path>
                <a:path w="180339" h="186690">
                  <a:moveTo>
                    <a:pt x="65341" y="68961"/>
                  </a:moveTo>
                  <a:lnTo>
                    <a:pt x="65138" y="68465"/>
                  </a:lnTo>
                  <a:lnTo>
                    <a:pt x="64909" y="67945"/>
                  </a:lnTo>
                  <a:lnTo>
                    <a:pt x="64350" y="67741"/>
                  </a:lnTo>
                  <a:lnTo>
                    <a:pt x="63830" y="68046"/>
                  </a:lnTo>
                  <a:lnTo>
                    <a:pt x="63347" y="68262"/>
                  </a:lnTo>
                  <a:lnTo>
                    <a:pt x="63195" y="68834"/>
                  </a:lnTo>
                  <a:lnTo>
                    <a:pt x="63373" y="69316"/>
                  </a:lnTo>
                  <a:lnTo>
                    <a:pt x="63639" y="69799"/>
                  </a:lnTo>
                  <a:lnTo>
                    <a:pt x="64223" y="69989"/>
                  </a:lnTo>
                  <a:lnTo>
                    <a:pt x="64757" y="69735"/>
                  </a:lnTo>
                  <a:lnTo>
                    <a:pt x="65189" y="69494"/>
                  </a:lnTo>
                  <a:lnTo>
                    <a:pt x="65341" y="68961"/>
                  </a:lnTo>
                  <a:close/>
                </a:path>
                <a:path w="180339" h="186690">
                  <a:moveTo>
                    <a:pt x="66687" y="98348"/>
                  </a:moveTo>
                  <a:lnTo>
                    <a:pt x="66230" y="97409"/>
                  </a:lnTo>
                  <a:lnTo>
                    <a:pt x="65786" y="96354"/>
                  </a:lnTo>
                  <a:lnTo>
                    <a:pt x="64643" y="95961"/>
                  </a:lnTo>
                  <a:lnTo>
                    <a:pt x="62661" y="96888"/>
                  </a:lnTo>
                  <a:lnTo>
                    <a:pt x="62242" y="98044"/>
                  </a:lnTo>
                  <a:lnTo>
                    <a:pt x="62712" y="99021"/>
                  </a:lnTo>
                  <a:lnTo>
                    <a:pt x="63144" y="100012"/>
                  </a:lnTo>
                  <a:lnTo>
                    <a:pt x="64274" y="100444"/>
                  </a:lnTo>
                  <a:lnTo>
                    <a:pt x="65316" y="99987"/>
                  </a:lnTo>
                  <a:lnTo>
                    <a:pt x="66230" y="99555"/>
                  </a:lnTo>
                  <a:lnTo>
                    <a:pt x="66687" y="98348"/>
                  </a:lnTo>
                  <a:close/>
                </a:path>
                <a:path w="180339" h="186690">
                  <a:moveTo>
                    <a:pt x="67665" y="106756"/>
                  </a:moveTo>
                  <a:lnTo>
                    <a:pt x="67424" y="106095"/>
                  </a:lnTo>
                  <a:lnTo>
                    <a:pt x="67106" y="105435"/>
                  </a:lnTo>
                  <a:lnTo>
                    <a:pt x="66332" y="105092"/>
                  </a:lnTo>
                  <a:lnTo>
                    <a:pt x="65049" y="105664"/>
                  </a:lnTo>
                  <a:lnTo>
                    <a:pt x="64719" y="106413"/>
                  </a:lnTo>
                  <a:lnTo>
                    <a:pt x="64947" y="107111"/>
                  </a:lnTo>
                  <a:lnTo>
                    <a:pt x="65201" y="107696"/>
                  </a:lnTo>
                  <a:lnTo>
                    <a:pt x="64376" y="107365"/>
                  </a:lnTo>
                  <a:lnTo>
                    <a:pt x="63385" y="107784"/>
                  </a:lnTo>
                  <a:lnTo>
                    <a:pt x="62395" y="108242"/>
                  </a:lnTo>
                  <a:lnTo>
                    <a:pt x="61912" y="109372"/>
                  </a:lnTo>
                  <a:lnTo>
                    <a:pt x="62331" y="110388"/>
                  </a:lnTo>
                  <a:lnTo>
                    <a:pt x="62763" y="111379"/>
                  </a:lnTo>
                  <a:lnTo>
                    <a:pt x="63893" y="111772"/>
                  </a:lnTo>
                  <a:lnTo>
                    <a:pt x="64909" y="111379"/>
                  </a:lnTo>
                  <a:lnTo>
                    <a:pt x="65874" y="110947"/>
                  </a:lnTo>
                  <a:lnTo>
                    <a:pt x="66382" y="109829"/>
                  </a:lnTo>
                  <a:lnTo>
                    <a:pt x="65913" y="108889"/>
                  </a:lnTo>
                  <a:lnTo>
                    <a:pt x="65582" y="107899"/>
                  </a:lnTo>
                  <a:lnTo>
                    <a:pt x="66040" y="108051"/>
                  </a:lnTo>
                  <a:lnTo>
                    <a:pt x="66700" y="107772"/>
                  </a:lnTo>
                  <a:lnTo>
                    <a:pt x="67335" y="107467"/>
                  </a:lnTo>
                  <a:lnTo>
                    <a:pt x="67665" y="106756"/>
                  </a:lnTo>
                  <a:close/>
                </a:path>
                <a:path w="180339" h="186690">
                  <a:moveTo>
                    <a:pt x="67818" y="78333"/>
                  </a:moveTo>
                  <a:lnTo>
                    <a:pt x="67437" y="77558"/>
                  </a:lnTo>
                  <a:lnTo>
                    <a:pt x="67017" y="76771"/>
                  </a:lnTo>
                  <a:lnTo>
                    <a:pt x="66027" y="76403"/>
                  </a:lnTo>
                  <a:lnTo>
                    <a:pt x="65227" y="76784"/>
                  </a:lnTo>
                  <a:lnTo>
                    <a:pt x="64452" y="77279"/>
                  </a:lnTo>
                  <a:lnTo>
                    <a:pt x="64122" y="78155"/>
                  </a:lnTo>
                  <a:lnTo>
                    <a:pt x="64516" y="78981"/>
                  </a:lnTo>
                  <a:lnTo>
                    <a:pt x="64935" y="79819"/>
                  </a:lnTo>
                  <a:lnTo>
                    <a:pt x="65925" y="80111"/>
                  </a:lnTo>
                  <a:lnTo>
                    <a:pt x="66713" y="79730"/>
                  </a:lnTo>
                  <a:lnTo>
                    <a:pt x="67462" y="79286"/>
                  </a:lnTo>
                  <a:lnTo>
                    <a:pt x="67818" y="78333"/>
                  </a:lnTo>
                  <a:close/>
                </a:path>
                <a:path w="180339" h="186690">
                  <a:moveTo>
                    <a:pt x="68935" y="83769"/>
                  </a:moveTo>
                  <a:lnTo>
                    <a:pt x="68656" y="83096"/>
                  </a:lnTo>
                  <a:lnTo>
                    <a:pt x="68364" y="82448"/>
                  </a:lnTo>
                  <a:lnTo>
                    <a:pt x="67564" y="82156"/>
                  </a:lnTo>
                  <a:lnTo>
                    <a:pt x="66903" y="82486"/>
                  </a:lnTo>
                  <a:lnTo>
                    <a:pt x="66294" y="82765"/>
                  </a:lnTo>
                  <a:lnTo>
                    <a:pt x="65925" y="83553"/>
                  </a:lnTo>
                  <a:lnTo>
                    <a:pt x="66281" y="84201"/>
                  </a:lnTo>
                  <a:lnTo>
                    <a:pt x="66611" y="84836"/>
                  </a:lnTo>
                  <a:lnTo>
                    <a:pt x="67335" y="85153"/>
                  </a:lnTo>
                  <a:lnTo>
                    <a:pt x="67957" y="84810"/>
                  </a:lnTo>
                  <a:lnTo>
                    <a:pt x="68707" y="84505"/>
                  </a:lnTo>
                  <a:lnTo>
                    <a:pt x="68935" y="83769"/>
                  </a:lnTo>
                  <a:close/>
                </a:path>
                <a:path w="180339" h="186690">
                  <a:moveTo>
                    <a:pt x="70142" y="94157"/>
                  </a:moveTo>
                  <a:lnTo>
                    <a:pt x="69811" y="93357"/>
                  </a:lnTo>
                  <a:lnTo>
                    <a:pt x="69430" y="92519"/>
                  </a:lnTo>
                  <a:lnTo>
                    <a:pt x="68465" y="92151"/>
                  </a:lnTo>
                  <a:lnTo>
                    <a:pt x="67627" y="92544"/>
                  </a:lnTo>
                  <a:lnTo>
                    <a:pt x="66802" y="92900"/>
                  </a:lnTo>
                  <a:lnTo>
                    <a:pt x="66484" y="93840"/>
                  </a:lnTo>
                  <a:lnTo>
                    <a:pt x="66827" y="94691"/>
                  </a:lnTo>
                  <a:lnTo>
                    <a:pt x="67233" y="95529"/>
                  </a:lnTo>
                  <a:lnTo>
                    <a:pt x="68211" y="95846"/>
                  </a:lnTo>
                  <a:lnTo>
                    <a:pt x="69049" y="95529"/>
                  </a:lnTo>
                  <a:lnTo>
                    <a:pt x="69837" y="95110"/>
                  </a:lnTo>
                  <a:lnTo>
                    <a:pt x="70142" y="94157"/>
                  </a:lnTo>
                  <a:close/>
                </a:path>
                <a:path w="180339" h="186690">
                  <a:moveTo>
                    <a:pt x="70269" y="116624"/>
                  </a:moveTo>
                  <a:lnTo>
                    <a:pt x="70065" y="116166"/>
                  </a:lnTo>
                  <a:lnTo>
                    <a:pt x="69837" y="115646"/>
                  </a:lnTo>
                  <a:lnTo>
                    <a:pt x="69291" y="115455"/>
                  </a:lnTo>
                  <a:lnTo>
                    <a:pt x="68770" y="115646"/>
                  </a:lnTo>
                  <a:lnTo>
                    <a:pt x="68287" y="115862"/>
                  </a:lnTo>
                  <a:lnTo>
                    <a:pt x="68046" y="116459"/>
                  </a:lnTo>
                  <a:lnTo>
                    <a:pt x="68262" y="116928"/>
                  </a:lnTo>
                  <a:lnTo>
                    <a:pt x="68478" y="117449"/>
                  </a:lnTo>
                  <a:lnTo>
                    <a:pt x="69011" y="117652"/>
                  </a:lnTo>
                  <a:lnTo>
                    <a:pt x="69519" y="117436"/>
                  </a:lnTo>
                  <a:lnTo>
                    <a:pt x="70053" y="117246"/>
                  </a:lnTo>
                  <a:lnTo>
                    <a:pt x="70269" y="116624"/>
                  </a:lnTo>
                  <a:close/>
                </a:path>
                <a:path w="180339" h="186690">
                  <a:moveTo>
                    <a:pt x="71729" y="98437"/>
                  </a:moveTo>
                  <a:lnTo>
                    <a:pt x="71501" y="98018"/>
                  </a:lnTo>
                  <a:lnTo>
                    <a:pt x="71247" y="97485"/>
                  </a:lnTo>
                  <a:lnTo>
                    <a:pt x="70675" y="97282"/>
                  </a:lnTo>
                  <a:lnTo>
                    <a:pt x="69723" y="97726"/>
                  </a:lnTo>
                  <a:lnTo>
                    <a:pt x="69507" y="98361"/>
                  </a:lnTo>
                  <a:lnTo>
                    <a:pt x="69938" y="99364"/>
                  </a:lnTo>
                  <a:lnTo>
                    <a:pt x="70535" y="99542"/>
                  </a:lnTo>
                  <a:lnTo>
                    <a:pt x="71018" y="99275"/>
                  </a:lnTo>
                  <a:lnTo>
                    <a:pt x="71501" y="99072"/>
                  </a:lnTo>
                  <a:lnTo>
                    <a:pt x="71729" y="98437"/>
                  </a:lnTo>
                  <a:close/>
                </a:path>
                <a:path w="180339" h="186690">
                  <a:moveTo>
                    <a:pt x="73101" y="125234"/>
                  </a:moveTo>
                  <a:lnTo>
                    <a:pt x="72898" y="124714"/>
                  </a:lnTo>
                  <a:lnTo>
                    <a:pt x="72707" y="124180"/>
                  </a:lnTo>
                  <a:lnTo>
                    <a:pt x="72085" y="124015"/>
                  </a:lnTo>
                  <a:lnTo>
                    <a:pt x="71678" y="124180"/>
                  </a:lnTo>
                  <a:lnTo>
                    <a:pt x="71132" y="124396"/>
                  </a:lnTo>
                  <a:lnTo>
                    <a:pt x="70459" y="124129"/>
                  </a:lnTo>
                  <a:lnTo>
                    <a:pt x="68846" y="124904"/>
                  </a:lnTo>
                  <a:lnTo>
                    <a:pt x="68491" y="125844"/>
                  </a:lnTo>
                  <a:lnTo>
                    <a:pt x="68834" y="126657"/>
                  </a:lnTo>
                  <a:lnTo>
                    <a:pt x="69189" y="127419"/>
                  </a:lnTo>
                  <a:lnTo>
                    <a:pt x="70142" y="127812"/>
                  </a:lnTo>
                  <a:lnTo>
                    <a:pt x="71793" y="127101"/>
                  </a:lnTo>
                  <a:lnTo>
                    <a:pt x="72148" y="126174"/>
                  </a:lnTo>
                  <a:lnTo>
                    <a:pt x="72339" y="125996"/>
                  </a:lnTo>
                  <a:lnTo>
                    <a:pt x="72847" y="125780"/>
                  </a:lnTo>
                  <a:lnTo>
                    <a:pt x="73101" y="125234"/>
                  </a:lnTo>
                  <a:close/>
                </a:path>
                <a:path w="180339" h="186690">
                  <a:moveTo>
                    <a:pt x="73875" y="107950"/>
                  </a:moveTo>
                  <a:lnTo>
                    <a:pt x="73482" y="107162"/>
                  </a:lnTo>
                  <a:lnTo>
                    <a:pt x="73101" y="106337"/>
                  </a:lnTo>
                  <a:lnTo>
                    <a:pt x="72097" y="105981"/>
                  </a:lnTo>
                  <a:lnTo>
                    <a:pt x="71310" y="106400"/>
                  </a:lnTo>
                  <a:lnTo>
                    <a:pt x="70535" y="106756"/>
                  </a:lnTo>
                  <a:lnTo>
                    <a:pt x="70154" y="107708"/>
                  </a:lnTo>
                  <a:lnTo>
                    <a:pt x="70561" y="108534"/>
                  </a:lnTo>
                  <a:lnTo>
                    <a:pt x="70980" y="109385"/>
                  </a:lnTo>
                  <a:lnTo>
                    <a:pt x="71907" y="109677"/>
                  </a:lnTo>
                  <a:lnTo>
                    <a:pt x="72694" y="109258"/>
                  </a:lnTo>
                  <a:lnTo>
                    <a:pt x="73507" y="108940"/>
                  </a:lnTo>
                  <a:lnTo>
                    <a:pt x="73875" y="107950"/>
                  </a:lnTo>
                  <a:close/>
                </a:path>
                <a:path w="180339" h="186690">
                  <a:moveTo>
                    <a:pt x="75069" y="102031"/>
                  </a:moveTo>
                  <a:lnTo>
                    <a:pt x="74841" y="101523"/>
                  </a:lnTo>
                  <a:lnTo>
                    <a:pt x="74612" y="101015"/>
                  </a:lnTo>
                  <a:lnTo>
                    <a:pt x="74015" y="100850"/>
                  </a:lnTo>
                  <a:lnTo>
                    <a:pt x="73583" y="101041"/>
                  </a:lnTo>
                  <a:lnTo>
                    <a:pt x="73063" y="101269"/>
                  </a:lnTo>
                  <a:lnTo>
                    <a:pt x="72821" y="101879"/>
                  </a:lnTo>
                  <a:lnTo>
                    <a:pt x="73304" y="102895"/>
                  </a:lnTo>
                  <a:lnTo>
                    <a:pt x="73837" y="103035"/>
                  </a:lnTo>
                  <a:lnTo>
                    <a:pt x="74422" y="102793"/>
                  </a:lnTo>
                  <a:lnTo>
                    <a:pt x="74853" y="102539"/>
                  </a:lnTo>
                  <a:lnTo>
                    <a:pt x="75069" y="102031"/>
                  </a:lnTo>
                  <a:close/>
                </a:path>
                <a:path w="180339" h="186690">
                  <a:moveTo>
                    <a:pt x="76771" y="184454"/>
                  </a:moveTo>
                  <a:lnTo>
                    <a:pt x="76301" y="183502"/>
                  </a:lnTo>
                  <a:lnTo>
                    <a:pt x="75806" y="182537"/>
                  </a:lnTo>
                  <a:lnTo>
                    <a:pt x="74714" y="182092"/>
                  </a:lnTo>
                  <a:lnTo>
                    <a:pt x="73698" y="182575"/>
                  </a:lnTo>
                  <a:lnTo>
                    <a:pt x="72720" y="183019"/>
                  </a:lnTo>
                  <a:lnTo>
                    <a:pt x="72313" y="184175"/>
                  </a:lnTo>
                  <a:lnTo>
                    <a:pt x="72771" y="185216"/>
                  </a:lnTo>
                  <a:lnTo>
                    <a:pt x="73253" y="186182"/>
                  </a:lnTo>
                  <a:lnTo>
                    <a:pt x="74396" y="186601"/>
                  </a:lnTo>
                  <a:lnTo>
                    <a:pt x="75387" y="186093"/>
                  </a:lnTo>
                  <a:lnTo>
                    <a:pt x="76365" y="185623"/>
                  </a:lnTo>
                  <a:lnTo>
                    <a:pt x="76771" y="184454"/>
                  </a:lnTo>
                  <a:close/>
                </a:path>
                <a:path w="180339" h="186690">
                  <a:moveTo>
                    <a:pt x="79044" y="117868"/>
                  </a:moveTo>
                  <a:lnTo>
                    <a:pt x="78701" y="117030"/>
                  </a:lnTo>
                  <a:lnTo>
                    <a:pt x="78282" y="116179"/>
                  </a:lnTo>
                  <a:lnTo>
                    <a:pt x="77355" y="115798"/>
                  </a:lnTo>
                  <a:lnTo>
                    <a:pt x="76492" y="116179"/>
                  </a:lnTo>
                  <a:lnTo>
                    <a:pt x="75704" y="116484"/>
                  </a:lnTo>
                  <a:lnTo>
                    <a:pt x="75336" y="117487"/>
                  </a:lnTo>
                  <a:lnTo>
                    <a:pt x="75692" y="118300"/>
                  </a:lnTo>
                  <a:lnTo>
                    <a:pt x="76034" y="119138"/>
                  </a:lnTo>
                  <a:lnTo>
                    <a:pt x="76987" y="119494"/>
                  </a:lnTo>
                  <a:lnTo>
                    <a:pt x="77800" y="119138"/>
                  </a:lnTo>
                  <a:lnTo>
                    <a:pt x="78689" y="118846"/>
                  </a:lnTo>
                  <a:lnTo>
                    <a:pt x="79044" y="117868"/>
                  </a:lnTo>
                  <a:close/>
                </a:path>
                <a:path w="180339" h="186690">
                  <a:moveTo>
                    <a:pt x="80530" y="99428"/>
                  </a:moveTo>
                  <a:lnTo>
                    <a:pt x="80111" y="98640"/>
                  </a:lnTo>
                  <a:lnTo>
                    <a:pt x="79794" y="97802"/>
                  </a:lnTo>
                  <a:lnTo>
                    <a:pt x="78778" y="97459"/>
                  </a:lnTo>
                  <a:lnTo>
                    <a:pt x="77952" y="97853"/>
                  </a:lnTo>
                  <a:lnTo>
                    <a:pt x="77127" y="98234"/>
                  </a:lnTo>
                  <a:lnTo>
                    <a:pt x="76771" y="99187"/>
                  </a:lnTo>
                  <a:lnTo>
                    <a:pt x="77228" y="100012"/>
                  </a:lnTo>
                  <a:lnTo>
                    <a:pt x="77622" y="100799"/>
                  </a:lnTo>
                  <a:lnTo>
                    <a:pt x="78549" y="101168"/>
                  </a:lnTo>
                  <a:lnTo>
                    <a:pt x="79336" y="100787"/>
                  </a:lnTo>
                  <a:lnTo>
                    <a:pt x="80175" y="100418"/>
                  </a:lnTo>
                  <a:lnTo>
                    <a:pt x="80530" y="99428"/>
                  </a:lnTo>
                  <a:close/>
                </a:path>
                <a:path w="180339" h="186690">
                  <a:moveTo>
                    <a:pt x="83527" y="55270"/>
                  </a:moveTo>
                  <a:lnTo>
                    <a:pt x="83146" y="54686"/>
                  </a:lnTo>
                  <a:lnTo>
                    <a:pt x="82842" y="54000"/>
                  </a:lnTo>
                  <a:lnTo>
                    <a:pt x="82003" y="53733"/>
                  </a:lnTo>
                  <a:lnTo>
                    <a:pt x="81432" y="54089"/>
                  </a:lnTo>
                  <a:lnTo>
                    <a:pt x="80746" y="54368"/>
                  </a:lnTo>
                  <a:lnTo>
                    <a:pt x="80467" y="55206"/>
                  </a:lnTo>
                  <a:lnTo>
                    <a:pt x="80797" y="55854"/>
                  </a:lnTo>
                  <a:lnTo>
                    <a:pt x="81114" y="56451"/>
                  </a:lnTo>
                  <a:lnTo>
                    <a:pt x="80213" y="56184"/>
                  </a:lnTo>
                  <a:lnTo>
                    <a:pt x="79248" y="56667"/>
                  </a:lnTo>
                  <a:lnTo>
                    <a:pt x="78346" y="57137"/>
                  </a:lnTo>
                  <a:lnTo>
                    <a:pt x="77914" y="58331"/>
                  </a:lnTo>
                  <a:lnTo>
                    <a:pt x="78905" y="60248"/>
                  </a:lnTo>
                  <a:lnTo>
                    <a:pt x="80098" y="60604"/>
                  </a:lnTo>
                  <a:lnTo>
                    <a:pt x="81064" y="60096"/>
                  </a:lnTo>
                  <a:lnTo>
                    <a:pt x="82016" y="59626"/>
                  </a:lnTo>
                  <a:lnTo>
                    <a:pt x="82384" y="58458"/>
                  </a:lnTo>
                  <a:lnTo>
                    <a:pt x="81889" y="57543"/>
                  </a:lnTo>
                  <a:lnTo>
                    <a:pt x="81419" y="56553"/>
                  </a:lnTo>
                  <a:lnTo>
                    <a:pt x="81915" y="56705"/>
                  </a:lnTo>
                  <a:lnTo>
                    <a:pt x="82600" y="56438"/>
                  </a:lnTo>
                  <a:lnTo>
                    <a:pt x="83185" y="56070"/>
                  </a:lnTo>
                  <a:lnTo>
                    <a:pt x="83527" y="55270"/>
                  </a:lnTo>
                  <a:close/>
                </a:path>
                <a:path w="180339" h="186690">
                  <a:moveTo>
                    <a:pt x="85039" y="65620"/>
                  </a:moveTo>
                  <a:lnTo>
                    <a:pt x="84620" y="64833"/>
                  </a:lnTo>
                  <a:lnTo>
                    <a:pt x="84201" y="63995"/>
                  </a:lnTo>
                  <a:lnTo>
                    <a:pt x="83261" y="63703"/>
                  </a:lnTo>
                  <a:lnTo>
                    <a:pt x="82423" y="64135"/>
                  </a:lnTo>
                  <a:lnTo>
                    <a:pt x="81635" y="64503"/>
                  </a:lnTo>
                  <a:lnTo>
                    <a:pt x="81318" y="65532"/>
                  </a:lnTo>
                  <a:lnTo>
                    <a:pt x="81775" y="66332"/>
                  </a:lnTo>
                  <a:lnTo>
                    <a:pt x="82156" y="67068"/>
                  </a:lnTo>
                  <a:lnTo>
                    <a:pt x="83146" y="67411"/>
                  </a:lnTo>
                  <a:lnTo>
                    <a:pt x="83921" y="66992"/>
                  </a:lnTo>
                  <a:lnTo>
                    <a:pt x="84696" y="66611"/>
                  </a:lnTo>
                  <a:lnTo>
                    <a:pt x="85039" y="65620"/>
                  </a:lnTo>
                  <a:close/>
                </a:path>
                <a:path w="180339" h="186690">
                  <a:moveTo>
                    <a:pt x="86512" y="118643"/>
                  </a:moveTo>
                  <a:lnTo>
                    <a:pt x="86067" y="117614"/>
                  </a:lnTo>
                  <a:lnTo>
                    <a:pt x="85598" y="116700"/>
                  </a:lnTo>
                  <a:lnTo>
                    <a:pt x="84442" y="116166"/>
                  </a:lnTo>
                  <a:lnTo>
                    <a:pt x="83515" y="116636"/>
                  </a:lnTo>
                  <a:lnTo>
                    <a:pt x="82511" y="117055"/>
                  </a:lnTo>
                  <a:lnTo>
                    <a:pt x="82029" y="118249"/>
                  </a:lnTo>
                  <a:lnTo>
                    <a:pt x="82499" y="119176"/>
                  </a:lnTo>
                  <a:lnTo>
                    <a:pt x="82867" y="120218"/>
                  </a:lnTo>
                  <a:lnTo>
                    <a:pt x="84048" y="120700"/>
                  </a:lnTo>
                  <a:lnTo>
                    <a:pt x="85064" y="120180"/>
                  </a:lnTo>
                  <a:lnTo>
                    <a:pt x="86029" y="119799"/>
                  </a:lnTo>
                  <a:lnTo>
                    <a:pt x="86512" y="118643"/>
                  </a:lnTo>
                  <a:close/>
                </a:path>
                <a:path w="180339" h="186690">
                  <a:moveTo>
                    <a:pt x="88023" y="100012"/>
                  </a:moveTo>
                  <a:lnTo>
                    <a:pt x="87541" y="99034"/>
                  </a:lnTo>
                  <a:lnTo>
                    <a:pt x="87096" y="98094"/>
                  </a:lnTo>
                  <a:lnTo>
                    <a:pt x="85928" y="97663"/>
                  </a:lnTo>
                  <a:lnTo>
                    <a:pt x="84950" y="98082"/>
                  </a:lnTo>
                  <a:lnTo>
                    <a:pt x="83921" y="98564"/>
                  </a:lnTo>
                  <a:lnTo>
                    <a:pt x="83527" y="99758"/>
                  </a:lnTo>
                  <a:lnTo>
                    <a:pt x="84480" y="101688"/>
                  </a:lnTo>
                  <a:lnTo>
                    <a:pt x="85648" y="102120"/>
                  </a:lnTo>
                  <a:lnTo>
                    <a:pt x="86614" y="101676"/>
                  </a:lnTo>
                  <a:lnTo>
                    <a:pt x="87566" y="101168"/>
                  </a:lnTo>
                  <a:lnTo>
                    <a:pt x="88023" y="100012"/>
                  </a:lnTo>
                  <a:close/>
                </a:path>
                <a:path w="180339" h="186690">
                  <a:moveTo>
                    <a:pt x="90131" y="114503"/>
                  </a:moveTo>
                  <a:lnTo>
                    <a:pt x="89725" y="113728"/>
                  </a:lnTo>
                  <a:lnTo>
                    <a:pt x="89331" y="112890"/>
                  </a:lnTo>
                  <a:lnTo>
                    <a:pt x="88404" y="112509"/>
                  </a:lnTo>
                  <a:lnTo>
                    <a:pt x="87566" y="112839"/>
                  </a:lnTo>
                  <a:lnTo>
                    <a:pt x="86766" y="113195"/>
                  </a:lnTo>
                  <a:lnTo>
                    <a:pt x="86398" y="114185"/>
                  </a:lnTo>
                  <a:lnTo>
                    <a:pt x="86741" y="114973"/>
                  </a:lnTo>
                  <a:lnTo>
                    <a:pt x="87109" y="115836"/>
                  </a:lnTo>
                  <a:lnTo>
                    <a:pt x="88087" y="116166"/>
                  </a:lnTo>
                  <a:lnTo>
                    <a:pt x="88912" y="115798"/>
                  </a:lnTo>
                  <a:lnTo>
                    <a:pt x="89750" y="115455"/>
                  </a:lnTo>
                  <a:lnTo>
                    <a:pt x="90131" y="114503"/>
                  </a:lnTo>
                  <a:close/>
                </a:path>
                <a:path w="180339" h="186690">
                  <a:moveTo>
                    <a:pt x="90182" y="73304"/>
                  </a:moveTo>
                  <a:lnTo>
                    <a:pt x="89954" y="72847"/>
                  </a:lnTo>
                  <a:lnTo>
                    <a:pt x="89700" y="72364"/>
                  </a:lnTo>
                  <a:lnTo>
                    <a:pt x="89103" y="72237"/>
                  </a:lnTo>
                  <a:lnTo>
                    <a:pt x="88646" y="72402"/>
                  </a:lnTo>
                  <a:lnTo>
                    <a:pt x="88125" y="72656"/>
                  </a:lnTo>
                  <a:lnTo>
                    <a:pt x="87972" y="73279"/>
                  </a:lnTo>
                  <a:lnTo>
                    <a:pt x="88252" y="73723"/>
                  </a:lnTo>
                  <a:lnTo>
                    <a:pt x="88468" y="74180"/>
                  </a:lnTo>
                  <a:lnTo>
                    <a:pt x="89039" y="74434"/>
                  </a:lnTo>
                  <a:lnTo>
                    <a:pt x="89547" y="74168"/>
                  </a:lnTo>
                  <a:lnTo>
                    <a:pt x="90004" y="73939"/>
                  </a:lnTo>
                  <a:lnTo>
                    <a:pt x="90182" y="73304"/>
                  </a:lnTo>
                  <a:close/>
                </a:path>
                <a:path w="180339" h="186690">
                  <a:moveTo>
                    <a:pt x="90246" y="85382"/>
                  </a:moveTo>
                  <a:lnTo>
                    <a:pt x="89941" y="84772"/>
                  </a:lnTo>
                  <a:lnTo>
                    <a:pt x="89623" y="84086"/>
                  </a:lnTo>
                  <a:lnTo>
                    <a:pt x="88861" y="83832"/>
                  </a:lnTo>
                  <a:lnTo>
                    <a:pt x="88163" y="84099"/>
                  </a:lnTo>
                  <a:lnTo>
                    <a:pt x="87541" y="84429"/>
                  </a:lnTo>
                  <a:lnTo>
                    <a:pt x="87274" y="85255"/>
                  </a:lnTo>
                  <a:lnTo>
                    <a:pt x="87604" y="85902"/>
                  </a:lnTo>
                  <a:lnTo>
                    <a:pt x="87884" y="86525"/>
                  </a:lnTo>
                  <a:lnTo>
                    <a:pt x="86982" y="86156"/>
                  </a:lnTo>
                  <a:lnTo>
                    <a:pt x="86004" y="86614"/>
                  </a:lnTo>
                  <a:lnTo>
                    <a:pt x="85001" y="87109"/>
                  </a:lnTo>
                  <a:lnTo>
                    <a:pt x="84582" y="88277"/>
                  </a:lnTo>
                  <a:lnTo>
                    <a:pt x="85039" y="89230"/>
                  </a:lnTo>
                  <a:lnTo>
                    <a:pt x="85483" y="90233"/>
                  </a:lnTo>
                  <a:lnTo>
                    <a:pt x="86677" y="90627"/>
                  </a:lnTo>
                  <a:lnTo>
                    <a:pt x="87617" y="90170"/>
                  </a:lnTo>
                  <a:lnTo>
                    <a:pt x="88607" y="89725"/>
                  </a:lnTo>
                  <a:lnTo>
                    <a:pt x="89039" y="88569"/>
                  </a:lnTo>
                  <a:lnTo>
                    <a:pt x="88582" y="87566"/>
                  </a:lnTo>
                  <a:lnTo>
                    <a:pt x="88112" y="86614"/>
                  </a:lnTo>
                  <a:lnTo>
                    <a:pt x="88607" y="86804"/>
                  </a:lnTo>
                  <a:lnTo>
                    <a:pt x="89344" y="86512"/>
                  </a:lnTo>
                  <a:lnTo>
                    <a:pt x="90004" y="86169"/>
                  </a:lnTo>
                  <a:lnTo>
                    <a:pt x="90246" y="85382"/>
                  </a:lnTo>
                  <a:close/>
                </a:path>
                <a:path w="180339" h="186690">
                  <a:moveTo>
                    <a:pt x="91465" y="95770"/>
                  </a:moveTo>
                  <a:lnTo>
                    <a:pt x="91084" y="95008"/>
                  </a:lnTo>
                  <a:lnTo>
                    <a:pt x="90716" y="94145"/>
                  </a:lnTo>
                  <a:lnTo>
                    <a:pt x="89738" y="93840"/>
                  </a:lnTo>
                  <a:lnTo>
                    <a:pt x="88874" y="94234"/>
                  </a:lnTo>
                  <a:lnTo>
                    <a:pt x="88099" y="94627"/>
                  </a:lnTo>
                  <a:lnTo>
                    <a:pt x="87807" y="95567"/>
                  </a:lnTo>
                  <a:lnTo>
                    <a:pt x="88163" y="96393"/>
                  </a:lnTo>
                  <a:lnTo>
                    <a:pt x="88519" y="97167"/>
                  </a:lnTo>
                  <a:lnTo>
                    <a:pt x="89535" y="97574"/>
                  </a:lnTo>
                  <a:lnTo>
                    <a:pt x="90322" y="97155"/>
                  </a:lnTo>
                  <a:lnTo>
                    <a:pt x="91147" y="96761"/>
                  </a:lnTo>
                  <a:lnTo>
                    <a:pt x="91465" y="95770"/>
                  </a:lnTo>
                  <a:close/>
                </a:path>
                <a:path w="180339" h="186690">
                  <a:moveTo>
                    <a:pt x="94030" y="167944"/>
                  </a:moveTo>
                  <a:lnTo>
                    <a:pt x="93814" y="167386"/>
                  </a:lnTo>
                  <a:lnTo>
                    <a:pt x="93611" y="166979"/>
                  </a:lnTo>
                  <a:lnTo>
                    <a:pt x="93040" y="166674"/>
                  </a:lnTo>
                  <a:lnTo>
                    <a:pt x="92062" y="167119"/>
                  </a:lnTo>
                  <a:lnTo>
                    <a:pt x="91808" y="167779"/>
                  </a:lnTo>
                  <a:lnTo>
                    <a:pt x="92036" y="168198"/>
                  </a:lnTo>
                  <a:lnTo>
                    <a:pt x="92227" y="168681"/>
                  </a:lnTo>
                  <a:lnTo>
                    <a:pt x="92837" y="168935"/>
                  </a:lnTo>
                  <a:lnTo>
                    <a:pt x="93306" y="168694"/>
                  </a:lnTo>
                  <a:lnTo>
                    <a:pt x="93827" y="168516"/>
                  </a:lnTo>
                  <a:lnTo>
                    <a:pt x="94030" y="167944"/>
                  </a:lnTo>
                  <a:close/>
                </a:path>
                <a:path w="180339" h="186690">
                  <a:moveTo>
                    <a:pt x="94297" y="180492"/>
                  </a:moveTo>
                  <a:lnTo>
                    <a:pt x="93916" y="179717"/>
                  </a:lnTo>
                  <a:lnTo>
                    <a:pt x="93548" y="178892"/>
                  </a:lnTo>
                  <a:lnTo>
                    <a:pt x="92621" y="178523"/>
                  </a:lnTo>
                  <a:lnTo>
                    <a:pt x="91795" y="178892"/>
                  </a:lnTo>
                  <a:lnTo>
                    <a:pt x="90995" y="179247"/>
                  </a:lnTo>
                  <a:lnTo>
                    <a:pt x="90652" y="180162"/>
                  </a:lnTo>
                  <a:lnTo>
                    <a:pt x="90995" y="180975"/>
                  </a:lnTo>
                  <a:lnTo>
                    <a:pt x="91338" y="181775"/>
                  </a:lnTo>
                  <a:lnTo>
                    <a:pt x="92240" y="182156"/>
                  </a:lnTo>
                  <a:lnTo>
                    <a:pt x="93091" y="181813"/>
                  </a:lnTo>
                  <a:lnTo>
                    <a:pt x="93853" y="181457"/>
                  </a:lnTo>
                  <a:lnTo>
                    <a:pt x="94297" y="180492"/>
                  </a:lnTo>
                  <a:close/>
                </a:path>
                <a:path w="180339" h="186690">
                  <a:moveTo>
                    <a:pt x="94754" y="122542"/>
                  </a:moveTo>
                  <a:lnTo>
                    <a:pt x="94576" y="121996"/>
                  </a:lnTo>
                  <a:lnTo>
                    <a:pt x="94310" y="121500"/>
                  </a:lnTo>
                  <a:lnTo>
                    <a:pt x="93738" y="121310"/>
                  </a:lnTo>
                  <a:lnTo>
                    <a:pt x="92811" y="121678"/>
                  </a:lnTo>
                  <a:lnTo>
                    <a:pt x="92544" y="122262"/>
                  </a:lnTo>
                  <a:lnTo>
                    <a:pt x="92786" y="122783"/>
                  </a:lnTo>
                  <a:lnTo>
                    <a:pt x="92989" y="123278"/>
                  </a:lnTo>
                  <a:lnTo>
                    <a:pt x="93586" y="123520"/>
                  </a:lnTo>
                  <a:lnTo>
                    <a:pt x="94056" y="123329"/>
                  </a:lnTo>
                  <a:lnTo>
                    <a:pt x="94538" y="123075"/>
                  </a:lnTo>
                  <a:lnTo>
                    <a:pt x="94754" y="122542"/>
                  </a:lnTo>
                  <a:close/>
                </a:path>
                <a:path w="180339" h="186690">
                  <a:moveTo>
                    <a:pt x="96786" y="71031"/>
                  </a:moveTo>
                  <a:lnTo>
                    <a:pt x="96354" y="70027"/>
                  </a:lnTo>
                  <a:lnTo>
                    <a:pt x="95834" y="69075"/>
                  </a:lnTo>
                  <a:lnTo>
                    <a:pt x="94780" y="68618"/>
                  </a:lnTo>
                  <a:lnTo>
                    <a:pt x="93789" y="69024"/>
                  </a:lnTo>
                  <a:lnTo>
                    <a:pt x="92786" y="69456"/>
                  </a:lnTo>
                  <a:lnTo>
                    <a:pt x="92341" y="70675"/>
                  </a:lnTo>
                  <a:lnTo>
                    <a:pt x="92786" y="71577"/>
                  </a:lnTo>
                  <a:lnTo>
                    <a:pt x="93205" y="72555"/>
                  </a:lnTo>
                  <a:lnTo>
                    <a:pt x="94373" y="73025"/>
                  </a:lnTo>
                  <a:lnTo>
                    <a:pt x="95364" y="72567"/>
                  </a:lnTo>
                  <a:lnTo>
                    <a:pt x="96342" y="72186"/>
                  </a:lnTo>
                  <a:lnTo>
                    <a:pt x="96786" y="71031"/>
                  </a:lnTo>
                  <a:close/>
                </a:path>
                <a:path w="180339" h="186690">
                  <a:moveTo>
                    <a:pt x="110007" y="167144"/>
                  </a:moveTo>
                  <a:lnTo>
                    <a:pt x="109588" y="166166"/>
                  </a:lnTo>
                  <a:lnTo>
                    <a:pt x="109194" y="165163"/>
                  </a:lnTo>
                  <a:lnTo>
                    <a:pt x="108038" y="164680"/>
                  </a:lnTo>
                  <a:lnTo>
                    <a:pt x="107035" y="165150"/>
                  </a:lnTo>
                  <a:lnTo>
                    <a:pt x="106019" y="165569"/>
                  </a:lnTo>
                  <a:lnTo>
                    <a:pt x="105587" y="166649"/>
                  </a:lnTo>
                  <a:lnTo>
                    <a:pt x="106438" y="168656"/>
                  </a:lnTo>
                  <a:lnTo>
                    <a:pt x="107569" y="169138"/>
                  </a:lnTo>
                  <a:lnTo>
                    <a:pt x="108559" y="168744"/>
                  </a:lnTo>
                  <a:lnTo>
                    <a:pt x="109550" y="168300"/>
                  </a:lnTo>
                  <a:lnTo>
                    <a:pt x="110007" y="167144"/>
                  </a:lnTo>
                  <a:close/>
                </a:path>
                <a:path w="180339" h="186690">
                  <a:moveTo>
                    <a:pt x="124650" y="82334"/>
                  </a:moveTo>
                  <a:lnTo>
                    <a:pt x="124256" y="81559"/>
                  </a:lnTo>
                  <a:lnTo>
                    <a:pt x="123913" y="80708"/>
                  </a:lnTo>
                  <a:lnTo>
                    <a:pt x="122961" y="80429"/>
                  </a:lnTo>
                  <a:lnTo>
                    <a:pt x="122174" y="80772"/>
                  </a:lnTo>
                  <a:lnTo>
                    <a:pt x="121386" y="81153"/>
                  </a:lnTo>
                  <a:lnTo>
                    <a:pt x="121031" y="82067"/>
                  </a:lnTo>
                  <a:lnTo>
                    <a:pt x="121399" y="82892"/>
                  </a:lnTo>
                  <a:lnTo>
                    <a:pt x="121767" y="83718"/>
                  </a:lnTo>
                  <a:lnTo>
                    <a:pt x="122745" y="84010"/>
                  </a:lnTo>
                  <a:lnTo>
                    <a:pt x="123545" y="83654"/>
                  </a:lnTo>
                  <a:lnTo>
                    <a:pt x="124320" y="83235"/>
                  </a:lnTo>
                  <a:lnTo>
                    <a:pt x="124650" y="82334"/>
                  </a:lnTo>
                  <a:close/>
                </a:path>
                <a:path w="180339" h="186690">
                  <a:moveTo>
                    <a:pt x="130797" y="146177"/>
                  </a:moveTo>
                  <a:lnTo>
                    <a:pt x="130568" y="145669"/>
                  </a:lnTo>
                  <a:lnTo>
                    <a:pt x="130352" y="145237"/>
                  </a:lnTo>
                  <a:lnTo>
                    <a:pt x="129743" y="144995"/>
                  </a:lnTo>
                  <a:lnTo>
                    <a:pt x="129286" y="145224"/>
                  </a:lnTo>
                  <a:lnTo>
                    <a:pt x="128778" y="145453"/>
                  </a:lnTo>
                  <a:lnTo>
                    <a:pt x="128536" y="146075"/>
                  </a:lnTo>
                  <a:lnTo>
                    <a:pt x="128790" y="146507"/>
                  </a:lnTo>
                  <a:lnTo>
                    <a:pt x="129044" y="147027"/>
                  </a:lnTo>
                  <a:lnTo>
                    <a:pt x="129590" y="147243"/>
                  </a:lnTo>
                  <a:lnTo>
                    <a:pt x="130124" y="147002"/>
                  </a:lnTo>
                  <a:lnTo>
                    <a:pt x="130619" y="146735"/>
                  </a:lnTo>
                  <a:lnTo>
                    <a:pt x="130797" y="146177"/>
                  </a:lnTo>
                  <a:close/>
                </a:path>
                <a:path w="180339" h="186690">
                  <a:moveTo>
                    <a:pt x="133819" y="1930"/>
                  </a:moveTo>
                  <a:lnTo>
                    <a:pt x="133413" y="1130"/>
                  </a:lnTo>
                  <a:lnTo>
                    <a:pt x="133045" y="317"/>
                  </a:lnTo>
                  <a:lnTo>
                    <a:pt x="132092" y="0"/>
                  </a:lnTo>
                  <a:lnTo>
                    <a:pt x="131343" y="355"/>
                  </a:lnTo>
                  <a:lnTo>
                    <a:pt x="130505" y="698"/>
                  </a:lnTo>
                  <a:lnTo>
                    <a:pt x="130187" y="1714"/>
                  </a:lnTo>
                  <a:lnTo>
                    <a:pt x="130568" y="2451"/>
                  </a:lnTo>
                  <a:lnTo>
                    <a:pt x="130987" y="3238"/>
                  </a:lnTo>
                  <a:lnTo>
                    <a:pt x="131914" y="3632"/>
                  </a:lnTo>
                  <a:lnTo>
                    <a:pt x="132702" y="3200"/>
                  </a:lnTo>
                  <a:lnTo>
                    <a:pt x="133489" y="2844"/>
                  </a:lnTo>
                  <a:lnTo>
                    <a:pt x="133819" y="1930"/>
                  </a:lnTo>
                  <a:close/>
                </a:path>
                <a:path w="180339" h="186690">
                  <a:moveTo>
                    <a:pt x="179895" y="12141"/>
                  </a:moveTo>
                  <a:lnTo>
                    <a:pt x="179565" y="11315"/>
                  </a:lnTo>
                  <a:lnTo>
                    <a:pt x="179184" y="10515"/>
                  </a:lnTo>
                  <a:lnTo>
                    <a:pt x="178320" y="10083"/>
                  </a:lnTo>
                  <a:lnTo>
                    <a:pt x="177419" y="10477"/>
                  </a:lnTo>
                  <a:lnTo>
                    <a:pt x="176669" y="10795"/>
                  </a:lnTo>
                  <a:lnTo>
                    <a:pt x="176263" y="11747"/>
                  </a:lnTo>
                  <a:lnTo>
                    <a:pt x="176618" y="12547"/>
                  </a:lnTo>
                  <a:lnTo>
                    <a:pt x="176961" y="13385"/>
                  </a:lnTo>
                  <a:lnTo>
                    <a:pt x="177901" y="13741"/>
                  </a:lnTo>
                  <a:lnTo>
                    <a:pt x="178701" y="13449"/>
                  </a:lnTo>
                  <a:lnTo>
                    <a:pt x="179578" y="13119"/>
                  </a:lnTo>
                  <a:lnTo>
                    <a:pt x="179895" y="12141"/>
                  </a:lnTo>
                  <a:close/>
                </a:path>
              </a:pathLst>
            </a:custGeom>
            <a:solidFill>
              <a:srgbClr val="044D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3421134" y="8691805"/>
              <a:ext cx="287020" cy="41275"/>
            </a:xfrm>
            <a:custGeom>
              <a:avLst/>
              <a:gdLst/>
              <a:ahLst/>
              <a:cxnLst/>
              <a:rect l="l" t="t" r="r" b="b"/>
              <a:pathLst>
                <a:path w="287020" h="41275">
                  <a:moveTo>
                    <a:pt x="247730" y="0"/>
                  </a:moveTo>
                  <a:lnTo>
                    <a:pt x="0" y="13476"/>
                  </a:lnTo>
                  <a:lnTo>
                    <a:pt x="8227" y="17675"/>
                  </a:lnTo>
                  <a:lnTo>
                    <a:pt x="17860" y="23003"/>
                  </a:lnTo>
                  <a:lnTo>
                    <a:pt x="29319" y="30449"/>
                  </a:lnTo>
                  <a:lnTo>
                    <a:pt x="43024" y="41003"/>
                  </a:lnTo>
                  <a:lnTo>
                    <a:pt x="82305" y="40427"/>
                  </a:lnTo>
                  <a:lnTo>
                    <a:pt x="165936" y="36861"/>
                  </a:lnTo>
                  <a:lnTo>
                    <a:pt x="286703" y="30951"/>
                  </a:lnTo>
                  <a:lnTo>
                    <a:pt x="247730" y="0"/>
                  </a:lnTo>
                  <a:close/>
                </a:path>
              </a:pathLst>
            </a:custGeom>
            <a:solidFill>
              <a:srgbClr val="5BA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3668861" y="8320124"/>
              <a:ext cx="66040" cy="403225"/>
            </a:xfrm>
            <a:custGeom>
              <a:avLst/>
              <a:gdLst/>
              <a:ahLst/>
              <a:cxnLst/>
              <a:rect l="l" t="t" r="r" b="b"/>
              <a:pathLst>
                <a:path w="66039" h="403225">
                  <a:moveTo>
                    <a:pt x="32145" y="0"/>
                  </a:moveTo>
                  <a:lnTo>
                    <a:pt x="0" y="371685"/>
                  </a:lnTo>
                  <a:lnTo>
                    <a:pt x="38972" y="402626"/>
                  </a:lnTo>
                  <a:lnTo>
                    <a:pt x="44511" y="346431"/>
                  </a:lnTo>
                  <a:lnTo>
                    <a:pt x="55973" y="222569"/>
                  </a:lnTo>
                  <a:lnTo>
                    <a:pt x="65622" y="98125"/>
                  </a:lnTo>
                  <a:lnTo>
                    <a:pt x="65725" y="40187"/>
                  </a:lnTo>
                  <a:lnTo>
                    <a:pt x="57821" y="37203"/>
                  </a:lnTo>
                  <a:lnTo>
                    <a:pt x="51688" y="32022"/>
                  </a:lnTo>
                  <a:lnTo>
                    <a:pt x="44179" y="20877"/>
                  </a:lnTo>
                  <a:lnTo>
                    <a:pt x="32145" y="0"/>
                  </a:lnTo>
                  <a:close/>
                </a:path>
              </a:pathLst>
            </a:custGeom>
            <a:solidFill>
              <a:srgbClr val="D4B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3421126" y="8691809"/>
              <a:ext cx="287020" cy="41910"/>
            </a:xfrm>
            <a:custGeom>
              <a:avLst/>
              <a:gdLst/>
              <a:ahLst/>
              <a:cxnLst/>
              <a:rect l="l" t="t" r="r" b="b"/>
              <a:pathLst>
                <a:path w="287020" h="41909">
                  <a:moveTo>
                    <a:pt x="286702" y="30949"/>
                  </a:moveTo>
                  <a:lnTo>
                    <a:pt x="247738" y="0"/>
                  </a:lnTo>
                  <a:lnTo>
                    <a:pt x="117411" y="7086"/>
                  </a:lnTo>
                  <a:lnTo>
                    <a:pt x="117411" y="32385"/>
                  </a:lnTo>
                  <a:lnTo>
                    <a:pt x="111061" y="24917"/>
                  </a:lnTo>
                  <a:lnTo>
                    <a:pt x="117411" y="32385"/>
                  </a:lnTo>
                  <a:lnTo>
                    <a:pt x="117411" y="7086"/>
                  </a:lnTo>
                  <a:lnTo>
                    <a:pt x="108991" y="7543"/>
                  </a:lnTo>
                  <a:lnTo>
                    <a:pt x="0" y="13474"/>
                  </a:lnTo>
                  <a:lnTo>
                    <a:pt x="8229" y="17678"/>
                  </a:lnTo>
                  <a:lnTo>
                    <a:pt x="17868" y="22999"/>
                  </a:lnTo>
                  <a:lnTo>
                    <a:pt x="29324" y="30454"/>
                  </a:lnTo>
                  <a:lnTo>
                    <a:pt x="43027" y="41008"/>
                  </a:lnTo>
                  <a:lnTo>
                    <a:pt x="50076" y="41287"/>
                  </a:lnTo>
                  <a:lnTo>
                    <a:pt x="67830" y="40906"/>
                  </a:lnTo>
                  <a:lnTo>
                    <a:pt x="125158" y="38696"/>
                  </a:lnTo>
                  <a:lnTo>
                    <a:pt x="198424" y="35433"/>
                  </a:lnTo>
                  <a:lnTo>
                    <a:pt x="286702" y="30949"/>
                  </a:lnTo>
                  <a:close/>
                </a:path>
              </a:pathLst>
            </a:custGeom>
            <a:solidFill>
              <a:srgbClr val="E5C3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4" name="object 364"/>
            <p:cNvPicPr/>
            <p:nvPr/>
          </p:nvPicPr>
          <p:blipFill>
            <a:blip r:embed="rId235" cstate="print"/>
            <a:stretch>
              <a:fillRect/>
            </a:stretch>
          </p:blipFill>
          <p:spPr>
            <a:xfrm>
              <a:off x="3667616" y="8354593"/>
              <a:ext cx="72165" cy="385527"/>
            </a:xfrm>
            <a:prstGeom prst="rect">
              <a:avLst/>
            </a:prstGeom>
          </p:spPr>
        </p:pic>
        <p:sp>
          <p:nvSpPr>
            <p:cNvPr id="365" name="object 365"/>
            <p:cNvSpPr/>
            <p:nvPr/>
          </p:nvSpPr>
          <p:spPr>
            <a:xfrm>
              <a:off x="3558540" y="8384761"/>
              <a:ext cx="167640" cy="328295"/>
            </a:xfrm>
            <a:custGeom>
              <a:avLst/>
              <a:gdLst/>
              <a:ahLst/>
              <a:cxnLst/>
              <a:rect l="l" t="t" r="r" b="b"/>
              <a:pathLst>
                <a:path w="167639" h="328295">
                  <a:moveTo>
                    <a:pt x="11785" y="318223"/>
                  </a:moveTo>
                  <a:lnTo>
                    <a:pt x="215" y="317944"/>
                  </a:lnTo>
                  <a:lnTo>
                    <a:pt x="0" y="326910"/>
                  </a:lnTo>
                  <a:lnTo>
                    <a:pt x="5765" y="327037"/>
                  </a:lnTo>
                  <a:lnTo>
                    <a:pt x="11557" y="327190"/>
                  </a:lnTo>
                  <a:lnTo>
                    <a:pt x="11785" y="318223"/>
                  </a:lnTo>
                  <a:close/>
                </a:path>
                <a:path w="167639" h="328295">
                  <a:moveTo>
                    <a:pt x="55689" y="313321"/>
                  </a:moveTo>
                  <a:lnTo>
                    <a:pt x="42189" y="312991"/>
                  </a:lnTo>
                  <a:lnTo>
                    <a:pt x="41948" y="323469"/>
                  </a:lnTo>
                  <a:lnTo>
                    <a:pt x="48691" y="323621"/>
                  </a:lnTo>
                  <a:lnTo>
                    <a:pt x="55448" y="323799"/>
                  </a:lnTo>
                  <a:lnTo>
                    <a:pt x="55689" y="313321"/>
                  </a:lnTo>
                  <a:close/>
                </a:path>
                <a:path w="167639" h="328295">
                  <a:moveTo>
                    <a:pt x="90690" y="320624"/>
                  </a:moveTo>
                  <a:lnTo>
                    <a:pt x="81051" y="320395"/>
                  </a:lnTo>
                  <a:lnTo>
                    <a:pt x="80873" y="327863"/>
                  </a:lnTo>
                  <a:lnTo>
                    <a:pt x="85699" y="327977"/>
                  </a:lnTo>
                  <a:lnTo>
                    <a:pt x="90512" y="328104"/>
                  </a:lnTo>
                  <a:lnTo>
                    <a:pt x="90690" y="320624"/>
                  </a:lnTo>
                  <a:close/>
                </a:path>
                <a:path w="167639" h="328295">
                  <a:moveTo>
                    <a:pt x="138417" y="292836"/>
                  </a:moveTo>
                  <a:lnTo>
                    <a:pt x="133616" y="292696"/>
                  </a:lnTo>
                  <a:lnTo>
                    <a:pt x="128778" y="292595"/>
                  </a:lnTo>
                  <a:lnTo>
                    <a:pt x="128612" y="300075"/>
                  </a:lnTo>
                  <a:lnTo>
                    <a:pt x="133438" y="300177"/>
                  </a:lnTo>
                  <a:lnTo>
                    <a:pt x="138252" y="300291"/>
                  </a:lnTo>
                  <a:lnTo>
                    <a:pt x="138417" y="292836"/>
                  </a:lnTo>
                  <a:close/>
                </a:path>
                <a:path w="167639" h="328295">
                  <a:moveTo>
                    <a:pt x="141312" y="200177"/>
                  </a:moveTo>
                  <a:lnTo>
                    <a:pt x="136512" y="200050"/>
                  </a:lnTo>
                  <a:lnTo>
                    <a:pt x="131686" y="199936"/>
                  </a:lnTo>
                  <a:lnTo>
                    <a:pt x="131521" y="207403"/>
                  </a:lnTo>
                  <a:lnTo>
                    <a:pt x="136334" y="207518"/>
                  </a:lnTo>
                  <a:lnTo>
                    <a:pt x="141135" y="207632"/>
                  </a:lnTo>
                  <a:lnTo>
                    <a:pt x="141312" y="200177"/>
                  </a:lnTo>
                  <a:close/>
                </a:path>
                <a:path w="167639" h="328295">
                  <a:moveTo>
                    <a:pt x="142125" y="255041"/>
                  </a:moveTo>
                  <a:lnTo>
                    <a:pt x="130556" y="254736"/>
                  </a:lnTo>
                  <a:lnTo>
                    <a:pt x="130327" y="263740"/>
                  </a:lnTo>
                  <a:lnTo>
                    <a:pt x="136105" y="263867"/>
                  </a:lnTo>
                  <a:lnTo>
                    <a:pt x="141897" y="264007"/>
                  </a:lnTo>
                  <a:lnTo>
                    <a:pt x="142125" y="255041"/>
                  </a:lnTo>
                  <a:close/>
                </a:path>
                <a:path w="167639" h="328295">
                  <a:moveTo>
                    <a:pt x="145732" y="143446"/>
                  </a:moveTo>
                  <a:lnTo>
                    <a:pt x="128397" y="143040"/>
                  </a:lnTo>
                  <a:lnTo>
                    <a:pt x="128054" y="156489"/>
                  </a:lnTo>
                  <a:lnTo>
                    <a:pt x="136740" y="156705"/>
                  </a:lnTo>
                  <a:lnTo>
                    <a:pt x="145427" y="156908"/>
                  </a:lnTo>
                  <a:lnTo>
                    <a:pt x="145732" y="143446"/>
                  </a:lnTo>
                  <a:close/>
                </a:path>
                <a:path w="167639" h="328295">
                  <a:moveTo>
                    <a:pt x="148691" y="231419"/>
                  </a:moveTo>
                  <a:lnTo>
                    <a:pt x="143878" y="231279"/>
                  </a:lnTo>
                  <a:lnTo>
                    <a:pt x="139052" y="231178"/>
                  </a:lnTo>
                  <a:lnTo>
                    <a:pt x="138887" y="238645"/>
                  </a:lnTo>
                  <a:lnTo>
                    <a:pt x="143700" y="238772"/>
                  </a:lnTo>
                  <a:lnTo>
                    <a:pt x="148501" y="238887"/>
                  </a:lnTo>
                  <a:lnTo>
                    <a:pt x="148691" y="231419"/>
                  </a:lnTo>
                  <a:close/>
                </a:path>
                <a:path w="167639" h="328295">
                  <a:moveTo>
                    <a:pt x="149618" y="23406"/>
                  </a:moveTo>
                  <a:lnTo>
                    <a:pt x="138049" y="23126"/>
                  </a:lnTo>
                  <a:lnTo>
                    <a:pt x="137858" y="32092"/>
                  </a:lnTo>
                  <a:lnTo>
                    <a:pt x="143611" y="32245"/>
                  </a:lnTo>
                  <a:lnTo>
                    <a:pt x="149402" y="32385"/>
                  </a:lnTo>
                  <a:lnTo>
                    <a:pt x="149618" y="23406"/>
                  </a:lnTo>
                  <a:close/>
                </a:path>
                <a:path w="167639" h="328295">
                  <a:moveTo>
                    <a:pt x="166649" y="54368"/>
                  </a:moveTo>
                  <a:lnTo>
                    <a:pt x="161848" y="54267"/>
                  </a:lnTo>
                  <a:lnTo>
                    <a:pt x="157022" y="54152"/>
                  </a:lnTo>
                  <a:lnTo>
                    <a:pt x="156870" y="61620"/>
                  </a:lnTo>
                  <a:lnTo>
                    <a:pt x="161671" y="61734"/>
                  </a:lnTo>
                  <a:lnTo>
                    <a:pt x="166484" y="61849"/>
                  </a:lnTo>
                  <a:lnTo>
                    <a:pt x="166649" y="54368"/>
                  </a:lnTo>
                  <a:close/>
                </a:path>
                <a:path w="167639" h="328295">
                  <a:moveTo>
                    <a:pt x="167081" y="292"/>
                  </a:moveTo>
                  <a:lnTo>
                    <a:pt x="155511" y="0"/>
                  </a:lnTo>
                  <a:lnTo>
                    <a:pt x="155308" y="8978"/>
                  </a:lnTo>
                  <a:lnTo>
                    <a:pt x="161086" y="9105"/>
                  </a:lnTo>
                  <a:lnTo>
                    <a:pt x="166865" y="9271"/>
                  </a:lnTo>
                  <a:lnTo>
                    <a:pt x="167081" y="292"/>
                  </a:lnTo>
                  <a:close/>
                </a:path>
              </a:pathLst>
            </a:custGeom>
            <a:solidFill>
              <a:srgbClr val="DAAC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6" name="object 366"/>
            <p:cNvPicPr/>
            <p:nvPr/>
          </p:nvPicPr>
          <p:blipFill>
            <a:blip r:embed="rId236" cstate="print"/>
            <a:stretch>
              <a:fillRect/>
            </a:stretch>
          </p:blipFill>
          <p:spPr>
            <a:xfrm>
              <a:off x="3282852" y="8067837"/>
              <a:ext cx="636211" cy="103954"/>
            </a:xfrm>
            <a:prstGeom prst="rect">
              <a:avLst/>
            </a:prstGeom>
          </p:spPr>
        </p:pic>
        <p:sp>
          <p:nvSpPr>
            <p:cNvPr id="367" name="object 367"/>
            <p:cNvSpPr/>
            <p:nvPr/>
          </p:nvSpPr>
          <p:spPr>
            <a:xfrm>
              <a:off x="2564924" y="8813495"/>
              <a:ext cx="692150" cy="365760"/>
            </a:xfrm>
            <a:custGeom>
              <a:avLst/>
              <a:gdLst/>
              <a:ahLst/>
              <a:cxnLst/>
              <a:rect l="l" t="t" r="r" b="b"/>
              <a:pathLst>
                <a:path w="692150" h="365759">
                  <a:moveTo>
                    <a:pt x="0" y="0"/>
                  </a:moveTo>
                  <a:lnTo>
                    <a:pt x="27396" y="48665"/>
                  </a:lnTo>
                  <a:lnTo>
                    <a:pt x="51971" y="85808"/>
                  </a:lnTo>
                  <a:lnTo>
                    <a:pt x="78667" y="121380"/>
                  </a:lnTo>
                  <a:lnTo>
                    <a:pt x="107396" y="155292"/>
                  </a:lnTo>
                  <a:lnTo>
                    <a:pt x="138069" y="187457"/>
                  </a:lnTo>
                  <a:lnTo>
                    <a:pt x="170597" y="217788"/>
                  </a:lnTo>
                  <a:lnTo>
                    <a:pt x="204893" y="246195"/>
                  </a:lnTo>
                  <a:lnTo>
                    <a:pt x="240866" y="272593"/>
                  </a:lnTo>
                  <a:lnTo>
                    <a:pt x="278429" y="296892"/>
                  </a:lnTo>
                  <a:lnTo>
                    <a:pt x="317493" y="319006"/>
                  </a:lnTo>
                  <a:lnTo>
                    <a:pt x="357968" y="338847"/>
                  </a:lnTo>
                  <a:lnTo>
                    <a:pt x="399767" y="356327"/>
                  </a:lnTo>
                  <a:lnTo>
                    <a:pt x="424987" y="365136"/>
                  </a:lnTo>
                  <a:lnTo>
                    <a:pt x="499882" y="343420"/>
                  </a:lnTo>
                  <a:lnTo>
                    <a:pt x="556562" y="315806"/>
                  </a:lnTo>
                  <a:lnTo>
                    <a:pt x="601790" y="270268"/>
                  </a:lnTo>
                  <a:lnTo>
                    <a:pt x="659084" y="189926"/>
                  </a:lnTo>
                  <a:lnTo>
                    <a:pt x="681058" y="163763"/>
                  </a:lnTo>
                  <a:lnTo>
                    <a:pt x="691087" y="145071"/>
                  </a:lnTo>
                  <a:lnTo>
                    <a:pt x="691603" y="124875"/>
                  </a:lnTo>
                  <a:lnTo>
                    <a:pt x="685041" y="94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8" name="object 368"/>
            <p:cNvPicPr/>
            <p:nvPr/>
          </p:nvPicPr>
          <p:blipFill>
            <a:blip r:embed="rId237" cstate="print"/>
            <a:stretch>
              <a:fillRect/>
            </a:stretch>
          </p:blipFill>
          <p:spPr>
            <a:xfrm>
              <a:off x="2604601" y="8649181"/>
              <a:ext cx="255206" cy="229930"/>
            </a:xfrm>
            <a:prstGeom prst="rect">
              <a:avLst/>
            </a:prstGeom>
          </p:spPr>
        </p:pic>
        <p:sp>
          <p:nvSpPr>
            <p:cNvPr id="369" name="object 369"/>
            <p:cNvSpPr/>
            <p:nvPr/>
          </p:nvSpPr>
          <p:spPr>
            <a:xfrm>
              <a:off x="2583560" y="8847030"/>
              <a:ext cx="568325" cy="81915"/>
            </a:xfrm>
            <a:custGeom>
              <a:avLst/>
              <a:gdLst/>
              <a:ahLst/>
              <a:cxnLst/>
              <a:rect l="l" t="t" r="r" b="b"/>
              <a:pathLst>
                <a:path w="568325" h="81915">
                  <a:moveTo>
                    <a:pt x="0" y="0"/>
                  </a:moveTo>
                  <a:lnTo>
                    <a:pt x="33334" y="52274"/>
                  </a:lnTo>
                  <a:lnTo>
                    <a:pt x="420248" y="80477"/>
                  </a:lnTo>
                  <a:lnTo>
                    <a:pt x="486794" y="81645"/>
                  </a:lnTo>
                  <a:lnTo>
                    <a:pt x="534713" y="81268"/>
                  </a:lnTo>
                  <a:lnTo>
                    <a:pt x="567989" y="74142"/>
                  </a:lnTo>
                  <a:lnTo>
                    <a:pt x="568075" y="68472"/>
                  </a:lnTo>
                  <a:lnTo>
                    <a:pt x="525064" y="612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1E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0" name="object 370"/>
            <p:cNvPicPr/>
            <p:nvPr/>
          </p:nvPicPr>
          <p:blipFill>
            <a:blip r:embed="rId238" cstate="print"/>
            <a:stretch>
              <a:fillRect/>
            </a:stretch>
          </p:blipFill>
          <p:spPr>
            <a:xfrm>
              <a:off x="2664306" y="8244774"/>
              <a:ext cx="141692" cy="99190"/>
            </a:xfrm>
            <a:prstGeom prst="rect">
              <a:avLst/>
            </a:prstGeom>
          </p:spPr>
        </p:pic>
        <p:pic>
          <p:nvPicPr>
            <p:cNvPr id="371" name="object 371"/>
            <p:cNvPicPr/>
            <p:nvPr/>
          </p:nvPicPr>
          <p:blipFill>
            <a:blip r:embed="rId239" cstate="print"/>
            <a:stretch>
              <a:fillRect/>
            </a:stretch>
          </p:blipFill>
          <p:spPr>
            <a:xfrm>
              <a:off x="2596989" y="8038823"/>
              <a:ext cx="73076" cy="127786"/>
            </a:xfrm>
            <a:prstGeom prst="rect">
              <a:avLst/>
            </a:prstGeom>
          </p:spPr>
        </p:pic>
        <p:pic>
          <p:nvPicPr>
            <p:cNvPr id="372" name="object 372"/>
            <p:cNvPicPr/>
            <p:nvPr/>
          </p:nvPicPr>
          <p:blipFill>
            <a:blip r:embed="rId240" cstate="print"/>
            <a:stretch>
              <a:fillRect/>
            </a:stretch>
          </p:blipFill>
          <p:spPr>
            <a:xfrm>
              <a:off x="2578677" y="8096616"/>
              <a:ext cx="146118" cy="12340"/>
            </a:xfrm>
            <a:prstGeom prst="rect">
              <a:avLst/>
            </a:prstGeom>
          </p:spPr>
        </p:pic>
        <p:pic>
          <p:nvPicPr>
            <p:cNvPr id="373" name="object 373"/>
            <p:cNvPicPr/>
            <p:nvPr/>
          </p:nvPicPr>
          <p:blipFill>
            <a:blip r:embed="rId241" cstate="print"/>
            <a:stretch>
              <a:fillRect/>
            </a:stretch>
          </p:blipFill>
          <p:spPr>
            <a:xfrm>
              <a:off x="2836122" y="8232816"/>
              <a:ext cx="318733" cy="223134"/>
            </a:xfrm>
            <a:prstGeom prst="rect">
              <a:avLst/>
            </a:prstGeom>
          </p:spPr>
        </p:pic>
        <p:pic>
          <p:nvPicPr>
            <p:cNvPr id="374" name="object 374"/>
            <p:cNvPicPr/>
            <p:nvPr/>
          </p:nvPicPr>
          <p:blipFill>
            <a:blip r:embed="rId242" cstate="print"/>
            <a:stretch>
              <a:fillRect/>
            </a:stretch>
          </p:blipFill>
          <p:spPr>
            <a:xfrm>
              <a:off x="3339379" y="8533383"/>
              <a:ext cx="87206" cy="60804"/>
            </a:xfrm>
            <a:prstGeom prst="rect">
              <a:avLst/>
            </a:prstGeom>
          </p:spPr>
        </p:pic>
        <p:pic>
          <p:nvPicPr>
            <p:cNvPr id="375" name="object 375"/>
            <p:cNvPicPr/>
            <p:nvPr/>
          </p:nvPicPr>
          <p:blipFill>
            <a:blip r:embed="rId243" cstate="print"/>
            <a:stretch>
              <a:fillRect/>
            </a:stretch>
          </p:blipFill>
          <p:spPr>
            <a:xfrm>
              <a:off x="3141401" y="8460548"/>
              <a:ext cx="139922" cy="93054"/>
            </a:xfrm>
            <a:prstGeom prst="rect">
              <a:avLst/>
            </a:prstGeom>
          </p:spPr>
        </p:pic>
        <p:sp>
          <p:nvSpPr>
            <p:cNvPr id="376" name="object 376"/>
            <p:cNvSpPr/>
            <p:nvPr/>
          </p:nvSpPr>
          <p:spPr>
            <a:xfrm>
              <a:off x="2686593" y="8797466"/>
              <a:ext cx="1229360" cy="290195"/>
            </a:xfrm>
            <a:custGeom>
              <a:avLst/>
              <a:gdLst/>
              <a:ahLst/>
              <a:cxnLst/>
              <a:rect l="l" t="t" r="r" b="b"/>
              <a:pathLst>
                <a:path w="1229360" h="290195">
                  <a:moveTo>
                    <a:pt x="1229219" y="0"/>
                  </a:moveTo>
                  <a:lnTo>
                    <a:pt x="641477" y="0"/>
                  </a:lnTo>
                  <a:lnTo>
                    <a:pt x="272054" y="0"/>
                  </a:lnTo>
                  <a:lnTo>
                    <a:pt x="223164" y="4057"/>
                  </a:lnTo>
                  <a:lnTo>
                    <a:pt x="177144" y="15755"/>
                  </a:lnTo>
                  <a:lnTo>
                    <a:pt x="134764" y="34384"/>
                  </a:lnTo>
                  <a:lnTo>
                    <a:pt x="96792" y="59232"/>
                  </a:lnTo>
                  <a:lnTo>
                    <a:pt x="63999" y="89588"/>
                  </a:lnTo>
                  <a:lnTo>
                    <a:pt x="37153" y="124741"/>
                  </a:lnTo>
                  <a:lnTo>
                    <a:pt x="17025" y="163981"/>
                  </a:lnTo>
                  <a:lnTo>
                    <a:pt x="4384" y="206596"/>
                  </a:lnTo>
                  <a:lnTo>
                    <a:pt x="0" y="251877"/>
                  </a:lnTo>
                  <a:lnTo>
                    <a:pt x="0" y="289844"/>
                  </a:lnTo>
                  <a:lnTo>
                    <a:pt x="916296" y="289844"/>
                  </a:lnTo>
                  <a:lnTo>
                    <a:pt x="967035" y="286051"/>
                  </a:lnTo>
                  <a:lnTo>
                    <a:pt x="1015189" y="275070"/>
                  </a:lnTo>
                  <a:lnTo>
                    <a:pt x="1060103" y="257497"/>
                  </a:lnTo>
                  <a:lnTo>
                    <a:pt x="1101118" y="233931"/>
                  </a:lnTo>
                  <a:lnTo>
                    <a:pt x="1137577" y="204967"/>
                  </a:lnTo>
                  <a:lnTo>
                    <a:pt x="1168849" y="171203"/>
                  </a:lnTo>
                  <a:lnTo>
                    <a:pt x="1194293" y="133232"/>
                  </a:lnTo>
                  <a:lnTo>
                    <a:pt x="1213266" y="91646"/>
                  </a:lnTo>
                  <a:lnTo>
                    <a:pt x="1225123" y="47037"/>
                  </a:lnTo>
                  <a:lnTo>
                    <a:pt x="1229219" y="0"/>
                  </a:lnTo>
                  <a:close/>
                </a:path>
              </a:pathLst>
            </a:custGeom>
            <a:solidFill>
              <a:srgbClr val="4EA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2670671" y="8760119"/>
              <a:ext cx="1261110" cy="288290"/>
            </a:xfrm>
            <a:custGeom>
              <a:avLst/>
              <a:gdLst/>
              <a:ahLst/>
              <a:cxnLst/>
              <a:rect l="l" t="t" r="r" b="b"/>
              <a:pathLst>
                <a:path w="1261110" h="288290">
                  <a:moveTo>
                    <a:pt x="1261071" y="0"/>
                  </a:moveTo>
                  <a:lnTo>
                    <a:pt x="658095" y="0"/>
                  </a:lnTo>
                  <a:lnTo>
                    <a:pt x="279090" y="0"/>
                  </a:lnTo>
                  <a:lnTo>
                    <a:pt x="228936" y="4026"/>
                  </a:lnTo>
                  <a:lnTo>
                    <a:pt x="181726" y="15637"/>
                  </a:lnTo>
                  <a:lnTo>
                    <a:pt x="138249" y="34125"/>
                  </a:lnTo>
                  <a:lnTo>
                    <a:pt x="99296" y="58786"/>
                  </a:lnTo>
                  <a:lnTo>
                    <a:pt x="65654" y="88914"/>
                  </a:lnTo>
                  <a:lnTo>
                    <a:pt x="38114" y="123803"/>
                  </a:lnTo>
                  <a:lnTo>
                    <a:pt x="17466" y="162747"/>
                  </a:lnTo>
                  <a:lnTo>
                    <a:pt x="4498" y="205042"/>
                  </a:lnTo>
                  <a:lnTo>
                    <a:pt x="0" y="249981"/>
                  </a:lnTo>
                  <a:lnTo>
                    <a:pt x="0" y="287677"/>
                  </a:lnTo>
                  <a:lnTo>
                    <a:pt x="940034" y="287677"/>
                  </a:lnTo>
                  <a:lnTo>
                    <a:pt x="992088" y="283912"/>
                  </a:lnTo>
                  <a:lnTo>
                    <a:pt x="1041490" y="273012"/>
                  </a:lnTo>
                  <a:lnTo>
                    <a:pt x="1087566" y="255569"/>
                  </a:lnTo>
                  <a:lnTo>
                    <a:pt x="1129645" y="232177"/>
                  </a:lnTo>
                  <a:lnTo>
                    <a:pt x="1167053" y="203428"/>
                  </a:lnTo>
                  <a:lnTo>
                    <a:pt x="1199134" y="169919"/>
                  </a:lnTo>
                  <a:lnTo>
                    <a:pt x="1225239" y="132234"/>
                  </a:lnTo>
                  <a:lnTo>
                    <a:pt x="1244704" y="90961"/>
                  </a:lnTo>
                  <a:lnTo>
                    <a:pt x="1256869" y="46686"/>
                  </a:lnTo>
                  <a:lnTo>
                    <a:pt x="1261071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2910268" y="8826416"/>
              <a:ext cx="820419" cy="140970"/>
            </a:xfrm>
            <a:custGeom>
              <a:avLst/>
              <a:gdLst/>
              <a:ahLst/>
              <a:cxnLst/>
              <a:rect l="l" t="t" r="r" b="b"/>
              <a:pathLst>
                <a:path w="820420" h="140970">
                  <a:moveTo>
                    <a:pt x="99352" y="53174"/>
                  </a:moveTo>
                  <a:lnTo>
                    <a:pt x="98844" y="43243"/>
                  </a:lnTo>
                  <a:lnTo>
                    <a:pt x="97116" y="33756"/>
                  </a:lnTo>
                  <a:lnTo>
                    <a:pt x="94513" y="26682"/>
                  </a:lnTo>
                  <a:lnTo>
                    <a:pt x="93878" y="24955"/>
                  </a:lnTo>
                  <a:lnTo>
                    <a:pt x="88798" y="17043"/>
                  </a:lnTo>
                  <a:lnTo>
                    <a:pt x="82842" y="11391"/>
                  </a:lnTo>
                  <a:lnTo>
                    <a:pt x="75145" y="6946"/>
                  </a:lnTo>
                  <a:lnTo>
                    <a:pt x="68732" y="5016"/>
                  </a:lnTo>
                  <a:lnTo>
                    <a:pt x="68732" y="49961"/>
                  </a:lnTo>
                  <a:lnTo>
                    <a:pt x="68148" y="62903"/>
                  </a:lnTo>
                  <a:lnTo>
                    <a:pt x="56388" y="102946"/>
                  </a:lnTo>
                  <a:lnTo>
                    <a:pt x="39344" y="114388"/>
                  </a:lnTo>
                  <a:lnTo>
                    <a:pt x="36893" y="114388"/>
                  </a:lnTo>
                  <a:lnTo>
                    <a:pt x="34671" y="113982"/>
                  </a:lnTo>
                  <a:lnTo>
                    <a:pt x="33045" y="113779"/>
                  </a:lnTo>
                  <a:lnTo>
                    <a:pt x="50279" y="27089"/>
                  </a:lnTo>
                  <a:lnTo>
                    <a:pt x="51295" y="26682"/>
                  </a:lnTo>
                  <a:lnTo>
                    <a:pt x="55156" y="26682"/>
                  </a:lnTo>
                  <a:lnTo>
                    <a:pt x="61976" y="28968"/>
                  </a:lnTo>
                  <a:lnTo>
                    <a:pt x="66116" y="34709"/>
                  </a:lnTo>
                  <a:lnTo>
                    <a:pt x="68173" y="42252"/>
                  </a:lnTo>
                  <a:lnTo>
                    <a:pt x="68732" y="49961"/>
                  </a:lnTo>
                  <a:lnTo>
                    <a:pt x="68732" y="5016"/>
                  </a:lnTo>
                  <a:lnTo>
                    <a:pt x="65519" y="4038"/>
                  </a:lnTo>
                  <a:lnTo>
                    <a:pt x="53733" y="3009"/>
                  </a:lnTo>
                  <a:lnTo>
                    <a:pt x="45554" y="3213"/>
                  </a:lnTo>
                  <a:lnTo>
                    <a:pt x="37909" y="3784"/>
                  </a:lnTo>
                  <a:lnTo>
                    <a:pt x="31038" y="4610"/>
                  </a:lnTo>
                  <a:lnTo>
                    <a:pt x="25146" y="5613"/>
                  </a:lnTo>
                  <a:lnTo>
                    <a:pt x="0" y="136652"/>
                  </a:lnTo>
                  <a:lnTo>
                    <a:pt x="5803" y="137858"/>
                  </a:lnTo>
                  <a:lnTo>
                    <a:pt x="12839" y="138760"/>
                  </a:lnTo>
                  <a:lnTo>
                    <a:pt x="19761" y="139280"/>
                  </a:lnTo>
                  <a:lnTo>
                    <a:pt x="26352" y="139458"/>
                  </a:lnTo>
                  <a:lnTo>
                    <a:pt x="39763" y="138760"/>
                  </a:lnTo>
                  <a:lnTo>
                    <a:pt x="50419" y="136652"/>
                  </a:lnTo>
                  <a:lnTo>
                    <a:pt x="50685" y="136652"/>
                  </a:lnTo>
                  <a:lnTo>
                    <a:pt x="60515" y="132689"/>
                  </a:lnTo>
                  <a:lnTo>
                    <a:pt x="69138" y="127025"/>
                  </a:lnTo>
                  <a:lnTo>
                    <a:pt x="79590" y="116078"/>
                  </a:lnTo>
                  <a:lnTo>
                    <a:pt x="80581" y="114388"/>
                  </a:lnTo>
                  <a:lnTo>
                    <a:pt x="89331" y="99504"/>
                  </a:lnTo>
                  <a:lnTo>
                    <a:pt x="96532" y="78232"/>
                  </a:lnTo>
                  <a:lnTo>
                    <a:pt x="99352" y="53174"/>
                  </a:lnTo>
                  <a:close/>
                </a:path>
                <a:path w="820420" h="140970">
                  <a:moveTo>
                    <a:pt x="180467" y="67424"/>
                  </a:moveTo>
                  <a:lnTo>
                    <a:pt x="179565" y="62204"/>
                  </a:lnTo>
                  <a:lnTo>
                    <a:pt x="178650" y="56807"/>
                  </a:lnTo>
                  <a:lnTo>
                    <a:pt x="173342" y="47561"/>
                  </a:lnTo>
                  <a:lnTo>
                    <a:pt x="164363" y="41008"/>
                  </a:lnTo>
                  <a:lnTo>
                    <a:pt x="154305" y="39077"/>
                  </a:lnTo>
                  <a:lnTo>
                    <a:pt x="154305" y="65214"/>
                  </a:lnTo>
                  <a:lnTo>
                    <a:pt x="154305" y="78257"/>
                  </a:lnTo>
                  <a:lnTo>
                    <a:pt x="145402" y="83477"/>
                  </a:lnTo>
                  <a:lnTo>
                    <a:pt x="133019" y="82664"/>
                  </a:lnTo>
                  <a:lnTo>
                    <a:pt x="134645" y="71437"/>
                  </a:lnTo>
                  <a:lnTo>
                    <a:pt x="140525" y="62204"/>
                  </a:lnTo>
                  <a:lnTo>
                    <a:pt x="152285" y="62204"/>
                  </a:lnTo>
                  <a:lnTo>
                    <a:pt x="154305" y="65214"/>
                  </a:lnTo>
                  <a:lnTo>
                    <a:pt x="154305" y="39077"/>
                  </a:lnTo>
                  <a:lnTo>
                    <a:pt x="114160" y="59270"/>
                  </a:lnTo>
                  <a:lnTo>
                    <a:pt x="101790" y="102133"/>
                  </a:lnTo>
                  <a:lnTo>
                    <a:pt x="103809" y="117297"/>
                  </a:lnTo>
                  <a:lnTo>
                    <a:pt x="110236" y="129311"/>
                  </a:lnTo>
                  <a:lnTo>
                    <a:pt x="121564" y="137223"/>
                  </a:lnTo>
                  <a:lnTo>
                    <a:pt x="138303" y="140068"/>
                  </a:lnTo>
                  <a:lnTo>
                    <a:pt x="147104" y="139763"/>
                  </a:lnTo>
                  <a:lnTo>
                    <a:pt x="154940" y="138811"/>
                  </a:lnTo>
                  <a:lnTo>
                    <a:pt x="162064" y="137223"/>
                  </a:lnTo>
                  <a:lnTo>
                    <a:pt x="169316" y="134848"/>
                  </a:lnTo>
                  <a:lnTo>
                    <a:pt x="168198" y="117297"/>
                  </a:lnTo>
                  <a:lnTo>
                    <a:pt x="167894" y="112382"/>
                  </a:lnTo>
                  <a:lnTo>
                    <a:pt x="161201" y="115379"/>
                  </a:lnTo>
                  <a:lnTo>
                    <a:pt x="154965" y="117297"/>
                  </a:lnTo>
                  <a:lnTo>
                    <a:pt x="140309" y="117297"/>
                  </a:lnTo>
                  <a:lnTo>
                    <a:pt x="135864" y="114769"/>
                  </a:lnTo>
                  <a:lnTo>
                    <a:pt x="131000" y="109969"/>
                  </a:lnTo>
                  <a:lnTo>
                    <a:pt x="130378" y="107353"/>
                  </a:lnTo>
                  <a:lnTo>
                    <a:pt x="130378" y="104546"/>
                  </a:lnTo>
                  <a:lnTo>
                    <a:pt x="150012" y="103225"/>
                  </a:lnTo>
                  <a:lnTo>
                    <a:pt x="165925" y="97040"/>
                  </a:lnTo>
                  <a:lnTo>
                    <a:pt x="176580" y="85331"/>
                  </a:lnTo>
                  <a:lnTo>
                    <a:pt x="176974" y="83477"/>
                  </a:lnTo>
                  <a:lnTo>
                    <a:pt x="180467" y="67424"/>
                  </a:lnTo>
                  <a:close/>
                </a:path>
                <a:path w="820420" h="140970">
                  <a:moveTo>
                    <a:pt x="247573" y="42341"/>
                  </a:moveTo>
                  <a:lnTo>
                    <a:pt x="243738" y="40132"/>
                  </a:lnTo>
                  <a:lnTo>
                    <a:pt x="237032" y="38519"/>
                  </a:lnTo>
                  <a:lnTo>
                    <a:pt x="227507" y="38519"/>
                  </a:lnTo>
                  <a:lnTo>
                    <a:pt x="211175" y="41262"/>
                  </a:lnTo>
                  <a:lnTo>
                    <a:pt x="198793" y="48679"/>
                  </a:lnTo>
                  <a:lnTo>
                    <a:pt x="190931" y="59601"/>
                  </a:lnTo>
                  <a:lnTo>
                    <a:pt x="188175" y="72847"/>
                  </a:lnTo>
                  <a:lnTo>
                    <a:pt x="188798" y="78968"/>
                  </a:lnTo>
                  <a:lnTo>
                    <a:pt x="190855" y="85178"/>
                  </a:lnTo>
                  <a:lnTo>
                    <a:pt x="194678" y="91236"/>
                  </a:lnTo>
                  <a:lnTo>
                    <a:pt x="200545" y="96913"/>
                  </a:lnTo>
                  <a:lnTo>
                    <a:pt x="208051" y="102539"/>
                  </a:lnTo>
                  <a:lnTo>
                    <a:pt x="210070" y="105537"/>
                  </a:lnTo>
                  <a:lnTo>
                    <a:pt x="210070" y="114579"/>
                  </a:lnTo>
                  <a:lnTo>
                    <a:pt x="206819" y="118186"/>
                  </a:lnTo>
                  <a:lnTo>
                    <a:pt x="193649" y="118592"/>
                  </a:lnTo>
                  <a:lnTo>
                    <a:pt x="188569" y="116776"/>
                  </a:lnTo>
                  <a:lnTo>
                    <a:pt x="184327" y="114579"/>
                  </a:lnTo>
                  <a:lnTo>
                    <a:pt x="177431" y="135255"/>
                  </a:lnTo>
                  <a:lnTo>
                    <a:pt x="181279" y="137655"/>
                  </a:lnTo>
                  <a:lnTo>
                    <a:pt x="189395" y="140068"/>
                  </a:lnTo>
                  <a:lnTo>
                    <a:pt x="199123" y="140068"/>
                  </a:lnTo>
                  <a:lnTo>
                    <a:pt x="215887" y="137718"/>
                  </a:lnTo>
                  <a:lnTo>
                    <a:pt x="228663" y="130911"/>
                  </a:lnTo>
                  <a:lnTo>
                    <a:pt x="236816" y="120002"/>
                  </a:lnTo>
                  <a:lnTo>
                    <a:pt x="239674" y="105346"/>
                  </a:lnTo>
                  <a:lnTo>
                    <a:pt x="239064" y="99720"/>
                  </a:lnTo>
                  <a:lnTo>
                    <a:pt x="236778" y="93306"/>
                  </a:lnTo>
                  <a:lnTo>
                    <a:pt x="232143" y="86436"/>
                  </a:lnTo>
                  <a:lnTo>
                    <a:pt x="224472" y="79463"/>
                  </a:lnTo>
                  <a:lnTo>
                    <a:pt x="219811" y="76047"/>
                  </a:lnTo>
                  <a:lnTo>
                    <a:pt x="217576" y="73444"/>
                  </a:lnTo>
                  <a:lnTo>
                    <a:pt x="217576" y="63804"/>
                  </a:lnTo>
                  <a:lnTo>
                    <a:pt x="222440" y="60591"/>
                  </a:lnTo>
                  <a:lnTo>
                    <a:pt x="233794" y="60591"/>
                  </a:lnTo>
                  <a:lnTo>
                    <a:pt x="238658" y="62001"/>
                  </a:lnTo>
                  <a:lnTo>
                    <a:pt x="241490" y="63601"/>
                  </a:lnTo>
                  <a:lnTo>
                    <a:pt x="247573" y="42341"/>
                  </a:lnTo>
                  <a:close/>
                </a:path>
                <a:path w="820420" h="140970">
                  <a:moveTo>
                    <a:pt x="381393" y="60794"/>
                  </a:moveTo>
                  <a:lnTo>
                    <a:pt x="380212" y="51562"/>
                  </a:lnTo>
                  <a:lnTo>
                    <a:pt x="376656" y="44538"/>
                  </a:lnTo>
                  <a:lnTo>
                    <a:pt x="370713" y="40081"/>
                  </a:lnTo>
                  <a:lnTo>
                    <a:pt x="362356" y="38519"/>
                  </a:lnTo>
                  <a:lnTo>
                    <a:pt x="353809" y="39611"/>
                  </a:lnTo>
                  <a:lnTo>
                    <a:pt x="346252" y="42633"/>
                  </a:lnTo>
                  <a:lnTo>
                    <a:pt x="339788" y="47155"/>
                  </a:lnTo>
                  <a:lnTo>
                    <a:pt x="334556" y="52768"/>
                  </a:lnTo>
                  <a:lnTo>
                    <a:pt x="332943" y="44335"/>
                  </a:lnTo>
                  <a:lnTo>
                    <a:pt x="326859" y="38519"/>
                  </a:lnTo>
                  <a:lnTo>
                    <a:pt x="317538" y="38519"/>
                  </a:lnTo>
                  <a:lnTo>
                    <a:pt x="309092" y="39471"/>
                  </a:lnTo>
                  <a:lnTo>
                    <a:pt x="301701" y="42252"/>
                  </a:lnTo>
                  <a:lnTo>
                    <a:pt x="295325" y="46736"/>
                  </a:lnTo>
                  <a:lnTo>
                    <a:pt x="289966" y="52768"/>
                  </a:lnTo>
                  <a:lnTo>
                    <a:pt x="289547" y="52768"/>
                  </a:lnTo>
                  <a:lnTo>
                    <a:pt x="290372" y="40132"/>
                  </a:lnTo>
                  <a:lnTo>
                    <a:pt x="264820" y="40132"/>
                  </a:lnTo>
                  <a:lnTo>
                    <a:pt x="260997" y="63715"/>
                  </a:lnTo>
                  <a:lnTo>
                    <a:pt x="246570" y="138861"/>
                  </a:lnTo>
                  <a:lnTo>
                    <a:pt x="276174" y="138861"/>
                  </a:lnTo>
                  <a:lnTo>
                    <a:pt x="285902" y="87490"/>
                  </a:lnTo>
                  <a:lnTo>
                    <a:pt x="289090" y="75755"/>
                  </a:lnTo>
                  <a:lnTo>
                    <a:pt x="293027" y="67919"/>
                  </a:lnTo>
                  <a:lnTo>
                    <a:pt x="296989" y="63563"/>
                  </a:lnTo>
                  <a:lnTo>
                    <a:pt x="300304" y="62204"/>
                  </a:lnTo>
                  <a:lnTo>
                    <a:pt x="303745" y="62204"/>
                  </a:lnTo>
                  <a:lnTo>
                    <a:pt x="304965" y="64808"/>
                  </a:lnTo>
                  <a:lnTo>
                    <a:pt x="304965" y="72644"/>
                  </a:lnTo>
                  <a:lnTo>
                    <a:pt x="304368" y="77254"/>
                  </a:lnTo>
                  <a:lnTo>
                    <a:pt x="292392" y="138861"/>
                  </a:lnTo>
                  <a:lnTo>
                    <a:pt x="321195" y="138861"/>
                  </a:lnTo>
                  <a:lnTo>
                    <a:pt x="331330" y="87490"/>
                  </a:lnTo>
                  <a:lnTo>
                    <a:pt x="345516" y="62204"/>
                  </a:lnTo>
                  <a:lnTo>
                    <a:pt x="348754" y="62204"/>
                  </a:lnTo>
                  <a:lnTo>
                    <a:pt x="350596" y="64414"/>
                  </a:lnTo>
                  <a:lnTo>
                    <a:pt x="350596" y="71831"/>
                  </a:lnTo>
                  <a:lnTo>
                    <a:pt x="349973" y="76657"/>
                  </a:lnTo>
                  <a:lnTo>
                    <a:pt x="338010" y="138861"/>
                  </a:lnTo>
                  <a:lnTo>
                    <a:pt x="367614" y="138861"/>
                  </a:lnTo>
                  <a:lnTo>
                    <a:pt x="380377" y="73037"/>
                  </a:lnTo>
                  <a:lnTo>
                    <a:pt x="381393" y="64617"/>
                  </a:lnTo>
                  <a:lnTo>
                    <a:pt x="381393" y="60794"/>
                  </a:lnTo>
                  <a:close/>
                </a:path>
                <a:path w="820420" h="140970">
                  <a:moveTo>
                    <a:pt x="477126" y="42938"/>
                  </a:moveTo>
                  <a:lnTo>
                    <a:pt x="471093" y="41236"/>
                  </a:lnTo>
                  <a:lnTo>
                    <a:pt x="463918" y="39827"/>
                  </a:lnTo>
                  <a:lnTo>
                    <a:pt x="455930" y="38874"/>
                  </a:lnTo>
                  <a:lnTo>
                    <a:pt x="447522" y="38531"/>
                  </a:lnTo>
                  <a:lnTo>
                    <a:pt x="444271" y="39344"/>
                  </a:lnTo>
                  <a:lnTo>
                    <a:pt x="444271" y="60794"/>
                  </a:lnTo>
                  <a:lnTo>
                    <a:pt x="438188" y="91300"/>
                  </a:lnTo>
                  <a:lnTo>
                    <a:pt x="435356" y="102463"/>
                  </a:lnTo>
                  <a:lnTo>
                    <a:pt x="432054" y="110210"/>
                  </a:lnTo>
                  <a:lnTo>
                    <a:pt x="428383" y="114731"/>
                  </a:lnTo>
                  <a:lnTo>
                    <a:pt x="424408" y="116192"/>
                  </a:lnTo>
                  <a:lnTo>
                    <a:pt x="418312" y="116192"/>
                  </a:lnTo>
                  <a:lnTo>
                    <a:pt x="417499" y="110363"/>
                  </a:lnTo>
                  <a:lnTo>
                    <a:pt x="417601" y="102463"/>
                  </a:lnTo>
                  <a:lnTo>
                    <a:pt x="418896" y="91770"/>
                  </a:lnTo>
                  <a:lnTo>
                    <a:pt x="423049" y="77482"/>
                  </a:lnTo>
                  <a:lnTo>
                    <a:pt x="429907" y="65328"/>
                  </a:lnTo>
                  <a:lnTo>
                    <a:pt x="439407" y="60198"/>
                  </a:lnTo>
                  <a:lnTo>
                    <a:pt x="440423" y="60198"/>
                  </a:lnTo>
                  <a:lnTo>
                    <a:pt x="442239" y="60388"/>
                  </a:lnTo>
                  <a:lnTo>
                    <a:pt x="444271" y="60794"/>
                  </a:lnTo>
                  <a:lnTo>
                    <a:pt x="444271" y="39344"/>
                  </a:lnTo>
                  <a:lnTo>
                    <a:pt x="419442" y="45516"/>
                  </a:lnTo>
                  <a:lnTo>
                    <a:pt x="401180" y="63131"/>
                  </a:lnTo>
                  <a:lnTo>
                    <a:pt x="391287" y="86360"/>
                  </a:lnTo>
                  <a:lnTo>
                    <a:pt x="388315" y="110210"/>
                  </a:lnTo>
                  <a:lnTo>
                    <a:pt x="389661" y="122097"/>
                  </a:lnTo>
                  <a:lnTo>
                    <a:pt x="393839" y="131711"/>
                  </a:lnTo>
                  <a:lnTo>
                    <a:pt x="400977" y="138125"/>
                  </a:lnTo>
                  <a:lnTo>
                    <a:pt x="411226" y="140462"/>
                  </a:lnTo>
                  <a:lnTo>
                    <a:pt x="417576" y="139407"/>
                  </a:lnTo>
                  <a:lnTo>
                    <a:pt x="424167" y="136194"/>
                  </a:lnTo>
                  <a:lnTo>
                    <a:pt x="430580" y="130810"/>
                  </a:lnTo>
                  <a:lnTo>
                    <a:pt x="436359" y="123202"/>
                  </a:lnTo>
                  <a:lnTo>
                    <a:pt x="437172" y="123202"/>
                  </a:lnTo>
                  <a:lnTo>
                    <a:pt x="436664" y="136194"/>
                  </a:lnTo>
                  <a:lnTo>
                    <a:pt x="436562" y="138861"/>
                  </a:lnTo>
                  <a:lnTo>
                    <a:pt x="462114" y="138861"/>
                  </a:lnTo>
                  <a:lnTo>
                    <a:pt x="462356" y="131711"/>
                  </a:lnTo>
                  <a:lnTo>
                    <a:pt x="462432" y="129374"/>
                  </a:lnTo>
                  <a:lnTo>
                    <a:pt x="462915" y="123202"/>
                  </a:lnTo>
                  <a:lnTo>
                    <a:pt x="463308" y="118084"/>
                  </a:lnTo>
                  <a:lnTo>
                    <a:pt x="463524" y="116192"/>
                  </a:lnTo>
                  <a:lnTo>
                    <a:pt x="464591" y="106807"/>
                  </a:lnTo>
                  <a:lnTo>
                    <a:pt x="466166" y="97320"/>
                  </a:lnTo>
                  <a:lnTo>
                    <a:pt x="473519" y="60794"/>
                  </a:lnTo>
                  <a:lnTo>
                    <a:pt x="473646" y="60198"/>
                  </a:lnTo>
                  <a:lnTo>
                    <a:pt x="477126" y="42938"/>
                  </a:lnTo>
                  <a:close/>
                </a:path>
                <a:path w="820420" h="140970">
                  <a:moveTo>
                    <a:pt x="565734" y="60998"/>
                  </a:moveTo>
                  <a:lnTo>
                    <a:pt x="564667" y="52235"/>
                  </a:lnTo>
                  <a:lnTo>
                    <a:pt x="561213" y="45097"/>
                  </a:lnTo>
                  <a:lnTo>
                    <a:pt x="554951" y="40284"/>
                  </a:lnTo>
                  <a:lnTo>
                    <a:pt x="545452" y="38519"/>
                  </a:lnTo>
                  <a:lnTo>
                    <a:pt x="537540" y="39458"/>
                  </a:lnTo>
                  <a:lnTo>
                    <a:pt x="530301" y="42138"/>
                  </a:lnTo>
                  <a:lnTo>
                    <a:pt x="523900" y="46316"/>
                  </a:lnTo>
                  <a:lnTo>
                    <a:pt x="518490" y="51777"/>
                  </a:lnTo>
                  <a:lnTo>
                    <a:pt x="518071" y="51777"/>
                  </a:lnTo>
                  <a:lnTo>
                    <a:pt x="518909" y="40132"/>
                  </a:lnTo>
                  <a:lnTo>
                    <a:pt x="493344" y="40132"/>
                  </a:lnTo>
                  <a:lnTo>
                    <a:pt x="489534" y="63715"/>
                  </a:lnTo>
                  <a:lnTo>
                    <a:pt x="475107" y="138861"/>
                  </a:lnTo>
                  <a:lnTo>
                    <a:pt x="505104" y="138861"/>
                  </a:lnTo>
                  <a:lnTo>
                    <a:pt x="514845" y="87884"/>
                  </a:lnTo>
                  <a:lnTo>
                    <a:pt x="518071" y="75984"/>
                  </a:lnTo>
                  <a:lnTo>
                    <a:pt x="521931" y="68173"/>
                  </a:lnTo>
                  <a:lnTo>
                    <a:pt x="525957" y="63906"/>
                  </a:lnTo>
                  <a:lnTo>
                    <a:pt x="529640" y="62598"/>
                  </a:lnTo>
                  <a:lnTo>
                    <a:pt x="533095" y="62598"/>
                  </a:lnTo>
                  <a:lnTo>
                    <a:pt x="534708" y="65620"/>
                  </a:lnTo>
                  <a:lnTo>
                    <a:pt x="534708" y="72847"/>
                  </a:lnTo>
                  <a:lnTo>
                    <a:pt x="534301" y="75653"/>
                  </a:lnTo>
                  <a:lnTo>
                    <a:pt x="522135" y="138861"/>
                  </a:lnTo>
                  <a:lnTo>
                    <a:pt x="552132" y="138861"/>
                  </a:lnTo>
                  <a:lnTo>
                    <a:pt x="564718" y="73444"/>
                  </a:lnTo>
                  <a:lnTo>
                    <a:pt x="565734" y="66814"/>
                  </a:lnTo>
                  <a:lnTo>
                    <a:pt x="565734" y="60998"/>
                  </a:lnTo>
                  <a:close/>
                </a:path>
                <a:path w="820420" h="140970">
                  <a:moveTo>
                    <a:pt x="642594" y="40728"/>
                  </a:moveTo>
                  <a:lnTo>
                    <a:pt x="639953" y="39725"/>
                  </a:lnTo>
                  <a:lnTo>
                    <a:pt x="635685" y="38925"/>
                  </a:lnTo>
                  <a:lnTo>
                    <a:pt x="628802" y="38925"/>
                  </a:lnTo>
                  <a:lnTo>
                    <a:pt x="607263" y="43815"/>
                  </a:lnTo>
                  <a:lnTo>
                    <a:pt x="589749" y="57442"/>
                  </a:lnTo>
                  <a:lnTo>
                    <a:pt x="577964" y="78206"/>
                  </a:lnTo>
                  <a:lnTo>
                    <a:pt x="573646" y="104546"/>
                  </a:lnTo>
                  <a:lnTo>
                    <a:pt x="575564" y="117538"/>
                  </a:lnTo>
                  <a:lnTo>
                    <a:pt x="581482" y="128930"/>
                  </a:lnTo>
                  <a:lnTo>
                    <a:pt x="591705" y="137007"/>
                  </a:lnTo>
                  <a:lnTo>
                    <a:pt x="606501" y="140068"/>
                  </a:lnTo>
                  <a:lnTo>
                    <a:pt x="615416" y="140068"/>
                  </a:lnTo>
                  <a:lnTo>
                    <a:pt x="620293" y="115989"/>
                  </a:lnTo>
                  <a:lnTo>
                    <a:pt x="608317" y="115989"/>
                  </a:lnTo>
                  <a:lnTo>
                    <a:pt x="603656" y="109969"/>
                  </a:lnTo>
                  <a:lnTo>
                    <a:pt x="603656" y="100139"/>
                  </a:lnTo>
                  <a:lnTo>
                    <a:pt x="605726" y="85737"/>
                  </a:lnTo>
                  <a:lnTo>
                    <a:pt x="611187" y="74218"/>
                  </a:lnTo>
                  <a:lnTo>
                    <a:pt x="618972" y="66573"/>
                  </a:lnTo>
                  <a:lnTo>
                    <a:pt x="627989" y="63804"/>
                  </a:lnTo>
                  <a:lnTo>
                    <a:pt x="630021" y="63804"/>
                  </a:lnTo>
                  <a:lnTo>
                    <a:pt x="635279" y="64820"/>
                  </a:lnTo>
                  <a:lnTo>
                    <a:pt x="642594" y="40728"/>
                  </a:lnTo>
                  <a:close/>
                </a:path>
                <a:path w="820420" h="140970">
                  <a:moveTo>
                    <a:pt x="724090" y="60998"/>
                  </a:moveTo>
                  <a:lnTo>
                    <a:pt x="723011" y="51727"/>
                  </a:lnTo>
                  <a:lnTo>
                    <a:pt x="719658" y="44640"/>
                  </a:lnTo>
                  <a:lnTo>
                    <a:pt x="713917" y="40106"/>
                  </a:lnTo>
                  <a:lnTo>
                    <a:pt x="705650" y="38519"/>
                  </a:lnTo>
                  <a:lnTo>
                    <a:pt x="697788" y="39598"/>
                  </a:lnTo>
                  <a:lnTo>
                    <a:pt x="690956" y="42506"/>
                  </a:lnTo>
                  <a:lnTo>
                    <a:pt x="685177" y="46736"/>
                  </a:lnTo>
                  <a:lnTo>
                    <a:pt x="680504" y="51777"/>
                  </a:lnTo>
                  <a:lnTo>
                    <a:pt x="680097" y="51562"/>
                  </a:lnTo>
                  <a:lnTo>
                    <a:pt x="690232" y="0"/>
                  </a:lnTo>
                  <a:lnTo>
                    <a:pt x="660234" y="0"/>
                  </a:lnTo>
                  <a:lnTo>
                    <a:pt x="633463" y="138861"/>
                  </a:lnTo>
                  <a:lnTo>
                    <a:pt x="663473" y="138861"/>
                  </a:lnTo>
                  <a:lnTo>
                    <a:pt x="677265" y="68427"/>
                  </a:lnTo>
                  <a:lnTo>
                    <a:pt x="683755" y="62598"/>
                  </a:lnTo>
                  <a:lnTo>
                    <a:pt x="691451" y="62598"/>
                  </a:lnTo>
                  <a:lnTo>
                    <a:pt x="692873" y="65405"/>
                  </a:lnTo>
                  <a:lnTo>
                    <a:pt x="692873" y="72034"/>
                  </a:lnTo>
                  <a:lnTo>
                    <a:pt x="692264" y="78054"/>
                  </a:lnTo>
                  <a:lnTo>
                    <a:pt x="691667" y="81864"/>
                  </a:lnTo>
                  <a:lnTo>
                    <a:pt x="680504" y="138861"/>
                  </a:lnTo>
                  <a:lnTo>
                    <a:pt x="710514" y="138861"/>
                  </a:lnTo>
                  <a:lnTo>
                    <a:pt x="723087" y="73634"/>
                  </a:lnTo>
                  <a:lnTo>
                    <a:pt x="724090" y="66624"/>
                  </a:lnTo>
                  <a:lnTo>
                    <a:pt x="724090" y="60998"/>
                  </a:lnTo>
                  <a:close/>
                </a:path>
                <a:path w="820420" h="140970">
                  <a:moveTo>
                    <a:pt x="820013" y="42938"/>
                  </a:moveTo>
                  <a:lnTo>
                    <a:pt x="813993" y="41236"/>
                  </a:lnTo>
                  <a:lnTo>
                    <a:pt x="806805" y="39827"/>
                  </a:lnTo>
                  <a:lnTo>
                    <a:pt x="798830" y="38874"/>
                  </a:lnTo>
                  <a:lnTo>
                    <a:pt x="790409" y="38531"/>
                  </a:lnTo>
                  <a:lnTo>
                    <a:pt x="787158" y="39344"/>
                  </a:lnTo>
                  <a:lnTo>
                    <a:pt x="787158" y="60794"/>
                  </a:lnTo>
                  <a:lnTo>
                    <a:pt x="781075" y="91300"/>
                  </a:lnTo>
                  <a:lnTo>
                    <a:pt x="778243" y="102463"/>
                  </a:lnTo>
                  <a:lnTo>
                    <a:pt x="774954" y="110210"/>
                  </a:lnTo>
                  <a:lnTo>
                    <a:pt x="771271" y="114731"/>
                  </a:lnTo>
                  <a:lnTo>
                    <a:pt x="767295" y="116192"/>
                  </a:lnTo>
                  <a:lnTo>
                    <a:pt x="761212" y="116192"/>
                  </a:lnTo>
                  <a:lnTo>
                    <a:pt x="760387" y="110363"/>
                  </a:lnTo>
                  <a:lnTo>
                    <a:pt x="760501" y="102463"/>
                  </a:lnTo>
                  <a:lnTo>
                    <a:pt x="761784" y="91770"/>
                  </a:lnTo>
                  <a:lnTo>
                    <a:pt x="765949" y="77482"/>
                  </a:lnTo>
                  <a:lnTo>
                    <a:pt x="772795" y="65328"/>
                  </a:lnTo>
                  <a:lnTo>
                    <a:pt x="782294" y="60198"/>
                  </a:lnTo>
                  <a:lnTo>
                    <a:pt x="783310" y="60198"/>
                  </a:lnTo>
                  <a:lnTo>
                    <a:pt x="785139" y="60388"/>
                  </a:lnTo>
                  <a:lnTo>
                    <a:pt x="787158" y="60794"/>
                  </a:lnTo>
                  <a:lnTo>
                    <a:pt x="787158" y="39344"/>
                  </a:lnTo>
                  <a:lnTo>
                    <a:pt x="762342" y="45516"/>
                  </a:lnTo>
                  <a:lnTo>
                    <a:pt x="744080" y="63131"/>
                  </a:lnTo>
                  <a:lnTo>
                    <a:pt x="734174" y="86360"/>
                  </a:lnTo>
                  <a:lnTo>
                    <a:pt x="731202" y="110210"/>
                  </a:lnTo>
                  <a:lnTo>
                    <a:pt x="732548" y="122097"/>
                  </a:lnTo>
                  <a:lnTo>
                    <a:pt x="736727" y="131711"/>
                  </a:lnTo>
                  <a:lnTo>
                    <a:pt x="743864" y="138125"/>
                  </a:lnTo>
                  <a:lnTo>
                    <a:pt x="754113" y="140462"/>
                  </a:lnTo>
                  <a:lnTo>
                    <a:pt x="760463" y="139407"/>
                  </a:lnTo>
                  <a:lnTo>
                    <a:pt x="767054" y="136194"/>
                  </a:lnTo>
                  <a:lnTo>
                    <a:pt x="773468" y="130810"/>
                  </a:lnTo>
                  <a:lnTo>
                    <a:pt x="779246" y="123202"/>
                  </a:lnTo>
                  <a:lnTo>
                    <a:pt x="780059" y="123202"/>
                  </a:lnTo>
                  <a:lnTo>
                    <a:pt x="779564" y="136194"/>
                  </a:lnTo>
                  <a:lnTo>
                    <a:pt x="779462" y="138861"/>
                  </a:lnTo>
                  <a:lnTo>
                    <a:pt x="805002" y="138861"/>
                  </a:lnTo>
                  <a:lnTo>
                    <a:pt x="805243" y="131711"/>
                  </a:lnTo>
                  <a:lnTo>
                    <a:pt x="805332" y="129374"/>
                  </a:lnTo>
                  <a:lnTo>
                    <a:pt x="805802" y="123202"/>
                  </a:lnTo>
                  <a:lnTo>
                    <a:pt x="806196" y="118084"/>
                  </a:lnTo>
                  <a:lnTo>
                    <a:pt x="806411" y="116192"/>
                  </a:lnTo>
                  <a:lnTo>
                    <a:pt x="807478" y="106807"/>
                  </a:lnTo>
                  <a:lnTo>
                    <a:pt x="809053" y="97320"/>
                  </a:lnTo>
                  <a:lnTo>
                    <a:pt x="816419" y="60794"/>
                  </a:lnTo>
                  <a:lnTo>
                    <a:pt x="816533" y="60198"/>
                  </a:lnTo>
                  <a:lnTo>
                    <a:pt x="820013" y="429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658" y="0"/>
            <a:ext cx="19554190" cy="11308715"/>
            <a:chOff x="0" y="0"/>
            <a:chExt cx="1955419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177456" cy="1130854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437007" y="9750838"/>
              <a:ext cx="13970" cy="10795"/>
            </a:xfrm>
            <a:custGeom>
              <a:avLst/>
              <a:gdLst/>
              <a:ahLst/>
              <a:cxnLst/>
              <a:rect l="l" t="t" r="r" b="b"/>
              <a:pathLst>
                <a:path w="13969" h="10795">
                  <a:moveTo>
                    <a:pt x="0" y="0"/>
                  </a:moveTo>
                  <a:lnTo>
                    <a:pt x="3905" y="3476"/>
                  </a:lnTo>
                  <a:lnTo>
                    <a:pt x="8418" y="6889"/>
                  </a:lnTo>
                  <a:lnTo>
                    <a:pt x="13612" y="10219"/>
                  </a:lnTo>
                  <a:lnTo>
                    <a:pt x="6649" y="4795"/>
                  </a:lnTo>
                  <a:lnTo>
                    <a:pt x="2209" y="1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000208" y="9011750"/>
              <a:ext cx="2098675" cy="1929764"/>
            </a:xfrm>
            <a:custGeom>
              <a:avLst/>
              <a:gdLst/>
              <a:ahLst/>
              <a:cxnLst/>
              <a:rect l="l" t="t" r="r" b="b"/>
              <a:pathLst>
                <a:path w="2098675" h="1929765">
                  <a:moveTo>
                    <a:pt x="36323" y="1271062"/>
                  </a:moveTo>
                  <a:lnTo>
                    <a:pt x="32135" y="1271764"/>
                  </a:lnTo>
                  <a:lnTo>
                    <a:pt x="27904" y="1272225"/>
                  </a:lnTo>
                  <a:lnTo>
                    <a:pt x="0" y="1273031"/>
                  </a:lnTo>
                  <a:lnTo>
                    <a:pt x="139456" y="1393142"/>
                  </a:lnTo>
                  <a:lnTo>
                    <a:pt x="383258" y="1606930"/>
                  </a:lnTo>
                  <a:lnTo>
                    <a:pt x="704564" y="1893850"/>
                  </a:lnTo>
                  <a:lnTo>
                    <a:pt x="708732" y="1897818"/>
                  </a:lnTo>
                  <a:lnTo>
                    <a:pt x="711611" y="1900645"/>
                  </a:lnTo>
                  <a:lnTo>
                    <a:pt x="713632" y="1902425"/>
                  </a:lnTo>
                  <a:lnTo>
                    <a:pt x="715695" y="1904153"/>
                  </a:lnTo>
                  <a:lnTo>
                    <a:pt x="760663" y="1926991"/>
                  </a:lnTo>
                  <a:lnTo>
                    <a:pt x="809950" y="1929252"/>
                  </a:lnTo>
                  <a:lnTo>
                    <a:pt x="854456" y="1914864"/>
                  </a:lnTo>
                  <a:lnTo>
                    <a:pt x="885082" y="1887756"/>
                  </a:lnTo>
                  <a:lnTo>
                    <a:pt x="891397" y="1880779"/>
                  </a:lnTo>
                  <a:lnTo>
                    <a:pt x="902606" y="1869063"/>
                  </a:lnTo>
                  <a:lnTo>
                    <a:pt x="908747" y="1862782"/>
                  </a:lnTo>
                  <a:lnTo>
                    <a:pt x="794902" y="1862782"/>
                  </a:lnTo>
                  <a:lnTo>
                    <a:pt x="746227" y="1858974"/>
                  </a:lnTo>
                  <a:lnTo>
                    <a:pt x="701413" y="1835223"/>
                  </a:lnTo>
                  <a:lnTo>
                    <a:pt x="36323" y="1271062"/>
                  </a:lnTo>
                  <a:close/>
                </a:path>
                <a:path w="2098675" h="1929765">
                  <a:moveTo>
                    <a:pt x="1423431" y="0"/>
                  </a:moveTo>
                  <a:lnTo>
                    <a:pt x="1412857" y="839"/>
                  </a:lnTo>
                  <a:lnTo>
                    <a:pt x="1393724" y="2085"/>
                  </a:lnTo>
                  <a:lnTo>
                    <a:pt x="1403287" y="2085"/>
                  </a:lnTo>
                  <a:lnTo>
                    <a:pt x="1452745" y="12251"/>
                  </a:lnTo>
                  <a:lnTo>
                    <a:pt x="1496425" y="44503"/>
                  </a:lnTo>
                  <a:lnTo>
                    <a:pt x="1970038" y="518304"/>
                  </a:lnTo>
                  <a:lnTo>
                    <a:pt x="1988733" y="536462"/>
                  </a:lnTo>
                  <a:lnTo>
                    <a:pt x="1998619" y="545660"/>
                  </a:lnTo>
                  <a:lnTo>
                    <a:pt x="2020692" y="573014"/>
                  </a:lnTo>
                  <a:lnTo>
                    <a:pt x="2035267" y="614263"/>
                  </a:lnTo>
                  <a:lnTo>
                    <a:pt x="2030304" y="663549"/>
                  </a:lnTo>
                  <a:lnTo>
                    <a:pt x="1993761" y="715016"/>
                  </a:lnTo>
                  <a:lnTo>
                    <a:pt x="1972708" y="735256"/>
                  </a:lnTo>
                  <a:lnTo>
                    <a:pt x="1730030" y="971413"/>
                  </a:lnTo>
                  <a:lnTo>
                    <a:pt x="902645" y="1788179"/>
                  </a:lnTo>
                  <a:lnTo>
                    <a:pt x="886592" y="1804634"/>
                  </a:lnTo>
                  <a:lnTo>
                    <a:pt x="875235" y="1816529"/>
                  </a:lnTo>
                  <a:lnTo>
                    <a:pt x="868884" y="1823559"/>
                  </a:lnTo>
                  <a:lnTo>
                    <a:pt x="838700" y="1849895"/>
                  </a:lnTo>
                  <a:lnTo>
                    <a:pt x="794902" y="1862782"/>
                  </a:lnTo>
                  <a:lnTo>
                    <a:pt x="908747" y="1862782"/>
                  </a:lnTo>
                  <a:lnTo>
                    <a:pt x="918414" y="1852896"/>
                  </a:lnTo>
                  <a:lnTo>
                    <a:pt x="1791521" y="994075"/>
                  </a:lnTo>
                  <a:lnTo>
                    <a:pt x="2033241" y="759732"/>
                  </a:lnTo>
                  <a:lnTo>
                    <a:pt x="2054377" y="739487"/>
                  </a:lnTo>
                  <a:lnTo>
                    <a:pt x="2087796" y="696851"/>
                  </a:lnTo>
                  <a:lnTo>
                    <a:pt x="2098604" y="654886"/>
                  </a:lnTo>
                  <a:lnTo>
                    <a:pt x="2093209" y="616696"/>
                  </a:lnTo>
                  <a:lnTo>
                    <a:pt x="2078019" y="585389"/>
                  </a:lnTo>
                  <a:lnTo>
                    <a:pt x="2059445" y="564068"/>
                  </a:lnTo>
                  <a:lnTo>
                    <a:pt x="2049168" y="554543"/>
                  </a:lnTo>
                  <a:lnTo>
                    <a:pt x="2029734" y="535737"/>
                  </a:lnTo>
                  <a:lnTo>
                    <a:pt x="1537481" y="45016"/>
                  </a:lnTo>
                  <a:lnTo>
                    <a:pt x="1532194" y="38189"/>
                  </a:lnTo>
                  <a:lnTo>
                    <a:pt x="1526288" y="32398"/>
                  </a:lnTo>
                  <a:lnTo>
                    <a:pt x="1520027" y="27488"/>
                  </a:lnTo>
                  <a:lnTo>
                    <a:pt x="1484764" y="8313"/>
                  </a:lnTo>
                  <a:lnTo>
                    <a:pt x="1450069" y="839"/>
                  </a:lnTo>
                  <a:lnTo>
                    <a:pt x="1450577" y="839"/>
                  </a:lnTo>
                  <a:lnTo>
                    <a:pt x="1423431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325393" y="9020337"/>
              <a:ext cx="4710430" cy="1854200"/>
            </a:xfrm>
            <a:custGeom>
              <a:avLst/>
              <a:gdLst/>
              <a:ahLst/>
              <a:cxnLst/>
              <a:rect l="l" t="t" r="r" b="b"/>
              <a:pathLst>
                <a:path w="4710430" h="1854200">
                  <a:moveTo>
                    <a:pt x="4186157" y="1181100"/>
                  </a:moveTo>
                  <a:lnTo>
                    <a:pt x="2481421" y="1181100"/>
                  </a:lnTo>
                  <a:lnTo>
                    <a:pt x="2487341" y="1193800"/>
                  </a:lnTo>
                  <a:lnTo>
                    <a:pt x="2494276" y="1206500"/>
                  </a:lnTo>
                  <a:lnTo>
                    <a:pt x="2502217" y="1219200"/>
                  </a:lnTo>
                  <a:lnTo>
                    <a:pt x="2511159" y="1231900"/>
                  </a:lnTo>
                  <a:lnTo>
                    <a:pt x="2524686" y="1231900"/>
                  </a:lnTo>
                  <a:lnTo>
                    <a:pt x="2539923" y="1244600"/>
                  </a:lnTo>
                  <a:lnTo>
                    <a:pt x="2556813" y="1257300"/>
                  </a:lnTo>
                  <a:lnTo>
                    <a:pt x="2575293" y="1257300"/>
                  </a:lnTo>
                  <a:lnTo>
                    <a:pt x="2584502" y="1270000"/>
                  </a:lnTo>
                  <a:lnTo>
                    <a:pt x="2711142" y="1270000"/>
                  </a:lnTo>
                  <a:lnTo>
                    <a:pt x="3050263" y="1549400"/>
                  </a:lnTo>
                  <a:lnTo>
                    <a:pt x="3136398" y="1625600"/>
                  </a:lnTo>
                  <a:lnTo>
                    <a:pt x="3176427" y="1663700"/>
                  </a:lnTo>
                  <a:lnTo>
                    <a:pt x="3214092" y="1689100"/>
                  </a:lnTo>
                  <a:lnTo>
                    <a:pt x="3249139" y="1727200"/>
                  </a:lnTo>
                  <a:lnTo>
                    <a:pt x="3281315" y="1752600"/>
                  </a:lnTo>
                  <a:lnTo>
                    <a:pt x="3310366" y="1778000"/>
                  </a:lnTo>
                  <a:lnTo>
                    <a:pt x="3336039" y="1803400"/>
                  </a:lnTo>
                  <a:lnTo>
                    <a:pt x="3358078" y="1816100"/>
                  </a:lnTo>
                  <a:lnTo>
                    <a:pt x="3376232" y="1828800"/>
                  </a:lnTo>
                  <a:lnTo>
                    <a:pt x="3421047" y="1854200"/>
                  </a:lnTo>
                  <a:lnTo>
                    <a:pt x="3469721" y="1854200"/>
                  </a:lnTo>
                  <a:lnTo>
                    <a:pt x="3513519" y="1841500"/>
                  </a:lnTo>
                  <a:lnTo>
                    <a:pt x="3543703" y="1816100"/>
                  </a:lnTo>
                  <a:lnTo>
                    <a:pt x="3550054" y="1816100"/>
                  </a:lnTo>
                  <a:lnTo>
                    <a:pt x="3561411" y="1803400"/>
                  </a:lnTo>
                  <a:lnTo>
                    <a:pt x="3577464" y="1790700"/>
                  </a:lnTo>
                  <a:lnTo>
                    <a:pt x="3597901" y="1765300"/>
                  </a:lnTo>
                  <a:lnTo>
                    <a:pt x="3622410" y="1739900"/>
                  </a:lnTo>
                  <a:lnTo>
                    <a:pt x="3650680" y="1714500"/>
                  </a:lnTo>
                  <a:lnTo>
                    <a:pt x="3682400" y="1676400"/>
                  </a:lnTo>
                  <a:lnTo>
                    <a:pt x="3717257" y="1651000"/>
                  </a:lnTo>
                  <a:lnTo>
                    <a:pt x="3754941" y="1612900"/>
                  </a:lnTo>
                  <a:lnTo>
                    <a:pt x="3795140" y="1574800"/>
                  </a:lnTo>
                  <a:lnTo>
                    <a:pt x="3837542" y="1524000"/>
                  </a:lnTo>
                  <a:lnTo>
                    <a:pt x="3881836" y="1485900"/>
                  </a:lnTo>
                  <a:lnTo>
                    <a:pt x="3927710" y="1435100"/>
                  </a:lnTo>
                  <a:lnTo>
                    <a:pt x="3974854" y="1397000"/>
                  </a:lnTo>
                  <a:lnTo>
                    <a:pt x="4022954" y="1346200"/>
                  </a:lnTo>
                  <a:lnTo>
                    <a:pt x="4169886" y="1193800"/>
                  </a:lnTo>
                  <a:lnTo>
                    <a:pt x="4186157" y="1181100"/>
                  </a:lnTo>
                  <a:close/>
                </a:path>
                <a:path w="4710430" h="1854200">
                  <a:moveTo>
                    <a:pt x="1500917" y="1498600"/>
                  </a:moveTo>
                  <a:lnTo>
                    <a:pt x="1277538" y="1498600"/>
                  </a:lnTo>
                  <a:lnTo>
                    <a:pt x="1294462" y="1511300"/>
                  </a:lnTo>
                  <a:lnTo>
                    <a:pt x="1312975" y="1524000"/>
                  </a:lnTo>
                  <a:lnTo>
                    <a:pt x="1463794" y="1524000"/>
                  </a:lnTo>
                  <a:lnTo>
                    <a:pt x="1482585" y="1511300"/>
                  </a:lnTo>
                  <a:lnTo>
                    <a:pt x="1500917" y="1498600"/>
                  </a:lnTo>
                  <a:close/>
                </a:path>
                <a:path w="4710430" h="1854200">
                  <a:moveTo>
                    <a:pt x="1530002" y="1270000"/>
                  </a:moveTo>
                  <a:lnTo>
                    <a:pt x="1202329" y="1270000"/>
                  </a:lnTo>
                  <a:lnTo>
                    <a:pt x="1201868" y="1295400"/>
                  </a:lnTo>
                  <a:lnTo>
                    <a:pt x="1201579" y="1320800"/>
                  </a:lnTo>
                  <a:lnTo>
                    <a:pt x="1201607" y="1358900"/>
                  </a:lnTo>
                  <a:lnTo>
                    <a:pt x="1202693" y="1371600"/>
                  </a:lnTo>
                  <a:lnTo>
                    <a:pt x="1204675" y="1397000"/>
                  </a:lnTo>
                  <a:lnTo>
                    <a:pt x="1207544" y="1409700"/>
                  </a:lnTo>
                  <a:lnTo>
                    <a:pt x="1211292" y="1422400"/>
                  </a:lnTo>
                  <a:lnTo>
                    <a:pt x="1217746" y="1435100"/>
                  </a:lnTo>
                  <a:lnTo>
                    <a:pt x="1226155" y="1460500"/>
                  </a:lnTo>
                  <a:lnTo>
                    <a:pt x="1236485" y="1473200"/>
                  </a:lnTo>
                  <a:lnTo>
                    <a:pt x="1248705" y="1485900"/>
                  </a:lnTo>
                  <a:lnTo>
                    <a:pt x="1262265" y="1498600"/>
                  </a:lnTo>
                  <a:lnTo>
                    <a:pt x="1501116" y="1498600"/>
                  </a:lnTo>
                  <a:lnTo>
                    <a:pt x="1521748" y="1460500"/>
                  </a:lnTo>
                  <a:lnTo>
                    <a:pt x="1525119" y="1409700"/>
                  </a:lnTo>
                  <a:lnTo>
                    <a:pt x="1526229" y="1397000"/>
                  </a:lnTo>
                  <a:lnTo>
                    <a:pt x="1527164" y="1371600"/>
                  </a:lnTo>
                  <a:lnTo>
                    <a:pt x="1527922" y="1358900"/>
                  </a:lnTo>
                  <a:lnTo>
                    <a:pt x="1528545" y="1333500"/>
                  </a:lnTo>
                  <a:lnTo>
                    <a:pt x="1530002" y="1270000"/>
                  </a:lnTo>
                  <a:close/>
                </a:path>
                <a:path w="4710430" h="1854200">
                  <a:moveTo>
                    <a:pt x="134082" y="863600"/>
                  </a:moveTo>
                  <a:lnTo>
                    <a:pt x="86121" y="863600"/>
                  </a:lnTo>
                  <a:lnTo>
                    <a:pt x="58866" y="876300"/>
                  </a:lnTo>
                  <a:lnTo>
                    <a:pt x="10449" y="952500"/>
                  </a:lnTo>
                  <a:lnTo>
                    <a:pt x="2382" y="1003300"/>
                  </a:lnTo>
                  <a:lnTo>
                    <a:pt x="504" y="1041400"/>
                  </a:lnTo>
                  <a:lnTo>
                    <a:pt x="0" y="1079500"/>
                  </a:lnTo>
                  <a:lnTo>
                    <a:pt x="2511" y="1104900"/>
                  </a:lnTo>
                  <a:lnTo>
                    <a:pt x="9849" y="1117600"/>
                  </a:lnTo>
                  <a:lnTo>
                    <a:pt x="21979" y="1143000"/>
                  </a:lnTo>
                  <a:lnTo>
                    <a:pt x="54506" y="1181100"/>
                  </a:lnTo>
                  <a:lnTo>
                    <a:pt x="92760" y="1206500"/>
                  </a:lnTo>
                  <a:lnTo>
                    <a:pt x="138080" y="1231900"/>
                  </a:lnTo>
                  <a:lnTo>
                    <a:pt x="162683" y="1244600"/>
                  </a:lnTo>
                  <a:lnTo>
                    <a:pt x="188963" y="1244600"/>
                  </a:lnTo>
                  <a:lnTo>
                    <a:pt x="216831" y="1257300"/>
                  </a:lnTo>
                  <a:lnTo>
                    <a:pt x="246015" y="1257300"/>
                  </a:lnTo>
                  <a:lnTo>
                    <a:pt x="276402" y="1270000"/>
                  </a:lnTo>
                  <a:lnTo>
                    <a:pt x="418280" y="1270000"/>
                  </a:lnTo>
                  <a:lnTo>
                    <a:pt x="485042" y="1244600"/>
                  </a:lnTo>
                  <a:lnTo>
                    <a:pt x="544531" y="1219200"/>
                  </a:lnTo>
                  <a:lnTo>
                    <a:pt x="570385" y="1193800"/>
                  </a:lnTo>
                  <a:lnTo>
                    <a:pt x="593521" y="1181100"/>
                  </a:lnTo>
                  <a:lnTo>
                    <a:pt x="601791" y="1168400"/>
                  </a:lnTo>
                  <a:lnTo>
                    <a:pt x="609655" y="1155700"/>
                  </a:lnTo>
                  <a:lnTo>
                    <a:pt x="617117" y="1155700"/>
                  </a:lnTo>
                  <a:lnTo>
                    <a:pt x="624179" y="1143000"/>
                  </a:lnTo>
                  <a:lnTo>
                    <a:pt x="1871286" y="1143000"/>
                  </a:lnTo>
                  <a:lnTo>
                    <a:pt x="1879105" y="1130300"/>
                  </a:lnTo>
                  <a:lnTo>
                    <a:pt x="1886062" y="1130300"/>
                  </a:lnTo>
                  <a:lnTo>
                    <a:pt x="1892727" y="1117600"/>
                  </a:lnTo>
                  <a:lnTo>
                    <a:pt x="1899110" y="1104900"/>
                  </a:lnTo>
                  <a:lnTo>
                    <a:pt x="1905219" y="1092200"/>
                  </a:lnTo>
                  <a:lnTo>
                    <a:pt x="4278741" y="1092200"/>
                  </a:lnTo>
                  <a:lnTo>
                    <a:pt x="4314219" y="1054100"/>
                  </a:lnTo>
                  <a:lnTo>
                    <a:pt x="4360299" y="1016000"/>
                  </a:lnTo>
                  <a:lnTo>
                    <a:pt x="4382572" y="990600"/>
                  </a:lnTo>
                  <a:lnTo>
                    <a:pt x="926505" y="990600"/>
                  </a:lnTo>
                  <a:lnTo>
                    <a:pt x="923793" y="977900"/>
                  </a:lnTo>
                  <a:lnTo>
                    <a:pt x="923217" y="965200"/>
                  </a:lnTo>
                  <a:lnTo>
                    <a:pt x="923647" y="952500"/>
                  </a:lnTo>
                  <a:lnTo>
                    <a:pt x="925769" y="876300"/>
                  </a:lnTo>
                  <a:lnTo>
                    <a:pt x="147901" y="876300"/>
                  </a:lnTo>
                  <a:lnTo>
                    <a:pt x="134082" y="863600"/>
                  </a:lnTo>
                  <a:close/>
                </a:path>
                <a:path w="4710430" h="1854200">
                  <a:moveTo>
                    <a:pt x="932149" y="1257300"/>
                  </a:moveTo>
                  <a:lnTo>
                    <a:pt x="775576" y="1257300"/>
                  </a:lnTo>
                  <a:lnTo>
                    <a:pt x="801137" y="1270000"/>
                  </a:lnTo>
                  <a:lnTo>
                    <a:pt x="916564" y="1270000"/>
                  </a:lnTo>
                  <a:lnTo>
                    <a:pt x="932149" y="1257300"/>
                  </a:lnTo>
                  <a:close/>
                </a:path>
                <a:path w="4710430" h="1854200">
                  <a:moveTo>
                    <a:pt x="1530696" y="1257300"/>
                  </a:moveTo>
                  <a:lnTo>
                    <a:pt x="1084050" y="1257300"/>
                  </a:lnTo>
                  <a:lnTo>
                    <a:pt x="1099282" y="1270000"/>
                  </a:lnTo>
                  <a:lnTo>
                    <a:pt x="1530257" y="1270000"/>
                  </a:lnTo>
                  <a:lnTo>
                    <a:pt x="1530696" y="1257300"/>
                  </a:lnTo>
                  <a:close/>
                </a:path>
                <a:path w="4710430" h="1854200">
                  <a:moveTo>
                    <a:pt x="1801716" y="1219200"/>
                  </a:moveTo>
                  <a:lnTo>
                    <a:pt x="1018607" y="1219200"/>
                  </a:lnTo>
                  <a:lnTo>
                    <a:pt x="1021016" y="1231900"/>
                  </a:lnTo>
                  <a:lnTo>
                    <a:pt x="1023508" y="1231900"/>
                  </a:lnTo>
                  <a:lnTo>
                    <a:pt x="1036525" y="1244600"/>
                  </a:lnTo>
                  <a:lnTo>
                    <a:pt x="1050991" y="1244600"/>
                  </a:lnTo>
                  <a:lnTo>
                    <a:pt x="1066851" y="1257300"/>
                  </a:lnTo>
                  <a:lnTo>
                    <a:pt x="1551299" y="1257300"/>
                  </a:lnTo>
                  <a:lnTo>
                    <a:pt x="1573158" y="1270000"/>
                  </a:lnTo>
                  <a:lnTo>
                    <a:pt x="1669810" y="1270000"/>
                  </a:lnTo>
                  <a:lnTo>
                    <a:pt x="1705094" y="1257300"/>
                  </a:lnTo>
                  <a:lnTo>
                    <a:pt x="1739004" y="1244600"/>
                  </a:lnTo>
                  <a:lnTo>
                    <a:pt x="1771422" y="1231900"/>
                  </a:lnTo>
                  <a:lnTo>
                    <a:pt x="1801716" y="1219200"/>
                  </a:lnTo>
                  <a:close/>
                </a:path>
                <a:path w="4710430" h="1854200">
                  <a:moveTo>
                    <a:pt x="4278741" y="1092200"/>
                  </a:moveTo>
                  <a:lnTo>
                    <a:pt x="1908256" y="1092200"/>
                  </a:lnTo>
                  <a:lnTo>
                    <a:pt x="1909910" y="1104900"/>
                  </a:lnTo>
                  <a:lnTo>
                    <a:pt x="1949485" y="1155700"/>
                  </a:lnTo>
                  <a:lnTo>
                    <a:pt x="1998640" y="1206500"/>
                  </a:lnTo>
                  <a:lnTo>
                    <a:pt x="2025874" y="1219200"/>
                  </a:lnTo>
                  <a:lnTo>
                    <a:pt x="2054734" y="1244600"/>
                  </a:lnTo>
                  <a:lnTo>
                    <a:pt x="2085120" y="1244600"/>
                  </a:lnTo>
                  <a:lnTo>
                    <a:pt x="2116930" y="1257300"/>
                  </a:lnTo>
                  <a:lnTo>
                    <a:pt x="2142787" y="1270000"/>
                  </a:lnTo>
                  <a:lnTo>
                    <a:pt x="2281895" y="1270000"/>
                  </a:lnTo>
                  <a:lnTo>
                    <a:pt x="2304839" y="1257300"/>
                  </a:lnTo>
                  <a:lnTo>
                    <a:pt x="2352090" y="1257300"/>
                  </a:lnTo>
                  <a:lnTo>
                    <a:pt x="2375219" y="1244600"/>
                  </a:lnTo>
                  <a:lnTo>
                    <a:pt x="2397254" y="1231900"/>
                  </a:lnTo>
                  <a:lnTo>
                    <a:pt x="2418114" y="1231900"/>
                  </a:lnTo>
                  <a:lnTo>
                    <a:pt x="2435906" y="1219200"/>
                  </a:lnTo>
                  <a:lnTo>
                    <a:pt x="2452403" y="1206500"/>
                  </a:lnTo>
                  <a:lnTo>
                    <a:pt x="2467582" y="1193800"/>
                  </a:lnTo>
                  <a:lnTo>
                    <a:pt x="2481421" y="1181100"/>
                  </a:lnTo>
                  <a:lnTo>
                    <a:pt x="4186157" y="1181100"/>
                  </a:lnTo>
                  <a:lnTo>
                    <a:pt x="4218701" y="1155700"/>
                  </a:lnTo>
                  <a:lnTo>
                    <a:pt x="4266916" y="1104900"/>
                  </a:lnTo>
                  <a:lnTo>
                    <a:pt x="4278741" y="1092200"/>
                  </a:lnTo>
                  <a:close/>
                </a:path>
                <a:path w="4710430" h="1854200">
                  <a:moveTo>
                    <a:pt x="1871286" y="1143000"/>
                  </a:moveTo>
                  <a:lnTo>
                    <a:pt x="624179" y="1143000"/>
                  </a:lnTo>
                  <a:lnTo>
                    <a:pt x="633834" y="1155700"/>
                  </a:lnTo>
                  <a:lnTo>
                    <a:pt x="644710" y="1181100"/>
                  </a:lnTo>
                  <a:lnTo>
                    <a:pt x="688281" y="1219200"/>
                  </a:lnTo>
                  <a:lnTo>
                    <a:pt x="729991" y="1244600"/>
                  </a:lnTo>
                  <a:lnTo>
                    <a:pt x="753327" y="1257300"/>
                  </a:lnTo>
                  <a:lnTo>
                    <a:pt x="948578" y="1257300"/>
                  </a:lnTo>
                  <a:lnTo>
                    <a:pt x="964780" y="1244600"/>
                  </a:lnTo>
                  <a:lnTo>
                    <a:pt x="980698" y="1244600"/>
                  </a:lnTo>
                  <a:lnTo>
                    <a:pt x="996273" y="1231900"/>
                  </a:lnTo>
                  <a:lnTo>
                    <a:pt x="1009969" y="1231900"/>
                  </a:lnTo>
                  <a:lnTo>
                    <a:pt x="1016304" y="1219200"/>
                  </a:lnTo>
                  <a:lnTo>
                    <a:pt x="1801716" y="1219200"/>
                  </a:lnTo>
                  <a:lnTo>
                    <a:pt x="1829822" y="1193800"/>
                  </a:lnTo>
                  <a:lnTo>
                    <a:pt x="1855649" y="1168400"/>
                  </a:lnTo>
                  <a:lnTo>
                    <a:pt x="1871286" y="1143000"/>
                  </a:lnTo>
                  <a:close/>
                </a:path>
                <a:path w="4710430" h="1854200">
                  <a:moveTo>
                    <a:pt x="1216098" y="469900"/>
                  </a:moveTo>
                  <a:lnTo>
                    <a:pt x="1041659" y="469900"/>
                  </a:lnTo>
                  <a:lnTo>
                    <a:pt x="1025696" y="482600"/>
                  </a:lnTo>
                  <a:lnTo>
                    <a:pt x="998946" y="520700"/>
                  </a:lnTo>
                  <a:lnTo>
                    <a:pt x="991520" y="571500"/>
                  </a:lnTo>
                  <a:lnTo>
                    <a:pt x="989874" y="622300"/>
                  </a:lnTo>
                  <a:lnTo>
                    <a:pt x="989003" y="673100"/>
                  </a:lnTo>
                  <a:lnTo>
                    <a:pt x="988492" y="698500"/>
                  </a:lnTo>
                  <a:lnTo>
                    <a:pt x="987767" y="736600"/>
                  </a:lnTo>
                  <a:lnTo>
                    <a:pt x="985921" y="774700"/>
                  </a:lnTo>
                  <a:lnTo>
                    <a:pt x="981914" y="825500"/>
                  </a:lnTo>
                  <a:lnTo>
                    <a:pt x="976049" y="876300"/>
                  </a:lnTo>
                  <a:lnTo>
                    <a:pt x="967926" y="914400"/>
                  </a:lnTo>
                  <a:lnTo>
                    <a:pt x="962965" y="939800"/>
                  </a:lnTo>
                  <a:lnTo>
                    <a:pt x="958462" y="952500"/>
                  </a:lnTo>
                  <a:lnTo>
                    <a:pt x="953385" y="965200"/>
                  </a:lnTo>
                  <a:lnTo>
                    <a:pt x="947753" y="977900"/>
                  </a:lnTo>
                  <a:lnTo>
                    <a:pt x="941583" y="990600"/>
                  </a:lnTo>
                  <a:lnTo>
                    <a:pt x="4382572" y="990600"/>
                  </a:lnTo>
                  <a:lnTo>
                    <a:pt x="4404845" y="965200"/>
                  </a:lnTo>
                  <a:lnTo>
                    <a:pt x="4447544" y="927100"/>
                  </a:lnTo>
                  <a:lnTo>
                    <a:pt x="4488086" y="889000"/>
                  </a:lnTo>
                  <a:lnTo>
                    <a:pt x="4526158" y="850900"/>
                  </a:lnTo>
                  <a:lnTo>
                    <a:pt x="4561450" y="812800"/>
                  </a:lnTo>
                  <a:lnTo>
                    <a:pt x="4593649" y="787400"/>
                  </a:lnTo>
                  <a:lnTo>
                    <a:pt x="4622445" y="762000"/>
                  </a:lnTo>
                  <a:lnTo>
                    <a:pt x="4647526" y="736600"/>
                  </a:lnTo>
                  <a:lnTo>
                    <a:pt x="4668580" y="711200"/>
                  </a:lnTo>
                  <a:lnTo>
                    <a:pt x="4705123" y="660400"/>
                  </a:lnTo>
                  <a:lnTo>
                    <a:pt x="1936768" y="660400"/>
                  </a:lnTo>
                  <a:lnTo>
                    <a:pt x="1925777" y="622300"/>
                  </a:lnTo>
                  <a:lnTo>
                    <a:pt x="1912812" y="596900"/>
                  </a:lnTo>
                  <a:lnTo>
                    <a:pt x="1897870" y="571500"/>
                  </a:lnTo>
                  <a:lnTo>
                    <a:pt x="1880947" y="546100"/>
                  </a:lnTo>
                  <a:lnTo>
                    <a:pt x="1848859" y="520700"/>
                  </a:lnTo>
                  <a:lnTo>
                    <a:pt x="1506236" y="520700"/>
                  </a:lnTo>
                  <a:lnTo>
                    <a:pt x="1503273" y="508000"/>
                  </a:lnTo>
                  <a:lnTo>
                    <a:pt x="1496886" y="508000"/>
                  </a:lnTo>
                  <a:lnTo>
                    <a:pt x="1471942" y="495300"/>
                  </a:lnTo>
                  <a:lnTo>
                    <a:pt x="1249783" y="495300"/>
                  </a:lnTo>
                  <a:lnTo>
                    <a:pt x="1239289" y="482600"/>
                  </a:lnTo>
                  <a:lnTo>
                    <a:pt x="1228058" y="482600"/>
                  </a:lnTo>
                  <a:lnTo>
                    <a:pt x="1216098" y="469900"/>
                  </a:lnTo>
                  <a:close/>
                </a:path>
                <a:path w="4710430" h="1854200">
                  <a:moveTo>
                    <a:pt x="476387" y="279400"/>
                  </a:moveTo>
                  <a:lnTo>
                    <a:pt x="345862" y="279400"/>
                  </a:lnTo>
                  <a:lnTo>
                    <a:pt x="313209" y="292100"/>
                  </a:lnTo>
                  <a:lnTo>
                    <a:pt x="280630" y="292100"/>
                  </a:lnTo>
                  <a:lnTo>
                    <a:pt x="214505" y="317500"/>
                  </a:lnTo>
                  <a:lnTo>
                    <a:pt x="155440" y="355600"/>
                  </a:lnTo>
                  <a:lnTo>
                    <a:pt x="103871" y="406400"/>
                  </a:lnTo>
                  <a:lnTo>
                    <a:pt x="62919" y="457200"/>
                  </a:lnTo>
                  <a:lnTo>
                    <a:pt x="46959" y="495300"/>
                  </a:lnTo>
                  <a:lnTo>
                    <a:pt x="35570" y="533400"/>
                  </a:lnTo>
                  <a:lnTo>
                    <a:pt x="28786" y="584200"/>
                  </a:lnTo>
                  <a:lnTo>
                    <a:pt x="26637" y="622300"/>
                  </a:lnTo>
                  <a:lnTo>
                    <a:pt x="28662" y="660400"/>
                  </a:lnTo>
                  <a:lnTo>
                    <a:pt x="34389" y="698500"/>
                  </a:lnTo>
                  <a:lnTo>
                    <a:pt x="43795" y="736600"/>
                  </a:lnTo>
                  <a:lnTo>
                    <a:pt x="72326" y="787400"/>
                  </a:lnTo>
                  <a:lnTo>
                    <a:pt x="109431" y="838200"/>
                  </a:lnTo>
                  <a:lnTo>
                    <a:pt x="130938" y="863600"/>
                  </a:lnTo>
                  <a:lnTo>
                    <a:pt x="145992" y="863600"/>
                  </a:lnTo>
                  <a:lnTo>
                    <a:pt x="153705" y="876300"/>
                  </a:lnTo>
                  <a:lnTo>
                    <a:pt x="925769" y="876300"/>
                  </a:lnTo>
                  <a:lnTo>
                    <a:pt x="926127" y="863600"/>
                  </a:lnTo>
                  <a:lnTo>
                    <a:pt x="930488" y="723900"/>
                  </a:lnTo>
                  <a:lnTo>
                    <a:pt x="932236" y="673100"/>
                  </a:lnTo>
                  <a:lnTo>
                    <a:pt x="933076" y="635000"/>
                  </a:lnTo>
                  <a:lnTo>
                    <a:pt x="933144" y="622300"/>
                  </a:lnTo>
                  <a:lnTo>
                    <a:pt x="932038" y="609600"/>
                  </a:lnTo>
                  <a:lnTo>
                    <a:pt x="929967" y="596900"/>
                  </a:lnTo>
                  <a:lnTo>
                    <a:pt x="926940" y="571500"/>
                  </a:lnTo>
                  <a:lnTo>
                    <a:pt x="907540" y="533400"/>
                  </a:lnTo>
                  <a:lnTo>
                    <a:pt x="870577" y="495300"/>
                  </a:lnTo>
                  <a:lnTo>
                    <a:pt x="855142" y="482600"/>
                  </a:lnTo>
                  <a:lnTo>
                    <a:pt x="838084" y="482600"/>
                  </a:lnTo>
                  <a:lnTo>
                    <a:pt x="819451" y="469900"/>
                  </a:lnTo>
                  <a:lnTo>
                    <a:pt x="690931" y="469900"/>
                  </a:lnTo>
                  <a:lnTo>
                    <a:pt x="680986" y="431800"/>
                  </a:lnTo>
                  <a:lnTo>
                    <a:pt x="665737" y="393700"/>
                  </a:lnTo>
                  <a:lnTo>
                    <a:pt x="645295" y="368300"/>
                  </a:lnTo>
                  <a:lnTo>
                    <a:pt x="619771" y="342900"/>
                  </a:lnTo>
                  <a:lnTo>
                    <a:pt x="579860" y="317500"/>
                  </a:lnTo>
                  <a:lnTo>
                    <a:pt x="532006" y="292100"/>
                  </a:lnTo>
                  <a:lnTo>
                    <a:pt x="476387" y="279400"/>
                  </a:lnTo>
                  <a:close/>
                </a:path>
                <a:path w="4710430" h="1854200">
                  <a:moveTo>
                    <a:pt x="4104011" y="0"/>
                  </a:moveTo>
                  <a:lnTo>
                    <a:pt x="4052651" y="0"/>
                  </a:lnTo>
                  <a:lnTo>
                    <a:pt x="2721990" y="88900"/>
                  </a:lnTo>
                  <a:lnTo>
                    <a:pt x="2687639" y="88900"/>
                  </a:lnTo>
                  <a:lnTo>
                    <a:pt x="2661274" y="101600"/>
                  </a:lnTo>
                  <a:lnTo>
                    <a:pt x="2644373" y="114300"/>
                  </a:lnTo>
                  <a:lnTo>
                    <a:pt x="2638411" y="127000"/>
                  </a:lnTo>
                  <a:lnTo>
                    <a:pt x="2271847" y="469900"/>
                  </a:lnTo>
                  <a:lnTo>
                    <a:pt x="2189043" y="469900"/>
                  </a:lnTo>
                  <a:lnTo>
                    <a:pt x="2151837" y="482600"/>
                  </a:lnTo>
                  <a:lnTo>
                    <a:pt x="2086119" y="508000"/>
                  </a:lnTo>
                  <a:lnTo>
                    <a:pt x="2030038" y="546100"/>
                  </a:lnTo>
                  <a:lnTo>
                    <a:pt x="2005656" y="571500"/>
                  </a:lnTo>
                  <a:lnTo>
                    <a:pt x="1985630" y="584200"/>
                  </a:lnTo>
                  <a:lnTo>
                    <a:pt x="1967450" y="609600"/>
                  </a:lnTo>
                  <a:lnTo>
                    <a:pt x="1951151" y="635000"/>
                  </a:lnTo>
                  <a:lnTo>
                    <a:pt x="1936768" y="660400"/>
                  </a:lnTo>
                  <a:lnTo>
                    <a:pt x="4705123" y="660400"/>
                  </a:lnTo>
                  <a:lnTo>
                    <a:pt x="4710086" y="609600"/>
                  </a:lnTo>
                  <a:lnTo>
                    <a:pt x="4695511" y="571500"/>
                  </a:lnTo>
                  <a:lnTo>
                    <a:pt x="4673438" y="546100"/>
                  </a:lnTo>
                  <a:lnTo>
                    <a:pt x="4663552" y="533400"/>
                  </a:lnTo>
                  <a:lnTo>
                    <a:pt x="4644856" y="520700"/>
                  </a:lnTo>
                  <a:lnTo>
                    <a:pt x="4618553" y="495300"/>
                  </a:lnTo>
                  <a:lnTo>
                    <a:pt x="4585846" y="457200"/>
                  </a:lnTo>
                  <a:lnTo>
                    <a:pt x="4547938" y="419100"/>
                  </a:lnTo>
                  <a:lnTo>
                    <a:pt x="4506032" y="381000"/>
                  </a:lnTo>
                  <a:lnTo>
                    <a:pt x="4461332" y="330200"/>
                  </a:lnTo>
                  <a:lnTo>
                    <a:pt x="4415041" y="292100"/>
                  </a:lnTo>
                  <a:lnTo>
                    <a:pt x="4368361" y="241300"/>
                  </a:lnTo>
                  <a:lnTo>
                    <a:pt x="4278648" y="152400"/>
                  </a:lnTo>
                  <a:lnTo>
                    <a:pt x="4171244" y="38100"/>
                  </a:lnTo>
                  <a:lnTo>
                    <a:pt x="4150755" y="25400"/>
                  </a:lnTo>
                  <a:lnTo>
                    <a:pt x="4104011" y="0"/>
                  </a:lnTo>
                  <a:close/>
                </a:path>
                <a:path w="4710430" h="1854200">
                  <a:moveTo>
                    <a:pt x="1725167" y="469900"/>
                  </a:moveTo>
                  <a:lnTo>
                    <a:pt x="1621657" y="469900"/>
                  </a:lnTo>
                  <a:lnTo>
                    <a:pt x="1585894" y="482600"/>
                  </a:lnTo>
                  <a:lnTo>
                    <a:pt x="1553091" y="495300"/>
                  </a:lnTo>
                  <a:lnTo>
                    <a:pt x="1523367" y="508000"/>
                  </a:lnTo>
                  <a:lnTo>
                    <a:pt x="1511765" y="508000"/>
                  </a:lnTo>
                  <a:lnTo>
                    <a:pt x="1506236" y="520700"/>
                  </a:lnTo>
                  <a:lnTo>
                    <a:pt x="1848859" y="520700"/>
                  </a:lnTo>
                  <a:lnTo>
                    <a:pt x="1812138" y="495300"/>
                  </a:lnTo>
                  <a:lnTo>
                    <a:pt x="1770877" y="482600"/>
                  </a:lnTo>
                  <a:lnTo>
                    <a:pt x="1725167" y="469900"/>
                  </a:lnTo>
                  <a:close/>
                </a:path>
                <a:path w="4710430" h="1854200">
                  <a:moveTo>
                    <a:pt x="1409125" y="469900"/>
                  </a:moveTo>
                  <a:lnTo>
                    <a:pt x="1285100" y="469900"/>
                  </a:lnTo>
                  <a:lnTo>
                    <a:pt x="1267159" y="482600"/>
                  </a:lnTo>
                  <a:lnTo>
                    <a:pt x="1249783" y="495300"/>
                  </a:lnTo>
                  <a:lnTo>
                    <a:pt x="1471942" y="495300"/>
                  </a:lnTo>
                  <a:lnTo>
                    <a:pt x="1442653" y="482600"/>
                  </a:lnTo>
                  <a:lnTo>
                    <a:pt x="1409125" y="4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675847" y="9046691"/>
              <a:ext cx="2308225" cy="1785620"/>
            </a:xfrm>
            <a:custGeom>
              <a:avLst/>
              <a:gdLst/>
              <a:ahLst/>
              <a:cxnLst/>
              <a:rect l="l" t="t" r="r" b="b"/>
              <a:pathLst>
                <a:path w="2308225" h="1785620">
                  <a:moveTo>
                    <a:pt x="415704" y="1205827"/>
                  </a:moveTo>
                  <a:lnTo>
                    <a:pt x="389925" y="1226172"/>
                  </a:lnTo>
                  <a:lnTo>
                    <a:pt x="1019923" y="1752364"/>
                  </a:lnTo>
                  <a:lnTo>
                    <a:pt x="1025675" y="1757391"/>
                  </a:lnTo>
                  <a:lnTo>
                    <a:pt x="1067442" y="1781498"/>
                  </a:lnTo>
                  <a:lnTo>
                    <a:pt x="1114276" y="1785047"/>
                  </a:lnTo>
                  <a:lnTo>
                    <a:pt x="1156988" y="1772007"/>
                  </a:lnTo>
                  <a:lnTo>
                    <a:pt x="1186393" y="1746344"/>
                  </a:lnTo>
                  <a:lnTo>
                    <a:pt x="1192784" y="1739301"/>
                  </a:lnTo>
                  <a:lnTo>
                    <a:pt x="1204302" y="1727290"/>
                  </a:lnTo>
                  <a:lnTo>
                    <a:pt x="1210569" y="1720891"/>
                  </a:lnTo>
                  <a:lnTo>
                    <a:pt x="1089096" y="1720891"/>
                  </a:lnTo>
                  <a:lnTo>
                    <a:pt x="1040236" y="1713010"/>
                  </a:lnTo>
                  <a:lnTo>
                    <a:pt x="998189" y="1688440"/>
                  </a:lnTo>
                  <a:lnTo>
                    <a:pt x="989163" y="1680821"/>
                  </a:lnTo>
                  <a:lnTo>
                    <a:pt x="415704" y="1205827"/>
                  </a:lnTo>
                  <a:close/>
                </a:path>
                <a:path w="2308225" h="1785620">
                  <a:moveTo>
                    <a:pt x="1792416" y="41914"/>
                  </a:moveTo>
                  <a:lnTo>
                    <a:pt x="1673657" y="41914"/>
                  </a:lnTo>
                  <a:lnTo>
                    <a:pt x="1699363" y="44070"/>
                  </a:lnTo>
                  <a:lnTo>
                    <a:pt x="1718505" y="56968"/>
                  </a:lnTo>
                  <a:lnTo>
                    <a:pt x="1741433" y="84081"/>
                  </a:lnTo>
                  <a:lnTo>
                    <a:pt x="2177746" y="505175"/>
                  </a:lnTo>
                  <a:lnTo>
                    <a:pt x="2197369" y="523597"/>
                  </a:lnTo>
                  <a:lnTo>
                    <a:pt x="2207608" y="532811"/>
                  </a:lnTo>
                  <a:lnTo>
                    <a:pt x="2228075" y="557314"/>
                  </a:lnTo>
                  <a:lnTo>
                    <a:pt x="2241499" y="594307"/>
                  </a:lnTo>
                  <a:lnTo>
                    <a:pt x="2236722" y="638148"/>
                  </a:lnTo>
                  <a:lnTo>
                    <a:pt x="2236677" y="638559"/>
                  </a:lnTo>
                  <a:lnTo>
                    <a:pt x="2202404" y="684837"/>
                  </a:lnTo>
                  <a:lnTo>
                    <a:pt x="2183045" y="702795"/>
                  </a:lnTo>
                  <a:lnTo>
                    <a:pt x="2104560" y="776840"/>
                  </a:lnTo>
                  <a:lnTo>
                    <a:pt x="1837502" y="1033064"/>
                  </a:lnTo>
                  <a:lnTo>
                    <a:pt x="1212875" y="1641757"/>
                  </a:lnTo>
                  <a:lnTo>
                    <a:pt x="1179050" y="1675689"/>
                  </a:lnTo>
                  <a:lnTo>
                    <a:pt x="1164163" y="1691278"/>
                  </a:lnTo>
                  <a:lnTo>
                    <a:pt x="1133996" y="1713256"/>
                  </a:lnTo>
                  <a:lnTo>
                    <a:pt x="1089096" y="1720891"/>
                  </a:lnTo>
                  <a:lnTo>
                    <a:pt x="1210569" y="1720891"/>
                  </a:lnTo>
                  <a:lnTo>
                    <a:pt x="1220617" y="1710634"/>
                  </a:lnTo>
                  <a:lnTo>
                    <a:pt x="2045586" y="898964"/>
                  </a:lnTo>
                  <a:lnTo>
                    <a:pt x="2246422" y="704212"/>
                  </a:lnTo>
                  <a:lnTo>
                    <a:pt x="2267396" y="684104"/>
                  </a:lnTo>
                  <a:lnTo>
                    <a:pt x="2301235" y="638148"/>
                  </a:lnTo>
                  <a:lnTo>
                    <a:pt x="2307979" y="594307"/>
                  </a:lnTo>
                  <a:lnTo>
                    <a:pt x="2308080" y="593653"/>
                  </a:lnTo>
                  <a:lnTo>
                    <a:pt x="2297268" y="555168"/>
                  </a:lnTo>
                  <a:lnTo>
                    <a:pt x="2278140" y="527240"/>
                  </a:lnTo>
                  <a:lnTo>
                    <a:pt x="2276119" y="525125"/>
                  </a:lnTo>
                  <a:lnTo>
                    <a:pt x="2274182" y="523282"/>
                  </a:lnTo>
                  <a:lnTo>
                    <a:pt x="2272307" y="521690"/>
                  </a:lnTo>
                  <a:lnTo>
                    <a:pt x="2261741" y="511811"/>
                  </a:lnTo>
                  <a:lnTo>
                    <a:pt x="2241488" y="492061"/>
                  </a:lnTo>
                  <a:lnTo>
                    <a:pt x="1792416" y="41914"/>
                  </a:lnTo>
                  <a:close/>
                </a:path>
                <a:path w="2308225" h="1785620">
                  <a:moveTo>
                    <a:pt x="1702496" y="0"/>
                  </a:moveTo>
                  <a:lnTo>
                    <a:pt x="1684702" y="0"/>
                  </a:lnTo>
                  <a:lnTo>
                    <a:pt x="1679268" y="397"/>
                  </a:lnTo>
                  <a:lnTo>
                    <a:pt x="1677404" y="649"/>
                  </a:lnTo>
                  <a:lnTo>
                    <a:pt x="400427" y="83180"/>
                  </a:lnTo>
                  <a:lnTo>
                    <a:pt x="342133" y="100618"/>
                  </a:lnTo>
                  <a:lnTo>
                    <a:pt x="0" y="434761"/>
                  </a:lnTo>
                  <a:lnTo>
                    <a:pt x="7319" y="435756"/>
                  </a:lnTo>
                  <a:lnTo>
                    <a:pt x="14449" y="436939"/>
                  </a:lnTo>
                  <a:lnTo>
                    <a:pt x="21371" y="438321"/>
                  </a:lnTo>
                  <a:lnTo>
                    <a:pt x="312199" y="158937"/>
                  </a:lnTo>
                  <a:lnTo>
                    <a:pt x="330847" y="142944"/>
                  </a:lnTo>
                  <a:lnTo>
                    <a:pt x="345193" y="134417"/>
                  </a:lnTo>
                  <a:lnTo>
                    <a:pt x="362555" y="130480"/>
                  </a:lnTo>
                  <a:lnTo>
                    <a:pt x="390249" y="128257"/>
                  </a:lnTo>
                  <a:lnTo>
                    <a:pt x="1631039" y="47024"/>
                  </a:lnTo>
                  <a:lnTo>
                    <a:pt x="1673657" y="41914"/>
                  </a:lnTo>
                  <a:lnTo>
                    <a:pt x="1792416" y="41914"/>
                  </a:lnTo>
                  <a:lnTo>
                    <a:pt x="1791139" y="40627"/>
                  </a:lnTo>
                  <a:lnTo>
                    <a:pt x="1770320" y="20888"/>
                  </a:lnTo>
                  <a:lnTo>
                    <a:pt x="1746745" y="8679"/>
                  </a:lnTo>
                  <a:lnTo>
                    <a:pt x="1723064" y="2270"/>
                  </a:lnTo>
                  <a:lnTo>
                    <a:pt x="1702496" y="0"/>
                  </a:lnTo>
                  <a:close/>
                </a:path>
              </a:pathLst>
            </a:custGeom>
            <a:solidFill>
              <a:srgbClr val="EE0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554121" y="9539509"/>
              <a:ext cx="1543685" cy="648335"/>
            </a:xfrm>
            <a:custGeom>
              <a:avLst/>
              <a:gdLst/>
              <a:ahLst/>
              <a:cxnLst/>
              <a:rect l="l" t="t" r="r" b="b"/>
              <a:pathLst>
                <a:path w="1543684" h="648334">
                  <a:moveTo>
                    <a:pt x="25" y="0"/>
                  </a:moveTo>
                  <a:close/>
                </a:path>
                <a:path w="1543684" h="648334">
                  <a:moveTo>
                    <a:pt x="1305636" y="5588"/>
                  </a:moveTo>
                  <a:close/>
                </a:path>
                <a:path w="1543684" h="648334">
                  <a:moveTo>
                    <a:pt x="1543608" y="647827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678469" y="9424896"/>
              <a:ext cx="276860" cy="68580"/>
            </a:xfrm>
            <a:custGeom>
              <a:avLst/>
              <a:gdLst/>
              <a:ahLst/>
              <a:cxnLst/>
              <a:rect l="l" t="t" r="r" b="b"/>
              <a:pathLst>
                <a:path w="276859" h="68579">
                  <a:moveTo>
                    <a:pt x="181419" y="0"/>
                  </a:moveTo>
                  <a:lnTo>
                    <a:pt x="169218" y="77"/>
                  </a:lnTo>
                  <a:lnTo>
                    <a:pt x="156913" y="753"/>
                  </a:lnTo>
                  <a:lnTo>
                    <a:pt x="144623" y="1945"/>
                  </a:lnTo>
                  <a:lnTo>
                    <a:pt x="0" y="19044"/>
                  </a:lnTo>
                  <a:lnTo>
                    <a:pt x="14418" y="55650"/>
                  </a:lnTo>
                  <a:lnTo>
                    <a:pt x="159021" y="38593"/>
                  </a:lnTo>
                  <a:lnTo>
                    <a:pt x="171316" y="37377"/>
                  </a:lnTo>
                  <a:lnTo>
                    <a:pt x="183623" y="36687"/>
                  </a:lnTo>
                  <a:lnTo>
                    <a:pt x="195831" y="36602"/>
                  </a:lnTo>
                  <a:lnTo>
                    <a:pt x="207826" y="37200"/>
                  </a:lnTo>
                  <a:lnTo>
                    <a:pt x="228232" y="40236"/>
                  </a:lnTo>
                  <a:lnTo>
                    <a:pt x="246870" y="46193"/>
                  </a:lnTo>
                  <a:lnTo>
                    <a:pt x="263104" y="55478"/>
                  </a:lnTo>
                  <a:lnTo>
                    <a:pt x="276295" y="68498"/>
                  </a:lnTo>
                  <a:lnTo>
                    <a:pt x="275237" y="60351"/>
                  </a:lnTo>
                  <a:lnTo>
                    <a:pt x="255719" y="24593"/>
                  </a:lnTo>
                  <a:lnTo>
                    <a:pt x="214558" y="3746"/>
                  </a:lnTo>
                  <a:lnTo>
                    <a:pt x="193397" y="604"/>
                  </a:lnTo>
                  <a:lnTo>
                    <a:pt x="181419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666431" y="9443936"/>
              <a:ext cx="26670" cy="224154"/>
            </a:xfrm>
            <a:custGeom>
              <a:avLst/>
              <a:gdLst/>
              <a:ahLst/>
              <a:cxnLst/>
              <a:rect l="l" t="t" r="r" b="b"/>
              <a:pathLst>
                <a:path w="26669" h="224154">
                  <a:moveTo>
                    <a:pt x="12041" y="0"/>
                  </a:moveTo>
                  <a:lnTo>
                    <a:pt x="0" y="224118"/>
                  </a:lnTo>
                  <a:lnTo>
                    <a:pt x="16460" y="222223"/>
                  </a:lnTo>
                  <a:lnTo>
                    <a:pt x="26459" y="36606"/>
                  </a:lnTo>
                  <a:lnTo>
                    <a:pt x="12041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56468" y="9365913"/>
              <a:ext cx="570865" cy="541020"/>
            </a:xfrm>
            <a:custGeom>
              <a:avLst/>
              <a:gdLst/>
              <a:ahLst/>
              <a:cxnLst/>
              <a:rect l="l" t="t" r="r" b="b"/>
              <a:pathLst>
                <a:path w="570865" h="541020">
                  <a:moveTo>
                    <a:pt x="312191" y="540499"/>
                  </a:moveTo>
                  <a:lnTo>
                    <a:pt x="297840" y="503440"/>
                  </a:lnTo>
                  <a:lnTo>
                    <a:pt x="268122" y="478726"/>
                  </a:lnTo>
                  <a:lnTo>
                    <a:pt x="227825" y="467194"/>
                  </a:lnTo>
                  <a:lnTo>
                    <a:pt x="207073" y="465683"/>
                  </a:lnTo>
                  <a:lnTo>
                    <a:pt x="194589" y="465721"/>
                  </a:lnTo>
                  <a:lnTo>
                    <a:pt x="182003" y="466369"/>
                  </a:lnTo>
                  <a:lnTo>
                    <a:pt x="169430" y="467563"/>
                  </a:lnTo>
                  <a:lnTo>
                    <a:pt x="0" y="486968"/>
                  </a:lnTo>
                  <a:lnTo>
                    <a:pt x="14389" y="523570"/>
                  </a:lnTo>
                  <a:lnTo>
                    <a:pt x="183845" y="504177"/>
                  </a:lnTo>
                  <a:lnTo>
                    <a:pt x="196405" y="502970"/>
                  </a:lnTo>
                  <a:lnTo>
                    <a:pt x="208978" y="502323"/>
                  </a:lnTo>
                  <a:lnTo>
                    <a:pt x="221462" y="502285"/>
                  </a:lnTo>
                  <a:lnTo>
                    <a:pt x="233756" y="502920"/>
                  </a:lnTo>
                  <a:lnTo>
                    <a:pt x="257263" y="506514"/>
                  </a:lnTo>
                  <a:lnTo>
                    <a:pt x="278714" y="513638"/>
                  </a:lnTo>
                  <a:lnTo>
                    <a:pt x="297281" y="524802"/>
                  </a:lnTo>
                  <a:lnTo>
                    <a:pt x="312191" y="540499"/>
                  </a:lnTo>
                  <a:close/>
                </a:path>
                <a:path w="570865" h="541020">
                  <a:moveTo>
                    <a:pt x="570407" y="139954"/>
                  </a:moveTo>
                  <a:lnTo>
                    <a:pt x="565797" y="84632"/>
                  </a:lnTo>
                  <a:lnTo>
                    <a:pt x="554355" y="41122"/>
                  </a:lnTo>
                  <a:lnTo>
                    <a:pt x="538670" y="0"/>
                  </a:lnTo>
                  <a:lnTo>
                    <a:pt x="538873" y="952"/>
                  </a:lnTo>
                  <a:lnTo>
                    <a:pt x="539216" y="1905"/>
                  </a:lnTo>
                  <a:lnTo>
                    <a:pt x="540829" y="6134"/>
                  </a:lnTo>
                  <a:lnTo>
                    <a:pt x="542175" y="10642"/>
                  </a:lnTo>
                  <a:lnTo>
                    <a:pt x="544626" y="18656"/>
                  </a:lnTo>
                  <a:lnTo>
                    <a:pt x="545795" y="22123"/>
                  </a:lnTo>
                  <a:lnTo>
                    <a:pt x="547814" y="30035"/>
                  </a:lnTo>
                  <a:lnTo>
                    <a:pt x="548665" y="34645"/>
                  </a:lnTo>
                  <a:lnTo>
                    <a:pt x="550329" y="43091"/>
                  </a:lnTo>
                  <a:lnTo>
                    <a:pt x="551180" y="46901"/>
                  </a:lnTo>
                  <a:lnTo>
                    <a:pt x="551751" y="50800"/>
                  </a:lnTo>
                  <a:lnTo>
                    <a:pt x="552462" y="55270"/>
                  </a:lnTo>
                  <a:lnTo>
                    <a:pt x="553872" y="69075"/>
                  </a:lnTo>
                  <a:lnTo>
                    <a:pt x="554342" y="73406"/>
                  </a:lnTo>
                  <a:lnTo>
                    <a:pt x="554901" y="81876"/>
                  </a:lnTo>
                  <a:lnTo>
                    <a:pt x="555218" y="90360"/>
                  </a:lnTo>
                  <a:lnTo>
                    <a:pt x="555294" y="93052"/>
                  </a:lnTo>
                  <a:lnTo>
                    <a:pt x="555536" y="95732"/>
                  </a:lnTo>
                  <a:lnTo>
                    <a:pt x="554863" y="139954"/>
                  </a:lnTo>
                  <a:lnTo>
                    <a:pt x="552881" y="163220"/>
                  </a:lnTo>
                  <a:lnTo>
                    <a:pt x="552818" y="163766"/>
                  </a:lnTo>
                  <a:lnTo>
                    <a:pt x="540118" y="216230"/>
                  </a:lnTo>
                  <a:lnTo>
                    <a:pt x="516636" y="261251"/>
                  </a:lnTo>
                  <a:lnTo>
                    <a:pt x="483831" y="299415"/>
                  </a:lnTo>
                  <a:lnTo>
                    <a:pt x="443230" y="331190"/>
                  </a:lnTo>
                  <a:lnTo>
                    <a:pt x="429348" y="339801"/>
                  </a:lnTo>
                  <a:lnTo>
                    <a:pt x="440601" y="343255"/>
                  </a:lnTo>
                  <a:lnTo>
                    <a:pt x="451789" y="347091"/>
                  </a:lnTo>
                  <a:lnTo>
                    <a:pt x="462889" y="351345"/>
                  </a:lnTo>
                  <a:lnTo>
                    <a:pt x="473849" y="356057"/>
                  </a:lnTo>
                  <a:lnTo>
                    <a:pt x="489369" y="343585"/>
                  </a:lnTo>
                  <a:lnTo>
                    <a:pt x="517461" y="315493"/>
                  </a:lnTo>
                  <a:lnTo>
                    <a:pt x="544271" y="275767"/>
                  </a:lnTo>
                  <a:lnTo>
                    <a:pt x="563346" y="223240"/>
                  </a:lnTo>
                  <a:lnTo>
                    <a:pt x="569887" y="167932"/>
                  </a:lnTo>
                  <a:lnTo>
                    <a:pt x="570407" y="140169"/>
                  </a:lnTo>
                  <a:lnTo>
                    <a:pt x="570407" y="13995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641349" y="9852879"/>
              <a:ext cx="29845" cy="260350"/>
            </a:xfrm>
            <a:custGeom>
              <a:avLst/>
              <a:gdLst/>
              <a:ahLst/>
              <a:cxnLst/>
              <a:rect l="l" t="t" r="r" b="b"/>
              <a:pathLst>
                <a:path w="29844" h="260350">
                  <a:moveTo>
                    <a:pt x="15119" y="0"/>
                  </a:moveTo>
                  <a:lnTo>
                    <a:pt x="0" y="260159"/>
                  </a:lnTo>
                  <a:lnTo>
                    <a:pt x="16575" y="258986"/>
                  </a:lnTo>
                  <a:lnTo>
                    <a:pt x="29506" y="36595"/>
                  </a:lnTo>
                  <a:lnTo>
                    <a:pt x="15119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896340" y="9429476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69" h="634">
                  <a:moveTo>
                    <a:pt x="0" y="0"/>
                  </a:moveTo>
                  <a:lnTo>
                    <a:pt x="513" y="125"/>
                  </a:lnTo>
                  <a:lnTo>
                    <a:pt x="764" y="178"/>
                  </a:lnTo>
                  <a:lnTo>
                    <a:pt x="251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3247" y="9426864"/>
              <a:ext cx="13850" cy="278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7907299" y="9432980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1664" y="628"/>
                  </a:lnTo>
                  <a:lnTo>
                    <a:pt x="2492" y="963"/>
                  </a:lnTo>
                  <a:lnTo>
                    <a:pt x="827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7297" y="9432980"/>
              <a:ext cx="2492" cy="96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7951704" y="9367805"/>
              <a:ext cx="258445" cy="135890"/>
            </a:xfrm>
            <a:custGeom>
              <a:avLst/>
              <a:gdLst/>
              <a:ahLst/>
              <a:cxnLst/>
              <a:rect l="l" t="t" r="r" b="b"/>
              <a:pathLst>
                <a:path w="258444" h="135890">
                  <a:moveTo>
                    <a:pt x="9956" y="135610"/>
                  </a:moveTo>
                  <a:lnTo>
                    <a:pt x="0" y="110337"/>
                  </a:lnTo>
                  <a:lnTo>
                    <a:pt x="2006" y="117462"/>
                  </a:lnTo>
                  <a:lnTo>
                    <a:pt x="3060" y="125590"/>
                  </a:lnTo>
                  <a:lnTo>
                    <a:pt x="6705" y="130390"/>
                  </a:lnTo>
                  <a:lnTo>
                    <a:pt x="9956" y="135610"/>
                  </a:lnTo>
                  <a:close/>
                </a:path>
                <a:path w="258444" h="135890">
                  <a:moveTo>
                    <a:pt x="246837" y="8458"/>
                  </a:moveTo>
                  <a:lnTo>
                    <a:pt x="245643" y="4356"/>
                  </a:lnTo>
                  <a:lnTo>
                    <a:pt x="243979" y="0"/>
                  </a:lnTo>
                  <a:lnTo>
                    <a:pt x="245579" y="4241"/>
                  </a:lnTo>
                  <a:lnTo>
                    <a:pt x="246837" y="8458"/>
                  </a:lnTo>
                  <a:close/>
                </a:path>
                <a:path w="258444" h="135890">
                  <a:moveTo>
                    <a:pt x="257225" y="53517"/>
                  </a:moveTo>
                  <a:lnTo>
                    <a:pt x="257213" y="53390"/>
                  </a:lnTo>
                  <a:lnTo>
                    <a:pt x="256514" y="48907"/>
                  </a:lnTo>
                  <a:lnTo>
                    <a:pt x="257225" y="53517"/>
                  </a:lnTo>
                  <a:close/>
                </a:path>
                <a:path w="258444" h="135890">
                  <a:moveTo>
                    <a:pt x="258178" y="62839"/>
                  </a:moveTo>
                  <a:lnTo>
                    <a:pt x="257225" y="53517"/>
                  </a:lnTo>
                  <a:lnTo>
                    <a:pt x="257683" y="58178"/>
                  </a:lnTo>
                  <a:lnTo>
                    <a:pt x="258178" y="62839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85744" y="9529775"/>
              <a:ext cx="123523" cy="21253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085826" y="9698542"/>
              <a:ext cx="11664" cy="71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962767" y="9885114"/>
              <a:ext cx="12700" cy="31750"/>
            </a:xfrm>
            <a:custGeom>
              <a:avLst/>
              <a:gdLst/>
              <a:ahLst/>
              <a:cxnLst/>
              <a:rect l="l" t="t" r="r" b="b"/>
              <a:pathLst>
                <a:path w="12700" h="31750">
                  <a:moveTo>
                    <a:pt x="2425" y="5702"/>
                  </a:moveTo>
                  <a:lnTo>
                    <a:pt x="355" y="469"/>
                  </a:lnTo>
                  <a:lnTo>
                    <a:pt x="0" y="0"/>
                  </a:lnTo>
                  <a:lnTo>
                    <a:pt x="2425" y="5702"/>
                  </a:lnTo>
                  <a:close/>
                </a:path>
                <a:path w="12700" h="31750">
                  <a:moveTo>
                    <a:pt x="12573" y="31534"/>
                  </a:moveTo>
                  <a:lnTo>
                    <a:pt x="2552" y="6019"/>
                  </a:lnTo>
                  <a:lnTo>
                    <a:pt x="4610" y="13220"/>
                  </a:lnTo>
                  <a:lnTo>
                    <a:pt x="5892" y="21297"/>
                  </a:lnTo>
                  <a:lnTo>
                    <a:pt x="9398" y="26238"/>
                  </a:lnTo>
                  <a:lnTo>
                    <a:pt x="12573" y="3153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55369" y="9237079"/>
              <a:ext cx="1403148" cy="113382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390396" y="9355842"/>
              <a:ext cx="2438400" cy="1121410"/>
            </a:xfrm>
            <a:custGeom>
              <a:avLst/>
              <a:gdLst/>
              <a:ahLst/>
              <a:cxnLst/>
              <a:rect l="l" t="t" r="r" b="b"/>
              <a:pathLst>
                <a:path w="2438400" h="1121409">
                  <a:moveTo>
                    <a:pt x="565759" y="174256"/>
                  </a:moveTo>
                  <a:lnTo>
                    <a:pt x="552018" y="103619"/>
                  </a:lnTo>
                  <a:lnTo>
                    <a:pt x="511429" y="47866"/>
                  </a:lnTo>
                  <a:lnTo>
                    <a:pt x="443090" y="11747"/>
                  </a:lnTo>
                  <a:lnTo>
                    <a:pt x="398208" y="2819"/>
                  </a:lnTo>
                  <a:lnTo>
                    <a:pt x="346189" y="0"/>
                  </a:lnTo>
                  <a:lnTo>
                    <a:pt x="317754" y="1028"/>
                  </a:lnTo>
                  <a:lnTo>
                    <a:pt x="260692" y="8636"/>
                  </a:lnTo>
                  <a:lnTo>
                    <a:pt x="204139" y="23901"/>
                  </a:lnTo>
                  <a:lnTo>
                    <a:pt x="152768" y="48361"/>
                  </a:lnTo>
                  <a:lnTo>
                    <a:pt x="107645" y="82296"/>
                  </a:lnTo>
                  <a:lnTo>
                    <a:pt x="70535" y="125920"/>
                  </a:lnTo>
                  <a:lnTo>
                    <a:pt x="42532" y="179539"/>
                  </a:lnTo>
                  <a:lnTo>
                    <a:pt x="28295" y="244665"/>
                  </a:lnTo>
                  <a:lnTo>
                    <a:pt x="26631" y="281647"/>
                  </a:lnTo>
                  <a:lnTo>
                    <a:pt x="28155" y="314401"/>
                  </a:lnTo>
                  <a:lnTo>
                    <a:pt x="39611" y="370560"/>
                  </a:lnTo>
                  <a:lnTo>
                    <a:pt x="61595" y="414807"/>
                  </a:lnTo>
                  <a:lnTo>
                    <a:pt x="90131" y="450494"/>
                  </a:lnTo>
                  <a:lnTo>
                    <a:pt x="124155" y="478421"/>
                  </a:lnTo>
                  <a:lnTo>
                    <a:pt x="161213" y="500176"/>
                  </a:lnTo>
                  <a:lnTo>
                    <a:pt x="219087" y="524344"/>
                  </a:lnTo>
                  <a:lnTo>
                    <a:pt x="254800" y="539292"/>
                  </a:lnTo>
                  <a:lnTo>
                    <a:pt x="299707" y="562965"/>
                  </a:lnTo>
                  <a:lnTo>
                    <a:pt x="328650" y="592251"/>
                  </a:lnTo>
                  <a:lnTo>
                    <a:pt x="334378" y="618845"/>
                  </a:lnTo>
                  <a:lnTo>
                    <a:pt x="333933" y="626846"/>
                  </a:lnTo>
                  <a:lnTo>
                    <a:pt x="312661" y="662419"/>
                  </a:lnTo>
                  <a:lnTo>
                    <a:pt x="270383" y="677786"/>
                  </a:lnTo>
                  <a:lnTo>
                    <a:pt x="245884" y="679538"/>
                  </a:lnTo>
                  <a:lnTo>
                    <a:pt x="225793" y="678738"/>
                  </a:lnTo>
                  <a:lnTo>
                    <a:pt x="173062" y="665619"/>
                  </a:lnTo>
                  <a:lnTo>
                    <a:pt x="130263" y="642493"/>
                  </a:lnTo>
                  <a:lnTo>
                    <a:pt x="75793" y="602119"/>
                  </a:lnTo>
                  <a:lnTo>
                    <a:pt x="66700" y="595934"/>
                  </a:lnTo>
                  <a:lnTo>
                    <a:pt x="20891" y="596696"/>
                  </a:lnTo>
                  <a:lnTo>
                    <a:pt x="4622" y="642391"/>
                  </a:lnTo>
                  <a:lnTo>
                    <a:pt x="406" y="698601"/>
                  </a:lnTo>
                  <a:lnTo>
                    <a:pt x="0" y="734923"/>
                  </a:lnTo>
                  <a:lnTo>
                    <a:pt x="1358" y="744639"/>
                  </a:lnTo>
                  <a:lnTo>
                    <a:pt x="33134" y="788111"/>
                  </a:lnTo>
                  <a:lnTo>
                    <a:pt x="80175" y="819213"/>
                  </a:lnTo>
                  <a:lnTo>
                    <a:pt x="120764" y="836942"/>
                  </a:lnTo>
                  <a:lnTo>
                    <a:pt x="167855" y="851395"/>
                  </a:lnTo>
                  <a:lnTo>
                    <a:pt x="220395" y="860958"/>
                  </a:lnTo>
                  <a:lnTo>
                    <a:pt x="277355" y="864006"/>
                  </a:lnTo>
                  <a:lnTo>
                    <a:pt x="310591" y="862685"/>
                  </a:lnTo>
                  <a:lnTo>
                    <a:pt x="370598" y="852982"/>
                  </a:lnTo>
                  <a:lnTo>
                    <a:pt x="421957" y="834123"/>
                  </a:lnTo>
                  <a:lnTo>
                    <a:pt x="464451" y="807618"/>
                  </a:lnTo>
                  <a:lnTo>
                    <a:pt x="498119" y="773950"/>
                  </a:lnTo>
                  <a:lnTo>
                    <a:pt x="523392" y="734225"/>
                  </a:lnTo>
                  <a:lnTo>
                    <a:pt x="540334" y="688936"/>
                  </a:lnTo>
                  <a:lnTo>
                    <a:pt x="548728" y="640105"/>
                  </a:lnTo>
                  <a:lnTo>
                    <a:pt x="549706" y="614476"/>
                  </a:lnTo>
                  <a:lnTo>
                    <a:pt x="548068" y="582790"/>
                  </a:lnTo>
                  <a:lnTo>
                    <a:pt x="535724" y="528116"/>
                  </a:lnTo>
                  <a:lnTo>
                    <a:pt x="512038" y="484466"/>
                  </a:lnTo>
                  <a:lnTo>
                    <a:pt x="481431" y="448500"/>
                  </a:lnTo>
                  <a:lnTo>
                    <a:pt x="445020" y="419468"/>
                  </a:lnTo>
                  <a:lnTo>
                    <a:pt x="405003" y="396240"/>
                  </a:lnTo>
                  <a:lnTo>
                    <a:pt x="362546" y="378002"/>
                  </a:lnTo>
                  <a:lnTo>
                    <a:pt x="342138" y="369316"/>
                  </a:lnTo>
                  <a:lnTo>
                    <a:pt x="303771" y="352158"/>
                  </a:lnTo>
                  <a:lnTo>
                    <a:pt x="255625" y="324954"/>
                  </a:lnTo>
                  <a:lnTo>
                    <a:pt x="224409" y="292125"/>
                  </a:lnTo>
                  <a:lnTo>
                    <a:pt x="218236" y="263156"/>
                  </a:lnTo>
                  <a:lnTo>
                    <a:pt x="220014" y="245668"/>
                  </a:lnTo>
                  <a:lnTo>
                    <a:pt x="247573" y="203288"/>
                  </a:lnTo>
                  <a:lnTo>
                    <a:pt x="296519" y="181470"/>
                  </a:lnTo>
                  <a:lnTo>
                    <a:pt x="314934" y="179959"/>
                  </a:lnTo>
                  <a:lnTo>
                    <a:pt x="327799" y="180682"/>
                  </a:lnTo>
                  <a:lnTo>
                    <a:pt x="364769" y="198729"/>
                  </a:lnTo>
                  <a:lnTo>
                    <a:pt x="386016" y="240334"/>
                  </a:lnTo>
                  <a:lnTo>
                    <a:pt x="390956" y="283349"/>
                  </a:lnTo>
                  <a:lnTo>
                    <a:pt x="391121" y="298386"/>
                  </a:lnTo>
                  <a:lnTo>
                    <a:pt x="393103" y="304088"/>
                  </a:lnTo>
                  <a:lnTo>
                    <a:pt x="424307" y="310883"/>
                  </a:lnTo>
                  <a:lnTo>
                    <a:pt x="456603" y="308571"/>
                  </a:lnTo>
                  <a:lnTo>
                    <a:pt x="509181" y="290918"/>
                  </a:lnTo>
                  <a:lnTo>
                    <a:pt x="545426" y="256095"/>
                  </a:lnTo>
                  <a:lnTo>
                    <a:pt x="563575" y="205447"/>
                  </a:lnTo>
                  <a:lnTo>
                    <a:pt x="565759" y="174256"/>
                  </a:lnTo>
                  <a:close/>
                </a:path>
                <a:path w="2438400" h="1121409">
                  <a:moveTo>
                    <a:pt x="1185037" y="305968"/>
                  </a:moveTo>
                  <a:lnTo>
                    <a:pt x="1180630" y="259537"/>
                  </a:lnTo>
                  <a:lnTo>
                    <a:pt x="1164209" y="220230"/>
                  </a:lnTo>
                  <a:lnTo>
                    <a:pt x="1131265" y="196329"/>
                  </a:lnTo>
                  <a:lnTo>
                    <a:pt x="1093495" y="187731"/>
                  </a:lnTo>
                  <a:lnTo>
                    <a:pt x="1077658" y="186880"/>
                  </a:lnTo>
                  <a:lnTo>
                    <a:pt x="1060170" y="187071"/>
                  </a:lnTo>
                  <a:lnTo>
                    <a:pt x="1008926" y="189014"/>
                  </a:lnTo>
                  <a:lnTo>
                    <a:pt x="991476" y="234315"/>
                  </a:lnTo>
                  <a:lnTo>
                    <a:pt x="989291" y="311632"/>
                  </a:lnTo>
                  <a:lnTo>
                    <a:pt x="987958" y="389610"/>
                  </a:lnTo>
                  <a:lnTo>
                    <a:pt x="987120" y="416242"/>
                  </a:lnTo>
                  <a:lnTo>
                    <a:pt x="983957" y="469341"/>
                  </a:lnTo>
                  <a:lnTo>
                    <a:pt x="978712" y="521944"/>
                  </a:lnTo>
                  <a:lnTo>
                    <a:pt x="970965" y="571525"/>
                  </a:lnTo>
                  <a:lnTo>
                    <a:pt x="960361" y="615581"/>
                  </a:lnTo>
                  <a:lnTo>
                    <a:pt x="946099" y="653135"/>
                  </a:lnTo>
                  <a:lnTo>
                    <a:pt x="916266" y="694702"/>
                  </a:lnTo>
                  <a:lnTo>
                    <a:pt x="874585" y="710603"/>
                  </a:lnTo>
                  <a:lnTo>
                    <a:pt x="857199" y="709828"/>
                  </a:lnTo>
                  <a:lnTo>
                    <a:pt x="816356" y="689724"/>
                  </a:lnTo>
                  <a:lnTo>
                    <a:pt x="795261" y="645591"/>
                  </a:lnTo>
                  <a:lnTo>
                    <a:pt x="793229" y="626084"/>
                  </a:lnTo>
                  <a:lnTo>
                    <a:pt x="793661" y="603973"/>
                  </a:lnTo>
                  <a:lnTo>
                    <a:pt x="802805" y="306527"/>
                  </a:lnTo>
                  <a:lnTo>
                    <a:pt x="803186" y="282968"/>
                  </a:lnTo>
                  <a:lnTo>
                    <a:pt x="796277" y="241198"/>
                  </a:lnTo>
                  <a:lnTo>
                    <a:pt x="768502" y="204724"/>
                  </a:lnTo>
                  <a:lnTo>
                    <a:pt x="725398" y="189268"/>
                  </a:lnTo>
                  <a:lnTo>
                    <a:pt x="695109" y="186867"/>
                  </a:lnTo>
                  <a:lnTo>
                    <a:pt x="677595" y="187096"/>
                  </a:lnTo>
                  <a:lnTo>
                    <a:pt x="628700" y="188950"/>
                  </a:lnTo>
                  <a:lnTo>
                    <a:pt x="608037" y="226441"/>
                  </a:lnTo>
                  <a:lnTo>
                    <a:pt x="604875" y="291172"/>
                  </a:lnTo>
                  <a:lnTo>
                    <a:pt x="602716" y="350964"/>
                  </a:lnTo>
                  <a:lnTo>
                    <a:pt x="600760" y="439585"/>
                  </a:lnTo>
                  <a:lnTo>
                    <a:pt x="598398" y="515378"/>
                  </a:lnTo>
                  <a:lnTo>
                    <a:pt x="595541" y="621347"/>
                  </a:lnTo>
                  <a:lnTo>
                    <a:pt x="595083" y="669442"/>
                  </a:lnTo>
                  <a:lnTo>
                    <a:pt x="595414" y="689698"/>
                  </a:lnTo>
                  <a:lnTo>
                    <a:pt x="604088" y="740676"/>
                  </a:lnTo>
                  <a:lnTo>
                    <a:pt x="627329" y="788377"/>
                  </a:lnTo>
                  <a:lnTo>
                    <a:pt x="663054" y="826046"/>
                  </a:lnTo>
                  <a:lnTo>
                    <a:pt x="711009" y="852093"/>
                  </a:lnTo>
                  <a:lnTo>
                    <a:pt x="754697" y="861733"/>
                  </a:lnTo>
                  <a:lnTo>
                    <a:pt x="802830" y="863815"/>
                  </a:lnTo>
                  <a:lnTo>
                    <a:pt x="814717" y="863028"/>
                  </a:lnTo>
                  <a:lnTo>
                    <a:pt x="863320" y="853071"/>
                  </a:lnTo>
                  <a:lnTo>
                    <a:pt x="898906" y="837057"/>
                  </a:lnTo>
                  <a:lnTo>
                    <a:pt x="941222" y="806297"/>
                  </a:lnTo>
                  <a:lnTo>
                    <a:pt x="970800" y="771588"/>
                  </a:lnTo>
                  <a:lnTo>
                    <a:pt x="972045" y="780935"/>
                  </a:lnTo>
                  <a:lnTo>
                    <a:pt x="987907" y="824217"/>
                  </a:lnTo>
                  <a:lnTo>
                    <a:pt x="1017422" y="849160"/>
                  </a:lnTo>
                  <a:lnTo>
                    <a:pt x="1065022" y="863028"/>
                  </a:lnTo>
                  <a:lnTo>
                    <a:pt x="1080490" y="863993"/>
                  </a:lnTo>
                  <a:lnTo>
                    <a:pt x="1097457" y="863854"/>
                  </a:lnTo>
                  <a:lnTo>
                    <a:pt x="1154607" y="861695"/>
                  </a:lnTo>
                  <a:lnTo>
                    <a:pt x="1176299" y="565899"/>
                  </a:lnTo>
                  <a:lnTo>
                    <a:pt x="1182509" y="410997"/>
                  </a:lnTo>
                  <a:lnTo>
                    <a:pt x="1185037" y="318249"/>
                  </a:lnTo>
                  <a:lnTo>
                    <a:pt x="1185037" y="305968"/>
                  </a:lnTo>
                  <a:close/>
                </a:path>
                <a:path w="2438400" h="1121409">
                  <a:moveTo>
                    <a:pt x="1831441" y="513041"/>
                  </a:moveTo>
                  <a:lnTo>
                    <a:pt x="1831378" y="501954"/>
                  </a:lnTo>
                  <a:lnTo>
                    <a:pt x="1831289" y="487426"/>
                  </a:lnTo>
                  <a:lnTo>
                    <a:pt x="1831174" y="468515"/>
                  </a:lnTo>
                  <a:lnTo>
                    <a:pt x="1826945" y="412813"/>
                  </a:lnTo>
                  <a:lnTo>
                    <a:pt x="1818436" y="363105"/>
                  </a:lnTo>
                  <a:lnTo>
                    <a:pt x="1815566" y="353364"/>
                  </a:lnTo>
                  <a:lnTo>
                    <a:pt x="1815477" y="353060"/>
                  </a:lnTo>
                  <a:lnTo>
                    <a:pt x="1795703" y="298145"/>
                  </a:lnTo>
                  <a:lnTo>
                    <a:pt x="1767332" y="252933"/>
                  </a:lnTo>
                  <a:lnTo>
                    <a:pt x="1734743" y="224332"/>
                  </a:lnTo>
                  <a:lnTo>
                    <a:pt x="1695589" y="204470"/>
                  </a:lnTo>
                  <a:lnTo>
                    <a:pt x="1649869" y="193344"/>
                  </a:lnTo>
                  <a:lnTo>
                    <a:pt x="1619262" y="191960"/>
                  </a:lnTo>
                  <a:lnTo>
                    <a:pt x="1619262" y="501954"/>
                  </a:lnTo>
                  <a:lnTo>
                    <a:pt x="1618894" y="549490"/>
                  </a:lnTo>
                  <a:lnTo>
                    <a:pt x="1613966" y="593686"/>
                  </a:lnTo>
                  <a:lnTo>
                    <a:pt x="1590509" y="657898"/>
                  </a:lnTo>
                  <a:lnTo>
                    <a:pt x="1553400" y="696201"/>
                  </a:lnTo>
                  <a:lnTo>
                    <a:pt x="1507147" y="710184"/>
                  </a:lnTo>
                  <a:lnTo>
                    <a:pt x="1493558" y="709790"/>
                  </a:lnTo>
                  <a:lnTo>
                    <a:pt x="1450975" y="690486"/>
                  </a:lnTo>
                  <a:lnTo>
                    <a:pt x="1424279" y="649427"/>
                  </a:lnTo>
                  <a:lnTo>
                    <a:pt x="1412951" y="609117"/>
                  </a:lnTo>
                  <a:lnTo>
                    <a:pt x="1407477" y="564654"/>
                  </a:lnTo>
                  <a:lnTo>
                    <a:pt x="1406677" y="549490"/>
                  </a:lnTo>
                  <a:lnTo>
                    <a:pt x="1406906" y="513041"/>
                  </a:lnTo>
                  <a:lnTo>
                    <a:pt x="1406931" y="507238"/>
                  </a:lnTo>
                  <a:lnTo>
                    <a:pt x="1418602" y="436397"/>
                  </a:lnTo>
                  <a:lnTo>
                    <a:pt x="1445387" y="384670"/>
                  </a:lnTo>
                  <a:lnTo>
                    <a:pt x="1488808" y="357289"/>
                  </a:lnTo>
                  <a:lnTo>
                    <a:pt x="1516849" y="353060"/>
                  </a:lnTo>
                  <a:lnTo>
                    <a:pt x="1530985" y="353364"/>
                  </a:lnTo>
                  <a:lnTo>
                    <a:pt x="1574977" y="370852"/>
                  </a:lnTo>
                  <a:lnTo>
                    <a:pt x="1601876" y="407924"/>
                  </a:lnTo>
                  <a:lnTo>
                    <a:pt x="1613103" y="445249"/>
                  </a:lnTo>
                  <a:lnTo>
                    <a:pt x="1618488" y="487426"/>
                  </a:lnTo>
                  <a:lnTo>
                    <a:pt x="1619262" y="501954"/>
                  </a:lnTo>
                  <a:lnTo>
                    <a:pt x="1619262" y="191960"/>
                  </a:lnTo>
                  <a:lnTo>
                    <a:pt x="1567002" y="193535"/>
                  </a:lnTo>
                  <a:lnTo>
                    <a:pt x="1513840" y="207213"/>
                  </a:lnTo>
                  <a:lnTo>
                    <a:pt x="1471320" y="232625"/>
                  </a:lnTo>
                  <a:lnTo>
                    <a:pt x="1437525" y="272567"/>
                  </a:lnTo>
                  <a:lnTo>
                    <a:pt x="1423835" y="298145"/>
                  </a:lnTo>
                  <a:lnTo>
                    <a:pt x="1420964" y="277202"/>
                  </a:lnTo>
                  <a:lnTo>
                    <a:pt x="1403451" y="231101"/>
                  </a:lnTo>
                  <a:lnTo>
                    <a:pt x="1372768" y="203339"/>
                  </a:lnTo>
                  <a:lnTo>
                    <a:pt x="1325892" y="191833"/>
                  </a:lnTo>
                  <a:lnTo>
                    <a:pt x="1296085" y="191249"/>
                  </a:lnTo>
                  <a:lnTo>
                    <a:pt x="1237627" y="193344"/>
                  </a:lnTo>
                  <a:lnTo>
                    <a:pt x="1239393" y="193344"/>
                  </a:lnTo>
                  <a:lnTo>
                    <a:pt x="1233462" y="194678"/>
                  </a:lnTo>
                  <a:lnTo>
                    <a:pt x="1225981" y="244703"/>
                  </a:lnTo>
                  <a:lnTo>
                    <a:pt x="1226070" y="300520"/>
                  </a:lnTo>
                  <a:lnTo>
                    <a:pt x="1225511" y="331089"/>
                  </a:lnTo>
                  <a:lnTo>
                    <a:pt x="1223175" y="395655"/>
                  </a:lnTo>
                  <a:lnTo>
                    <a:pt x="1220279" y="468515"/>
                  </a:lnTo>
                  <a:lnTo>
                    <a:pt x="1211910" y="667016"/>
                  </a:lnTo>
                  <a:lnTo>
                    <a:pt x="1210411" y="703605"/>
                  </a:lnTo>
                  <a:lnTo>
                    <a:pt x="1208697" y="746912"/>
                  </a:lnTo>
                  <a:lnTo>
                    <a:pt x="1205979" y="818591"/>
                  </a:lnTo>
                  <a:lnTo>
                    <a:pt x="1203756" y="880579"/>
                  </a:lnTo>
                  <a:lnTo>
                    <a:pt x="1202169" y="935685"/>
                  </a:lnTo>
                  <a:lnTo>
                    <a:pt x="1202118" y="937717"/>
                  </a:lnTo>
                  <a:lnTo>
                    <a:pt x="1201674" y="970699"/>
                  </a:lnTo>
                  <a:lnTo>
                    <a:pt x="1201559" y="1013688"/>
                  </a:lnTo>
                  <a:lnTo>
                    <a:pt x="1202359" y="1026756"/>
                  </a:lnTo>
                  <a:lnTo>
                    <a:pt x="1212113" y="1070711"/>
                  </a:lnTo>
                  <a:lnTo>
                    <a:pt x="1236357" y="1101229"/>
                  </a:lnTo>
                  <a:lnTo>
                    <a:pt x="1278661" y="1118108"/>
                  </a:lnTo>
                  <a:lnTo>
                    <a:pt x="1308658" y="1120851"/>
                  </a:lnTo>
                  <a:lnTo>
                    <a:pt x="1326159" y="1120698"/>
                  </a:lnTo>
                  <a:lnTo>
                    <a:pt x="1378966" y="1118806"/>
                  </a:lnTo>
                  <a:lnTo>
                    <a:pt x="1394269" y="1087653"/>
                  </a:lnTo>
                  <a:lnTo>
                    <a:pt x="1395120" y="1070711"/>
                  </a:lnTo>
                  <a:lnTo>
                    <a:pt x="1397241" y="1026896"/>
                  </a:lnTo>
                  <a:lnTo>
                    <a:pt x="1399768" y="937717"/>
                  </a:lnTo>
                  <a:lnTo>
                    <a:pt x="1399819" y="935685"/>
                  </a:lnTo>
                  <a:lnTo>
                    <a:pt x="1400390" y="919403"/>
                  </a:lnTo>
                  <a:lnTo>
                    <a:pt x="1400898" y="911021"/>
                  </a:lnTo>
                  <a:lnTo>
                    <a:pt x="1401292" y="903528"/>
                  </a:lnTo>
                  <a:lnTo>
                    <a:pt x="1401572" y="896912"/>
                  </a:lnTo>
                  <a:lnTo>
                    <a:pt x="1401737" y="891184"/>
                  </a:lnTo>
                  <a:lnTo>
                    <a:pt x="1401889" y="884135"/>
                  </a:lnTo>
                  <a:lnTo>
                    <a:pt x="1402194" y="876096"/>
                  </a:lnTo>
                  <a:lnTo>
                    <a:pt x="1402816" y="864158"/>
                  </a:lnTo>
                  <a:lnTo>
                    <a:pt x="1403540" y="851814"/>
                  </a:lnTo>
                  <a:lnTo>
                    <a:pt x="1404188" y="841844"/>
                  </a:lnTo>
                  <a:lnTo>
                    <a:pt x="1404924" y="831215"/>
                  </a:lnTo>
                  <a:lnTo>
                    <a:pt x="1405712" y="819150"/>
                  </a:lnTo>
                  <a:lnTo>
                    <a:pt x="1406613" y="803871"/>
                  </a:lnTo>
                  <a:lnTo>
                    <a:pt x="1407541" y="786447"/>
                  </a:lnTo>
                  <a:lnTo>
                    <a:pt x="1408531" y="766533"/>
                  </a:lnTo>
                  <a:lnTo>
                    <a:pt x="1420368" y="789368"/>
                  </a:lnTo>
                  <a:lnTo>
                    <a:pt x="1449527" y="826465"/>
                  </a:lnTo>
                  <a:lnTo>
                    <a:pt x="1486687" y="851814"/>
                  </a:lnTo>
                  <a:lnTo>
                    <a:pt x="1536242" y="863536"/>
                  </a:lnTo>
                  <a:lnTo>
                    <a:pt x="1565935" y="864158"/>
                  </a:lnTo>
                  <a:lnTo>
                    <a:pt x="1594916" y="861504"/>
                  </a:lnTo>
                  <a:lnTo>
                    <a:pt x="1649437" y="846632"/>
                  </a:lnTo>
                  <a:lnTo>
                    <a:pt x="1699069" y="819150"/>
                  </a:lnTo>
                  <a:lnTo>
                    <a:pt x="1742059" y="779754"/>
                  </a:lnTo>
                  <a:lnTo>
                    <a:pt x="1777898" y="728726"/>
                  </a:lnTo>
                  <a:lnTo>
                    <a:pt x="1805292" y="667016"/>
                  </a:lnTo>
                  <a:lnTo>
                    <a:pt x="1823720" y="594880"/>
                  </a:lnTo>
                  <a:lnTo>
                    <a:pt x="1828952" y="555155"/>
                  </a:lnTo>
                  <a:lnTo>
                    <a:pt x="1831441" y="513041"/>
                  </a:lnTo>
                  <a:close/>
                </a:path>
                <a:path w="2438400" h="1121409">
                  <a:moveTo>
                    <a:pt x="2437904" y="357022"/>
                  </a:moveTo>
                  <a:lnTo>
                    <a:pt x="2437155" y="347091"/>
                  </a:lnTo>
                  <a:lnTo>
                    <a:pt x="2437053" y="345744"/>
                  </a:lnTo>
                  <a:lnTo>
                    <a:pt x="2436558" y="339013"/>
                  </a:lnTo>
                  <a:lnTo>
                    <a:pt x="2423769" y="288836"/>
                  </a:lnTo>
                  <a:lnTo>
                    <a:pt x="2396579" y="246126"/>
                  </a:lnTo>
                  <a:lnTo>
                    <a:pt x="2353145" y="213220"/>
                  </a:lnTo>
                  <a:lnTo>
                    <a:pt x="2314156" y="197815"/>
                  </a:lnTo>
                  <a:lnTo>
                    <a:pt x="2266492" y="188760"/>
                  </a:lnTo>
                  <a:lnTo>
                    <a:pt x="2240826" y="187121"/>
                  </a:lnTo>
                  <a:lnTo>
                    <a:pt x="2237079" y="187121"/>
                  </a:lnTo>
                  <a:lnTo>
                    <a:pt x="2237079" y="405206"/>
                  </a:lnTo>
                  <a:lnTo>
                    <a:pt x="2234933" y="425932"/>
                  </a:lnTo>
                  <a:lnTo>
                    <a:pt x="2213292" y="460400"/>
                  </a:lnTo>
                  <a:lnTo>
                    <a:pt x="2169668" y="485394"/>
                  </a:lnTo>
                  <a:lnTo>
                    <a:pt x="2110663" y="499821"/>
                  </a:lnTo>
                  <a:lnTo>
                    <a:pt x="2075827" y="502983"/>
                  </a:lnTo>
                  <a:lnTo>
                    <a:pt x="2077351" y="490359"/>
                  </a:lnTo>
                  <a:lnTo>
                    <a:pt x="2084120" y="450608"/>
                  </a:lnTo>
                  <a:lnTo>
                    <a:pt x="2095919" y="412038"/>
                  </a:lnTo>
                  <a:lnTo>
                    <a:pt x="2122322" y="370192"/>
                  </a:lnTo>
                  <a:lnTo>
                    <a:pt x="2162213" y="347091"/>
                  </a:lnTo>
                  <a:lnTo>
                    <a:pt x="2174710" y="345744"/>
                  </a:lnTo>
                  <a:lnTo>
                    <a:pt x="2189111" y="346443"/>
                  </a:lnTo>
                  <a:lnTo>
                    <a:pt x="2227656" y="372681"/>
                  </a:lnTo>
                  <a:lnTo>
                    <a:pt x="2237079" y="405206"/>
                  </a:lnTo>
                  <a:lnTo>
                    <a:pt x="2237079" y="187121"/>
                  </a:lnTo>
                  <a:lnTo>
                    <a:pt x="2209622" y="187121"/>
                  </a:lnTo>
                  <a:lnTo>
                    <a:pt x="2172551" y="189699"/>
                  </a:lnTo>
                  <a:lnTo>
                    <a:pt x="2106688" y="202577"/>
                  </a:lnTo>
                  <a:lnTo>
                    <a:pt x="2051519" y="225221"/>
                  </a:lnTo>
                  <a:lnTo>
                    <a:pt x="2005152" y="254609"/>
                  </a:lnTo>
                  <a:lnTo>
                    <a:pt x="1967166" y="289953"/>
                  </a:lnTo>
                  <a:lnTo>
                    <a:pt x="1936838" y="329742"/>
                  </a:lnTo>
                  <a:lnTo>
                    <a:pt x="1913775" y="373214"/>
                  </a:lnTo>
                  <a:lnTo>
                    <a:pt x="1896300" y="417322"/>
                  </a:lnTo>
                  <a:lnTo>
                    <a:pt x="1884057" y="461340"/>
                  </a:lnTo>
                  <a:lnTo>
                    <a:pt x="1876336" y="504228"/>
                  </a:lnTo>
                  <a:lnTo>
                    <a:pt x="1872716" y="545198"/>
                  </a:lnTo>
                  <a:lnTo>
                    <a:pt x="1871865" y="563714"/>
                  </a:lnTo>
                  <a:lnTo>
                    <a:pt x="1871878" y="597700"/>
                  </a:lnTo>
                  <a:lnTo>
                    <a:pt x="1874583" y="633196"/>
                  </a:lnTo>
                  <a:lnTo>
                    <a:pt x="1874697" y="634733"/>
                  </a:lnTo>
                  <a:lnTo>
                    <a:pt x="1889950" y="701103"/>
                  </a:lnTo>
                  <a:lnTo>
                    <a:pt x="1917065" y="753821"/>
                  </a:lnTo>
                  <a:lnTo>
                    <a:pt x="1951901" y="795274"/>
                  </a:lnTo>
                  <a:lnTo>
                    <a:pt x="1993531" y="825995"/>
                  </a:lnTo>
                  <a:lnTo>
                    <a:pt x="2040407" y="846899"/>
                  </a:lnTo>
                  <a:lnTo>
                    <a:pt x="2091664" y="858570"/>
                  </a:lnTo>
                  <a:lnTo>
                    <a:pt x="2143620" y="863333"/>
                  </a:lnTo>
                  <a:lnTo>
                    <a:pt x="2168614" y="863333"/>
                  </a:lnTo>
                  <a:lnTo>
                    <a:pt x="2209177" y="860171"/>
                  </a:lnTo>
                  <a:lnTo>
                    <a:pt x="2249792" y="853465"/>
                  </a:lnTo>
                  <a:lnTo>
                    <a:pt x="2288959" y="842975"/>
                  </a:lnTo>
                  <a:lnTo>
                    <a:pt x="2339937" y="819658"/>
                  </a:lnTo>
                  <a:lnTo>
                    <a:pt x="2377783" y="786409"/>
                  </a:lnTo>
                  <a:lnTo>
                    <a:pt x="2396299" y="743178"/>
                  </a:lnTo>
                  <a:lnTo>
                    <a:pt x="2397074" y="726567"/>
                  </a:lnTo>
                  <a:lnTo>
                    <a:pt x="2395893" y="712838"/>
                  </a:lnTo>
                  <a:lnTo>
                    <a:pt x="2394597" y="705904"/>
                  </a:lnTo>
                  <a:lnTo>
                    <a:pt x="2393315" y="698957"/>
                  </a:lnTo>
                  <a:lnTo>
                    <a:pt x="2370505" y="661416"/>
                  </a:lnTo>
                  <a:lnTo>
                    <a:pt x="2332558" y="640905"/>
                  </a:lnTo>
                  <a:lnTo>
                    <a:pt x="2308212" y="636879"/>
                  </a:lnTo>
                  <a:lnTo>
                    <a:pt x="2295601" y="637311"/>
                  </a:lnTo>
                  <a:lnTo>
                    <a:pt x="2288794" y="640905"/>
                  </a:lnTo>
                  <a:lnTo>
                    <a:pt x="2283917" y="647750"/>
                  </a:lnTo>
                  <a:lnTo>
                    <a:pt x="2280056" y="653072"/>
                  </a:lnTo>
                  <a:lnTo>
                    <a:pt x="2254466" y="683069"/>
                  </a:lnTo>
                  <a:lnTo>
                    <a:pt x="2219020" y="702475"/>
                  </a:lnTo>
                  <a:lnTo>
                    <a:pt x="2191766" y="705904"/>
                  </a:lnTo>
                  <a:lnTo>
                    <a:pt x="2176957" y="705739"/>
                  </a:lnTo>
                  <a:lnTo>
                    <a:pt x="2139365" y="697014"/>
                  </a:lnTo>
                  <a:lnTo>
                    <a:pt x="2104161" y="670966"/>
                  </a:lnTo>
                  <a:lnTo>
                    <a:pt x="2083358" y="633196"/>
                  </a:lnTo>
                  <a:lnTo>
                    <a:pt x="2075459" y="597700"/>
                  </a:lnTo>
                  <a:lnTo>
                    <a:pt x="2085898" y="597242"/>
                  </a:lnTo>
                  <a:lnTo>
                    <a:pt x="2098344" y="596493"/>
                  </a:lnTo>
                  <a:lnTo>
                    <a:pt x="2146998" y="592264"/>
                  </a:lnTo>
                  <a:lnTo>
                    <a:pt x="2184971" y="586257"/>
                  </a:lnTo>
                  <a:lnTo>
                    <a:pt x="2225776" y="577138"/>
                  </a:lnTo>
                  <a:lnTo>
                    <a:pt x="2267394" y="564794"/>
                  </a:lnTo>
                  <a:lnTo>
                    <a:pt x="2308923" y="548894"/>
                  </a:lnTo>
                  <a:lnTo>
                    <a:pt x="2346985" y="527786"/>
                  </a:lnTo>
                  <a:lnTo>
                    <a:pt x="2378532" y="502983"/>
                  </a:lnTo>
                  <a:lnTo>
                    <a:pt x="2407983" y="468541"/>
                  </a:lnTo>
                  <a:lnTo>
                    <a:pt x="2428024" y="429717"/>
                  </a:lnTo>
                  <a:lnTo>
                    <a:pt x="2437409" y="383235"/>
                  </a:lnTo>
                  <a:lnTo>
                    <a:pt x="2437790" y="363131"/>
                  </a:lnTo>
                  <a:lnTo>
                    <a:pt x="2437904" y="357022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19841" y="5818695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0098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98975" y="5817541"/>
              <a:ext cx="3457235" cy="91665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990535" y="7085672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0098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54432" y="7088894"/>
              <a:ext cx="2147926" cy="36025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228874" y="0"/>
              <a:ext cx="5518785" cy="2331085"/>
            </a:xfrm>
            <a:custGeom>
              <a:avLst/>
              <a:gdLst/>
              <a:ahLst/>
              <a:cxnLst/>
              <a:rect l="l" t="t" r="r" b="b"/>
              <a:pathLst>
                <a:path w="5518784" h="2331085">
                  <a:moveTo>
                    <a:pt x="5518240" y="0"/>
                  </a:moveTo>
                  <a:lnTo>
                    <a:pt x="1408710" y="0"/>
                  </a:lnTo>
                  <a:lnTo>
                    <a:pt x="0" y="2331064"/>
                  </a:lnTo>
                  <a:lnTo>
                    <a:pt x="4109529" y="2331064"/>
                  </a:lnTo>
                  <a:lnTo>
                    <a:pt x="5518240" y="0"/>
                  </a:lnTo>
                  <a:close/>
                </a:path>
              </a:pathLst>
            </a:custGeom>
            <a:solidFill>
              <a:srgbClr val="0098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36129" y="1263770"/>
              <a:ext cx="7205980" cy="3040380"/>
            </a:xfrm>
            <a:custGeom>
              <a:avLst/>
              <a:gdLst/>
              <a:ahLst/>
              <a:cxnLst/>
              <a:rect l="l" t="t" r="r" b="b"/>
              <a:pathLst>
                <a:path w="7205980" h="3040379">
                  <a:moveTo>
                    <a:pt x="754595" y="2076310"/>
                  </a:moveTo>
                  <a:lnTo>
                    <a:pt x="727697" y="2047760"/>
                  </a:lnTo>
                  <a:lnTo>
                    <a:pt x="678802" y="2035314"/>
                  </a:lnTo>
                  <a:lnTo>
                    <a:pt x="629742" y="2023859"/>
                  </a:lnTo>
                  <a:lnTo>
                    <a:pt x="580504" y="2013394"/>
                  </a:lnTo>
                  <a:lnTo>
                    <a:pt x="531088" y="2003907"/>
                  </a:lnTo>
                  <a:lnTo>
                    <a:pt x="481520" y="1995411"/>
                  </a:lnTo>
                  <a:lnTo>
                    <a:pt x="431761" y="1987905"/>
                  </a:lnTo>
                  <a:lnTo>
                    <a:pt x="381850" y="1981377"/>
                  </a:lnTo>
                  <a:lnTo>
                    <a:pt x="331774" y="1975840"/>
                  </a:lnTo>
                  <a:lnTo>
                    <a:pt x="281520" y="1971281"/>
                  </a:lnTo>
                  <a:lnTo>
                    <a:pt x="231114" y="1967712"/>
                  </a:lnTo>
                  <a:lnTo>
                    <a:pt x="180530" y="1965134"/>
                  </a:lnTo>
                  <a:lnTo>
                    <a:pt x="145427" y="1964626"/>
                  </a:lnTo>
                  <a:lnTo>
                    <a:pt x="110451" y="1966836"/>
                  </a:lnTo>
                  <a:lnTo>
                    <a:pt x="75907" y="1972932"/>
                  </a:lnTo>
                  <a:lnTo>
                    <a:pt x="42100" y="1984121"/>
                  </a:lnTo>
                  <a:lnTo>
                    <a:pt x="12382" y="2004212"/>
                  </a:lnTo>
                  <a:lnTo>
                    <a:pt x="0" y="2029790"/>
                  </a:lnTo>
                  <a:lnTo>
                    <a:pt x="5346" y="2057400"/>
                  </a:lnTo>
                  <a:lnTo>
                    <a:pt x="32639" y="2086495"/>
                  </a:lnTo>
                  <a:lnTo>
                    <a:pt x="80670" y="2109965"/>
                  </a:lnTo>
                  <a:lnTo>
                    <a:pt x="122224" y="2121662"/>
                  </a:lnTo>
                  <a:lnTo>
                    <a:pt x="165061" y="2128494"/>
                  </a:lnTo>
                  <a:lnTo>
                    <a:pt x="208597" y="2132558"/>
                  </a:lnTo>
                  <a:lnTo>
                    <a:pt x="261531" y="2135746"/>
                  </a:lnTo>
                  <a:lnTo>
                    <a:pt x="314413" y="2137219"/>
                  </a:lnTo>
                  <a:lnTo>
                    <a:pt x="367258" y="2137143"/>
                  </a:lnTo>
                  <a:lnTo>
                    <a:pt x="420077" y="2135644"/>
                  </a:lnTo>
                  <a:lnTo>
                    <a:pt x="472871" y="2132888"/>
                  </a:lnTo>
                  <a:lnTo>
                    <a:pt x="525640" y="2129002"/>
                  </a:lnTo>
                  <a:lnTo>
                    <a:pt x="578396" y="2124138"/>
                  </a:lnTo>
                  <a:lnTo>
                    <a:pt x="631126" y="2118436"/>
                  </a:lnTo>
                  <a:lnTo>
                    <a:pt x="683869" y="2112060"/>
                  </a:lnTo>
                  <a:lnTo>
                    <a:pt x="725144" y="2104097"/>
                  </a:lnTo>
                  <a:lnTo>
                    <a:pt x="754595" y="2076310"/>
                  </a:lnTo>
                  <a:close/>
                </a:path>
                <a:path w="7205980" h="3040379">
                  <a:moveTo>
                    <a:pt x="833323" y="1907413"/>
                  </a:moveTo>
                  <a:lnTo>
                    <a:pt x="683755" y="1739836"/>
                  </a:lnTo>
                  <a:lnTo>
                    <a:pt x="575017" y="1628343"/>
                  </a:lnTo>
                  <a:lnTo>
                    <a:pt x="502132" y="1554416"/>
                  </a:lnTo>
                  <a:lnTo>
                    <a:pt x="467410" y="1521701"/>
                  </a:lnTo>
                  <a:lnTo>
                    <a:pt x="430212" y="1492110"/>
                  </a:lnTo>
                  <a:lnTo>
                    <a:pt x="390017" y="1466634"/>
                  </a:lnTo>
                  <a:lnTo>
                    <a:pt x="346341" y="1446225"/>
                  </a:lnTo>
                  <a:lnTo>
                    <a:pt x="303911" y="1436039"/>
                  </a:lnTo>
                  <a:lnTo>
                    <a:pt x="284530" y="1442148"/>
                  </a:lnTo>
                  <a:lnTo>
                    <a:pt x="270484" y="1451305"/>
                  </a:lnTo>
                  <a:lnTo>
                    <a:pt x="261277" y="1463573"/>
                  </a:lnTo>
                  <a:lnTo>
                    <a:pt x="256413" y="1478991"/>
                  </a:lnTo>
                  <a:lnTo>
                    <a:pt x="255193" y="1500809"/>
                  </a:lnTo>
                  <a:lnTo>
                    <a:pt x="258699" y="1521498"/>
                  </a:lnTo>
                  <a:lnTo>
                    <a:pt x="277787" y="1558658"/>
                  </a:lnTo>
                  <a:lnTo>
                    <a:pt x="310172" y="1598218"/>
                  </a:lnTo>
                  <a:lnTo>
                    <a:pt x="345998" y="1634502"/>
                  </a:lnTo>
                  <a:lnTo>
                    <a:pt x="386156" y="1668830"/>
                  </a:lnTo>
                  <a:lnTo>
                    <a:pt x="427545" y="1701393"/>
                  </a:lnTo>
                  <a:lnTo>
                    <a:pt x="470052" y="1732368"/>
                  </a:lnTo>
                  <a:lnTo>
                    <a:pt x="513575" y="1761896"/>
                  </a:lnTo>
                  <a:lnTo>
                    <a:pt x="557974" y="1790153"/>
                  </a:lnTo>
                  <a:lnTo>
                    <a:pt x="603135" y="1817293"/>
                  </a:lnTo>
                  <a:lnTo>
                    <a:pt x="648957" y="1843481"/>
                  </a:lnTo>
                  <a:lnTo>
                    <a:pt x="695286" y="1868868"/>
                  </a:lnTo>
                  <a:lnTo>
                    <a:pt x="751370" y="1895690"/>
                  </a:lnTo>
                  <a:lnTo>
                    <a:pt x="808939" y="1919566"/>
                  </a:lnTo>
                  <a:lnTo>
                    <a:pt x="814603" y="1920252"/>
                  </a:lnTo>
                  <a:lnTo>
                    <a:pt x="821423" y="1918982"/>
                  </a:lnTo>
                  <a:lnTo>
                    <a:pt x="827735" y="1916264"/>
                  </a:lnTo>
                  <a:lnTo>
                    <a:pt x="831837" y="1912632"/>
                  </a:lnTo>
                  <a:lnTo>
                    <a:pt x="833323" y="1907413"/>
                  </a:lnTo>
                  <a:close/>
                </a:path>
                <a:path w="7205980" h="3040379">
                  <a:moveTo>
                    <a:pt x="949413" y="1770011"/>
                  </a:moveTo>
                  <a:lnTo>
                    <a:pt x="937780" y="1706054"/>
                  </a:lnTo>
                  <a:lnTo>
                    <a:pt x="925804" y="1653311"/>
                  </a:lnTo>
                  <a:lnTo>
                    <a:pt x="910932" y="1592592"/>
                  </a:lnTo>
                  <a:lnTo>
                    <a:pt x="894130" y="1528749"/>
                  </a:lnTo>
                  <a:lnTo>
                    <a:pt x="876325" y="1466608"/>
                  </a:lnTo>
                  <a:lnTo>
                    <a:pt x="858481" y="1410995"/>
                  </a:lnTo>
                  <a:lnTo>
                    <a:pt x="841514" y="1366748"/>
                  </a:lnTo>
                  <a:lnTo>
                    <a:pt x="819315" y="1318526"/>
                  </a:lnTo>
                  <a:lnTo>
                    <a:pt x="794283" y="1271981"/>
                  </a:lnTo>
                  <a:lnTo>
                    <a:pt x="764730" y="1228318"/>
                  </a:lnTo>
                  <a:lnTo>
                    <a:pt x="728980" y="1188745"/>
                  </a:lnTo>
                  <a:lnTo>
                    <a:pt x="695617" y="1166685"/>
                  </a:lnTo>
                  <a:lnTo>
                    <a:pt x="665276" y="1160132"/>
                  </a:lnTo>
                  <a:lnTo>
                    <a:pt x="650430" y="1165466"/>
                  </a:lnTo>
                  <a:lnTo>
                    <a:pt x="639927" y="1177226"/>
                  </a:lnTo>
                  <a:lnTo>
                    <a:pt x="635012" y="1194587"/>
                  </a:lnTo>
                  <a:lnTo>
                    <a:pt x="634238" y="1210691"/>
                  </a:lnTo>
                  <a:lnTo>
                    <a:pt x="634746" y="1226959"/>
                  </a:lnTo>
                  <a:lnTo>
                    <a:pt x="653681" y="1306550"/>
                  </a:lnTo>
                  <a:lnTo>
                    <a:pt x="670687" y="1353045"/>
                  </a:lnTo>
                  <a:lnTo>
                    <a:pt x="690245" y="1398485"/>
                  </a:lnTo>
                  <a:lnTo>
                    <a:pt x="711835" y="1443101"/>
                  </a:lnTo>
                  <a:lnTo>
                    <a:pt x="734961" y="1487093"/>
                  </a:lnTo>
                  <a:lnTo>
                    <a:pt x="758494" y="1530413"/>
                  </a:lnTo>
                  <a:lnTo>
                    <a:pt x="782294" y="1573542"/>
                  </a:lnTo>
                  <a:lnTo>
                    <a:pt x="806678" y="1616303"/>
                  </a:lnTo>
                  <a:lnTo>
                    <a:pt x="831913" y="1658531"/>
                  </a:lnTo>
                  <a:lnTo>
                    <a:pt x="858304" y="1700034"/>
                  </a:lnTo>
                  <a:lnTo>
                    <a:pt x="886129" y="1740636"/>
                  </a:lnTo>
                  <a:lnTo>
                    <a:pt x="916584" y="1781314"/>
                  </a:lnTo>
                  <a:lnTo>
                    <a:pt x="927328" y="1786699"/>
                  </a:lnTo>
                  <a:lnTo>
                    <a:pt x="936193" y="1785886"/>
                  </a:lnTo>
                  <a:lnTo>
                    <a:pt x="943838" y="1781289"/>
                  </a:lnTo>
                  <a:lnTo>
                    <a:pt x="948639" y="1773415"/>
                  </a:lnTo>
                  <a:lnTo>
                    <a:pt x="949159" y="1771700"/>
                  </a:lnTo>
                  <a:lnTo>
                    <a:pt x="949413" y="1770011"/>
                  </a:lnTo>
                  <a:close/>
                </a:path>
                <a:path w="7205980" h="3040379">
                  <a:moveTo>
                    <a:pt x="6346888" y="2128799"/>
                  </a:moveTo>
                  <a:lnTo>
                    <a:pt x="5236984" y="1280655"/>
                  </a:lnTo>
                  <a:lnTo>
                    <a:pt x="3038094" y="1186421"/>
                  </a:lnTo>
                  <a:lnTo>
                    <a:pt x="2032889" y="1374902"/>
                  </a:lnTo>
                  <a:lnTo>
                    <a:pt x="1264843" y="2206269"/>
                  </a:lnTo>
                  <a:lnTo>
                    <a:pt x="1244498" y="2387968"/>
                  </a:lnTo>
                  <a:lnTo>
                    <a:pt x="1415110" y="3008350"/>
                  </a:lnTo>
                  <a:lnTo>
                    <a:pt x="1896770" y="3039770"/>
                  </a:lnTo>
                  <a:lnTo>
                    <a:pt x="6273597" y="2526690"/>
                  </a:lnTo>
                  <a:lnTo>
                    <a:pt x="6346888" y="2128799"/>
                  </a:lnTo>
                  <a:close/>
                </a:path>
                <a:path w="7205980" h="3040379">
                  <a:moveTo>
                    <a:pt x="6593916" y="40779"/>
                  </a:moveTo>
                  <a:lnTo>
                    <a:pt x="6591948" y="22009"/>
                  </a:lnTo>
                  <a:lnTo>
                    <a:pt x="6583324" y="8267"/>
                  </a:lnTo>
                  <a:lnTo>
                    <a:pt x="6569151" y="584"/>
                  </a:lnTo>
                  <a:lnTo>
                    <a:pt x="6550533" y="0"/>
                  </a:lnTo>
                  <a:lnTo>
                    <a:pt x="6537122" y="3048"/>
                  </a:lnTo>
                  <a:lnTo>
                    <a:pt x="6499301" y="21234"/>
                  </a:lnTo>
                  <a:lnTo>
                    <a:pt x="6455981" y="57315"/>
                  </a:lnTo>
                  <a:lnTo>
                    <a:pt x="6418250" y="98539"/>
                  </a:lnTo>
                  <a:lnTo>
                    <a:pt x="6384607" y="143408"/>
                  </a:lnTo>
                  <a:lnTo>
                    <a:pt x="6353569" y="190436"/>
                  </a:lnTo>
                  <a:lnTo>
                    <a:pt x="6331509" y="228561"/>
                  </a:lnTo>
                  <a:lnTo>
                    <a:pt x="6306998" y="276364"/>
                  </a:lnTo>
                  <a:lnTo>
                    <a:pt x="6281305" y="330403"/>
                  </a:lnTo>
                  <a:lnTo>
                    <a:pt x="6255702" y="387248"/>
                  </a:lnTo>
                  <a:lnTo>
                    <a:pt x="6231458" y="443445"/>
                  </a:lnTo>
                  <a:lnTo>
                    <a:pt x="6209843" y="495579"/>
                  </a:lnTo>
                  <a:lnTo>
                    <a:pt x="6192126" y="540194"/>
                  </a:lnTo>
                  <a:lnTo>
                    <a:pt x="6173457" y="593128"/>
                  </a:lnTo>
                  <a:lnTo>
                    <a:pt x="6173051" y="596646"/>
                  </a:lnTo>
                  <a:lnTo>
                    <a:pt x="6173267" y="598500"/>
                  </a:lnTo>
                  <a:lnTo>
                    <a:pt x="6176759" y="607390"/>
                  </a:lnTo>
                  <a:lnTo>
                    <a:pt x="6183744" y="613270"/>
                  </a:lnTo>
                  <a:lnTo>
                    <a:pt x="6192634" y="615391"/>
                  </a:lnTo>
                  <a:lnTo>
                    <a:pt x="6201867" y="612978"/>
                  </a:lnTo>
                  <a:lnTo>
                    <a:pt x="6242634" y="573341"/>
                  </a:lnTo>
                  <a:lnTo>
                    <a:pt x="6278080" y="535038"/>
                  </a:lnTo>
                  <a:lnTo>
                    <a:pt x="6312205" y="495617"/>
                  </a:lnTo>
                  <a:lnTo>
                    <a:pt x="6345288" y="455269"/>
                  </a:lnTo>
                  <a:lnTo>
                    <a:pt x="6377597" y="414235"/>
                  </a:lnTo>
                  <a:lnTo>
                    <a:pt x="6409385" y="372745"/>
                  </a:lnTo>
                  <a:lnTo>
                    <a:pt x="6440919" y="331025"/>
                  </a:lnTo>
                  <a:lnTo>
                    <a:pt x="6472174" y="288518"/>
                  </a:lnTo>
                  <a:lnTo>
                    <a:pt x="6501968" y="245173"/>
                  </a:lnTo>
                  <a:lnTo>
                    <a:pt x="6529832" y="200660"/>
                  </a:lnTo>
                  <a:lnTo>
                    <a:pt x="6555283" y="154686"/>
                  </a:lnTo>
                  <a:lnTo>
                    <a:pt x="6577851" y="106959"/>
                  </a:lnTo>
                  <a:lnTo>
                    <a:pt x="6591871" y="57658"/>
                  </a:lnTo>
                  <a:lnTo>
                    <a:pt x="6593916" y="40779"/>
                  </a:lnTo>
                  <a:close/>
                </a:path>
                <a:path w="7205980" h="3040379">
                  <a:moveTo>
                    <a:pt x="6929425" y="391160"/>
                  </a:moveTo>
                  <a:lnTo>
                    <a:pt x="6927177" y="374408"/>
                  </a:lnTo>
                  <a:lnTo>
                    <a:pt x="6919950" y="360311"/>
                  </a:lnTo>
                  <a:lnTo>
                    <a:pt x="6907263" y="348754"/>
                  </a:lnTo>
                  <a:lnTo>
                    <a:pt x="6888607" y="339623"/>
                  </a:lnTo>
                  <a:lnTo>
                    <a:pt x="6869036" y="340677"/>
                  </a:lnTo>
                  <a:lnTo>
                    <a:pt x="6795605" y="359143"/>
                  </a:lnTo>
                  <a:lnTo>
                    <a:pt x="6750240" y="379907"/>
                  </a:lnTo>
                  <a:lnTo>
                    <a:pt x="6707187" y="405384"/>
                  </a:lnTo>
                  <a:lnTo>
                    <a:pt x="6666116" y="434454"/>
                  </a:lnTo>
                  <a:lnTo>
                    <a:pt x="6587668" y="494322"/>
                  </a:lnTo>
                  <a:lnTo>
                    <a:pt x="6470421" y="584708"/>
                  </a:lnTo>
                  <a:lnTo>
                    <a:pt x="6275692" y="736257"/>
                  </a:lnTo>
                  <a:lnTo>
                    <a:pt x="6267158" y="754545"/>
                  </a:lnTo>
                  <a:lnTo>
                    <a:pt x="6267767" y="760183"/>
                  </a:lnTo>
                  <a:lnTo>
                    <a:pt x="6271298" y="764552"/>
                  </a:lnTo>
                  <a:lnTo>
                    <a:pt x="6277241" y="768286"/>
                  </a:lnTo>
                  <a:lnTo>
                    <a:pt x="6283960" y="770597"/>
                  </a:lnTo>
                  <a:lnTo>
                    <a:pt x="6289840" y="770699"/>
                  </a:lnTo>
                  <a:lnTo>
                    <a:pt x="6321272" y="762558"/>
                  </a:lnTo>
                  <a:lnTo>
                    <a:pt x="6383744" y="744778"/>
                  </a:lnTo>
                  <a:lnTo>
                    <a:pt x="6460299" y="716648"/>
                  </a:lnTo>
                  <a:lnTo>
                    <a:pt x="6505892" y="698385"/>
                  </a:lnTo>
                  <a:lnTo>
                    <a:pt x="6551117" y="679310"/>
                  </a:lnTo>
                  <a:lnTo>
                    <a:pt x="6595910" y="659269"/>
                  </a:lnTo>
                  <a:lnTo>
                    <a:pt x="6640195" y="638149"/>
                  </a:lnTo>
                  <a:lnTo>
                    <a:pt x="6683908" y="615810"/>
                  </a:lnTo>
                  <a:lnTo>
                    <a:pt x="6726987" y="592137"/>
                  </a:lnTo>
                  <a:lnTo>
                    <a:pt x="6769367" y="566978"/>
                  </a:lnTo>
                  <a:lnTo>
                    <a:pt x="6810984" y="540232"/>
                  </a:lnTo>
                  <a:lnTo>
                    <a:pt x="6853809" y="507580"/>
                  </a:lnTo>
                  <a:lnTo>
                    <a:pt x="6893712" y="471030"/>
                  </a:lnTo>
                  <a:lnTo>
                    <a:pt x="6919658" y="435076"/>
                  </a:lnTo>
                  <a:lnTo>
                    <a:pt x="6929425" y="391160"/>
                  </a:lnTo>
                  <a:close/>
                </a:path>
                <a:path w="7205980" h="3040379">
                  <a:moveTo>
                    <a:pt x="7093890" y="1001382"/>
                  </a:moveTo>
                  <a:lnTo>
                    <a:pt x="7059054" y="947788"/>
                  </a:lnTo>
                  <a:lnTo>
                    <a:pt x="6992506" y="920000"/>
                  </a:lnTo>
                  <a:lnTo>
                    <a:pt x="6921474" y="908177"/>
                  </a:lnTo>
                  <a:lnTo>
                    <a:pt x="6869544" y="903617"/>
                  </a:lnTo>
                  <a:lnTo>
                    <a:pt x="6817614" y="900112"/>
                  </a:lnTo>
                  <a:lnTo>
                    <a:pt x="6765671" y="897648"/>
                  </a:lnTo>
                  <a:lnTo>
                    <a:pt x="6713715" y="896239"/>
                  </a:lnTo>
                  <a:lnTo>
                    <a:pt x="6661772" y="895883"/>
                  </a:lnTo>
                  <a:lnTo>
                    <a:pt x="6609816" y="896581"/>
                  </a:lnTo>
                  <a:lnTo>
                    <a:pt x="6557873" y="898321"/>
                  </a:lnTo>
                  <a:lnTo>
                    <a:pt x="6505918" y="901115"/>
                  </a:lnTo>
                  <a:lnTo>
                    <a:pt x="6453962" y="904963"/>
                  </a:lnTo>
                  <a:lnTo>
                    <a:pt x="6402019" y="909853"/>
                  </a:lnTo>
                  <a:lnTo>
                    <a:pt x="6350076" y="915797"/>
                  </a:lnTo>
                  <a:lnTo>
                    <a:pt x="6317678" y="941692"/>
                  </a:lnTo>
                  <a:lnTo>
                    <a:pt x="6318682" y="953795"/>
                  </a:lnTo>
                  <a:lnTo>
                    <a:pt x="6383414" y="989037"/>
                  </a:lnTo>
                  <a:lnTo>
                    <a:pt x="6430721" y="1001839"/>
                  </a:lnTo>
                  <a:lnTo>
                    <a:pt x="6478117" y="1014082"/>
                  </a:lnTo>
                  <a:lnTo>
                    <a:pt x="6525628" y="1025652"/>
                  </a:lnTo>
                  <a:lnTo>
                    <a:pt x="6573291" y="1036434"/>
                  </a:lnTo>
                  <a:lnTo>
                    <a:pt x="6621132" y="1046327"/>
                  </a:lnTo>
                  <a:lnTo>
                    <a:pt x="6669151" y="1055204"/>
                  </a:lnTo>
                  <a:lnTo>
                    <a:pt x="6717373" y="1062977"/>
                  </a:lnTo>
                  <a:lnTo>
                    <a:pt x="6765849" y="1069517"/>
                  </a:lnTo>
                  <a:lnTo>
                    <a:pt x="6814566" y="1074724"/>
                  </a:lnTo>
                  <a:lnTo>
                    <a:pt x="6863562" y="1078484"/>
                  </a:lnTo>
                  <a:lnTo>
                    <a:pt x="6908584" y="1080490"/>
                  </a:lnTo>
                  <a:lnTo>
                    <a:pt x="6953390" y="1079500"/>
                  </a:lnTo>
                  <a:lnTo>
                    <a:pt x="6997738" y="1073289"/>
                  </a:lnTo>
                  <a:lnTo>
                    <a:pt x="7041413" y="1059611"/>
                  </a:lnTo>
                  <a:lnTo>
                    <a:pt x="7083615" y="1029360"/>
                  </a:lnTo>
                  <a:lnTo>
                    <a:pt x="7093890" y="1001382"/>
                  </a:lnTo>
                  <a:close/>
                </a:path>
                <a:path w="7205980" h="3040379">
                  <a:moveTo>
                    <a:pt x="7205510" y="2338222"/>
                  </a:moveTo>
                  <a:lnTo>
                    <a:pt x="7027494" y="1856562"/>
                  </a:lnTo>
                  <a:lnTo>
                    <a:pt x="6692430" y="2212568"/>
                  </a:lnTo>
                  <a:lnTo>
                    <a:pt x="6859968" y="2652115"/>
                  </a:lnTo>
                  <a:lnTo>
                    <a:pt x="7205510" y="2338222"/>
                  </a:lnTo>
                  <a:close/>
                </a:path>
              </a:pathLst>
            </a:custGeom>
            <a:solidFill>
              <a:srgbClr val="0069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00896" y="1802918"/>
              <a:ext cx="7295983" cy="283245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599269" y="560545"/>
              <a:ext cx="2633345" cy="825500"/>
            </a:xfrm>
            <a:custGeom>
              <a:avLst/>
              <a:gdLst/>
              <a:ahLst/>
              <a:cxnLst/>
              <a:rect l="l" t="t" r="r" b="b"/>
              <a:pathLst>
                <a:path w="2633345" h="825500">
                  <a:moveTo>
                    <a:pt x="350939" y="186016"/>
                  </a:moveTo>
                  <a:lnTo>
                    <a:pt x="346367" y="138912"/>
                  </a:lnTo>
                  <a:lnTo>
                    <a:pt x="333286" y="99326"/>
                  </a:lnTo>
                  <a:lnTo>
                    <a:pt x="312686" y="66941"/>
                  </a:lnTo>
                  <a:lnTo>
                    <a:pt x="258254" y="24841"/>
                  </a:lnTo>
                  <a:lnTo>
                    <a:pt x="258254" y="188874"/>
                  </a:lnTo>
                  <a:lnTo>
                    <a:pt x="252196" y="238277"/>
                  </a:lnTo>
                  <a:lnTo>
                    <a:pt x="234835" y="276250"/>
                  </a:lnTo>
                  <a:lnTo>
                    <a:pt x="207352" y="303009"/>
                  </a:lnTo>
                  <a:lnTo>
                    <a:pt x="170954" y="318744"/>
                  </a:lnTo>
                  <a:lnTo>
                    <a:pt x="126822" y="323684"/>
                  </a:lnTo>
                  <a:lnTo>
                    <a:pt x="120230" y="323684"/>
                  </a:lnTo>
                  <a:lnTo>
                    <a:pt x="110413" y="323456"/>
                  </a:lnTo>
                  <a:lnTo>
                    <a:pt x="102781" y="323011"/>
                  </a:lnTo>
                  <a:lnTo>
                    <a:pt x="96278" y="322173"/>
                  </a:lnTo>
                  <a:lnTo>
                    <a:pt x="96278" y="70243"/>
                  </a:lnTo>
                  <a:lnTo>
                    <a:pt x="103073" y="69011"/>
                  </a:lnTo>
                  <a:lnTo>
                    <a:pt x="111899" y="67957"/>
                  </a:lnTo>
                  <a:lnTo>
                    <a:pt x="122847" y="67208"/>
                  </a:lnTo>
                  <a:lnTo>
                    <a:pt x="136055" y="66941"/>
                  </a:lnTo>
                  <a:lnTo>
                    <a:pt x="186931" y="74752"/>
                  </a:lnTo>
                  <a:lnTo>
                    <a:pt x="225450" y="97929"/>
                  </a:lnTo>
                  <a:lnTo>
                    <a:pt x="249821" y="136105"/>
                  </a:lnTo>
                  <a:lnTo>
                    <a:pt x="258254" y="188874"/>
                  </a:lnTo>
                  <a:lnTo>
                    <a:pt x="258254" y="24841"/>
                  </a:lnTo>
                  <a:lnTo>
                    <a:pt x="255371" y="23088"/>
                  </a:lnTo>
                  <a:lnTo>
                    <a:pt x="219824" y="10210"/>
                  </a:lnTo>
                  <a:lnTo>
                    <a:pt x="177457" y="2540"/>
                  </a:lnTo>
                  <a:lnTo>
                    <a:pt x="126911" y="0"/>
                  </a:lnTo>
                  <a:lnTo>
                    <a:pt x="94488" y="558"/>
                  </a:lnTo>
                  <a:lnTo>
                    <a:pt x="63512" y="2184"/>
                  </a:lnTo>
                  <a:lnTo>
                    <a:pt x="34721" y="4787"/>
                  </a:lnTo>
                  <a:lnTo>
                    <a:pt x="8839" y="8267"/>
                  </a:lnTo>
                  <a:lnTo>
                    <a:pt x="8839" y="385978"/>
                  </a:lnTo>
                  <a:lnTo>
                    <a:pt x="27063" y="388124"/>
                  </a:lnTo>
                  <a:lnTo>
                    <a:pt x="49580" y="389928"/>
                  </a:lnTo>
                  <a:lnTo>
                    <a:pt x="76593" y="391185"/>
                  </a:lnTo>
                  <a:lnTo>
                    <a:pt x="108305" y="391655"/>
                  </a:lnTo>
                  <a:lnTo>
                    <a:pt x="162331" y="388620"/>
                  </a:lnTo>
                  <a:lnTo>
                    <a:pt x="210642" y="379399"/>
                  </a:lnTo>
                  <a:lnTo>
                    <a:pt x="252425" y="363855"/>
                  </a:lnTo>
                  <a:lnTo>
                    <a:pt x="286905" y="341833"/>
                  </a:lnTo>
                  <a:lnTo>
                    <a:pt x="332879" y="279895"/>
                  </a:lnTo>
                  <a:lnTo>
                    <a:pt x="346176" y="237083"/>
                  </a:lnTo>
                  <a:lnTo>
                    <a:pt x="350939" y="186016"/>
                  </a:lnTo>
                  <a:close/>
                </a:path>
                <a:path w="2633345" h="825500">
                  <a:moveTo>
                    <a:pt x="427266" y="818629"/>
                  </a:moveTo>
                  <a:lnTo>
                    <a:pt x="406476" y="433971"/>
                  </a:lnTo>
                  <a:lnTo>
                    <a:pt x="291934" y="433971"/>
                  </a:lnTo>
                  <a:lnTo>
                    <a:pt x="250812" y="561949"/>
                  </a:lnTo>
                  <a:lnTo>
                    <a:pt x="231444" y="630364"/>
                  </a:lnTo>
                  <a:lnTo>
                    <a:pt x="213982" y="700062"/>
                  </a:lnTo>
                  <a:lnTo>
                    <a:pt x="212115" y="700062"/>
                  </a:lnTo>
                  <a:lnTo>
                    <a:pt x="197040" y="630923"/>
                  </a:lnTo>
                  <a:lnTo>
                    <a:pt x="179273" y="562521"/>
                  </a:lnTo>
                  <a:lnTo>
                    <a:pt x="141503" y="433971"/>
                  </a:lnTo>
                  <a:lnTo>
                    <a:pt x="24790" y="433971"/>
                  </a:lnTo>
                  <a:lnTo>
                    <a:pt x="0" y="818629"/>
                  </a:lnTo>
                  <a:lnTo>
                    <a:pt x="81013" y="818629"/>
                  </a:lnTo>
                  <a:lnTo>
                    <a:pt x="88239" y="672642"/>
                  </a:lnTo>
                  <a:lnTo>
                    <a:pt x="89954" y="634847"/>
                  </a:lnTo>
                  <a:lnTo>
                    <a:pt x="94640" y="513041"/>
                  </a:lnTo>
                  <a:lnTo>
                    <a:pt x="95846" y="513041"/>
                  </a:lnTo>
                  <a:lnTo>
                    <a:pt x="103606" y="551599"/>
                  </a:lnTo>
                  <a:lnTo>
                    <a:pt x="112242" y="590384"/>
                  </a:lnTo>
                  <a:lnTo>
                    <a:pt x="121412" y="628167"/>
                  </a:lnTo>
                  <a:lnTo>
                    <a:pt x="172516" y="812330"/>
                  </a:lnTo>
                  <a:lnTo>
                    <a:pt x="240550" y="812330"/>
                  </a:lnTo>
                  <a:lnTo>
                    <a:pt x="299148" y="626783"/>
                  </a:lnTo>
                  <a:lnTo>
                    <a:pt x="310413" y="589127"/>
                  </a:lnTo>
                  <a:lnTo>
                    <a:pt x="321271" y="550760"/>
                  </a:lnTo>
                  <a:lnTo>
                    <a:pt x="331165" y="513041"/>
                  </a:lnTo>
                  <a:lnTo>
                    <a:pt x="332765" y="513041"/>
                  </a:lnTo>
                  <a:lnTo>
                    <a:pt x="332943" y="555028"/>
                  </a:lnTo>
                  <a:lnTo>
                    <a:pt x="333692" y="595934"/>
                  </a:lnTo>
                  <a:lnTo>
                    <a:pt x="334810" y="635000"/>
                  </a:lnTo>
                  <a:lnTo>
                    <a:pt x="342138" y="818629"/>
                  </a:lnTo>
                  <a:lnTo>
                    <a:pt x="427266" y="818629"/>
                  </a:lnTo>
                  <a:close/>
                </a:path>
                <a:path w="2633345" h="825500">
                  <a:moveTo>
                    <a:pt x="630453" y="241503"/>
                  </a:moveTo>
                  <a:lnTo>
                    <a:pt x="627811" y="216408"/>
                  </a:lnTo>
                  <a:lnTo>
                    <a:pt x="626148" y="200469"/>
                  </a:lnTo>
                  <a:lnTo>
                    <a:pt x="612508" y="162560"/>
                  </a:lnTo>
                  <a:lnTo>
                    <a:pt x="610374" y="159791"/>
                  </a:lnTo>
                  <a:lnTo>
                    <a:pt x="588454" y="131229"/>
                  </a:lnTo>
                  <a:lnTo>
                    <a:pt x="552945" y="109905"/>
                  </a:lnTo>
                  <a:lnTo>
                    <a:pt x="549186" y="109296"/>
                  </a:lnTo>
                  <a:lnTo>
                    <a:pt x="549186" y="216408"/>
                  </a:lnTo>
                  <a:lnTo>
                    <a:pt x="445846" y="216408"/>
                  </a:lnTo>
                  <a:lnTo>
                    <a:pt x="450151" y="197815"/>
                  </a:lnTo>
                  <a:lnTo>
                    <a:pt x="460057" y="179438"/>
                  </a:lnTo>
                  <a:lnTo>
                    <a:pt x="476427" y="165392"/>
                  </a:lnTo>
                  <a:lnTo>
                    <a:pt x="500151" y="159791"/>
                  </a:lnTo>
                  <a:lnTo>
                    <a:pt x="524624" y="165696"/>
                  </a:lnTo>
                  <a:lnTo>
                    <a:pt x="539648" y="180263"/>
                  </a:lnTo>
                  <a:lnTo>
                    <a:pt x="547192" y="198742"/>
                  </a:lnTo>
                  <a:lnTo>
                    <a:pt x="549186" y="216408"/>
                  </a:lnTo>
                  <a:lnTo>
                    <a:pt x="549186" y="109296"/>
                  </a:lnTo>
                  <a:lnTo>
                    <a:pt x="504888" y="102031"/>
                  </a:lnTo>
                  <a:lnTo>
                    <a:pt x="452818" y="110769"/>
                  </a:lnTo>
                  <a:lnTo>
                    <a:pt x="413004" y="134200"/>
                  </a:lnTo>
                  <a:lnTo>
                    <a:pt x="385038" y="168224"/>
                  </a:lnTo>
                  <a:lnTo>
                    <a:pt x="368541" y="208686"/>
                  </a:lnTo>
                  <a:lnTo>
                    <a:pt x="363131" y="251485"/>
                  </a:lnTo>
                  <a:lnTo>
                    <a:pt x="369544" y="299415"/>
                  </a:lnTo>
                  <a:lnTo>
                    <a:pt x="388493" y="339128"/>
                  </a:lnTo>
                  <a:lnTo>
                    <a:pt x="419163" y="368668"/>
                  </a:lnTo>
                  <a:lnTo>
                    <a:pt x="460933" y="387210"/>
                  </a:lnTo>
                  <a:lnTo>
                    <a:pt x="513105" y="393636"/>
                  </a:lnTo>
                  <a:lnTo>
                    <a:pt x="540842" y="392531"/>
                  </a:lnTo>
                  <a:lnTo>
                    <a:pt x="567270" y="389229"/>
                  </a:lnTo>
                  <a:lnTo>
                    <a:pt x="592099" y="383705"/>
                  </a:lnTo>
                  <a:lnTo>
                    <a:pt x="614984" y="375983"/>
                  </a:lnTo>
                  <a:lnTo>
                    <a:pt x="605561" y="329069"/>
                  </a:lnTo>
                  <a:lnTo>
                    <a:pt x="603186" y="317220"/>
                  </a:lnTo>
                  <a:lnTo>
                    <a:pt x="585304" y="322402"/>
                  </a:lnTo>
                  <a:lnTo>
                    <a:pt x="566750" y="326097"/>
                  </a:lnTo>
                  <a:lnTo>
                    <a:pt x="547065" y="328320"/>
                  </a:lnTo>
                  <a:lnTo>
                    <a:pt x="525818" y="329069"/>
                  </a:lnTo>
                  <a:lnTo>
                    <a:pt x="496582" y="325831"/>
                  </a:lnTo>
                  <a:lnTo>
                    <a:pt x="471855" y="316001"/>
                  </a:lnTo>
                  <a:lnTo>
                    <a:pt x="454304" y="299415"/>
                  </a:lnTo>
                  <a:lnTo>
                    <a:pt x="446557" y="275907"/>
                  </a:lnTo>
                  <a:lnTo>
                    <a:pt x="627316" y="275907"/>
                  </a:lnTo>
                  <a:lnTo>
                    <a:pt x="628459" y="269951"/>
                  </a:lnTo>
                  <a:lnTo>
                    <a:pt x="629462" y="261975"/>
                  </a:lnTo>
                  <a:lnTo>
                    <a:pt x="630186" y="252361"/>
                  </a:lnTo>
                  <a:lnTo>
                    <a:pt x="630453" y="241503"/>
                  </a:lnTo>
                  <a:close/>
                </a:path>
                <a:path w="2633345" h="825500">
                  <a:moveTo>
                    <a:pt x="733653" y="818629"/>
                  </a:moveTo>
                  <a:lnTo>
                    <a:pt x="732790" y="799947"/>
                  </a:lnTo>
                  <a:lnTo>
                    <a:pt x="732066" y="778776"/>
                  </a:lnTo>
                  <a:lnTo>
                    <a:pt x="731558" y="755142"/>
                  </a:lnTo>
                  <a:lnTo>
                    <a:pt x="731367" y="729094"/>
                  </a:lnTo>
                  <a:lnTo>
                    <a:pt x="731367" y="539280"/>
                  </a:lnTo>
                  <a:lnTo>
                    <a:pt x="643813" y="539280"/>
                  </a:lnTo>
                  <a:lnTo>
                    <a:pt x="643813" y="712736"/>
                  </a:lnTo>
                  <a:lnTo>
                    <a:pt x="642810" y="719124"/>
                  </a:lnTo>
                  <a:lnTo>
                    <a:pt x="613181" y="751967"/>
                  </a:lnTo>
                  <a:lnTo>
                    <a:pt x="597166" y="754748"/>
                  </a:lnTo>
                  <a:lnTo>
                    <a:pt x="577278" y="750290"/>
                  </a:lnTo>
                  <a:lnTo>
                    <a:pt x="563587" y="737400"/>
                  </a:lnTo>
                  <a:lnTo>
                    <a:pt x="555675" y="716864"/>
                  </a:lnTo>
                  <a:lnTo>
                    <a:pt x="553135" y="689406"/>
                  </a:lnTo>
                  <a:lnTo>
                    <a:pt x="553135" y="539280"/>
                  </a:lnTo>
                  <a:lnTo>
                    <a:pt x="465569" y="539280"/>
                  </a:lnTo>
                  <a:lnTo>
                    <a:pt x="465569" y="703516"/>
                  </a:lnTo>
                  <a:lnTo>
                    <a:pt x="472960" y="758723"/>
                  </a:lnTo>
                  <a:lnTo>
                    <a:pt x="493534" y="796417"/>
                  </a:lnTo>
                  <a:lnTo>
                    <a:pt x="524814" y="818019"/>
                  </a:lnTo>
                  <a:lnTo>
                    <a:pt x="564349" y="824903"/>
                  </a:lnTo>
                  <a:lnTo>
                    <a:pt x="597776" y="820191"/>
                  </a:lnTo>
                  <a:lnTo>
                    <a:pt x="622960" y="808520"/>
                  </a:lnTo>
                  <a:lnTo>
                    <a:pt x="640740" y="793623"/>
                  </a:lnTo>
                  <a:lnTo>
                    <a:pt x="651992" y="779208"/>
                  </a:lnTo>
                  <a:lnTo>
                    <a:pt x="653808" y="779208"/>
                  </a:lnTo>
                  <a:lnTo>
                    <a:pt x="657834" y="818629"/>
                  </a:lnTo>
                  <a:lnTo>
                    <a:pt x="733653" y="818629"/>
                  </a:lnTo>
                  <a:close/>
                </a:path>
                <a:path w="2633345" h="825500">
                  <a:moveTo>
                    <a:pt x="817156" y="108305"/>
                  </a:moveTo>
                  <a:lnTo>
                    <a:pt x="754214" y="108305"/>
                  </a:lnTo>
                  <a:lnTo>
                    <a:pt x="754214" y="28638"/>
                  </a:lnTo>
                  <a:lnTo>
                    <a:pt x="668705" y="48285"/>
                  </a:lnTo>
                  <a:lnTo>
                    <a:pt x="668705" y="108305"/>
                  </a:lnTo>
                  <a:lnTo>
                    <a:pt x="631342" y="108305"/>
                  </a:lnTo>
                  <a:lnTo>
                    <a:pt x="631342" y="172364"/>
                  </a:lnTo>
                  <a:lnTo>
                    <a:pt x="668705" y="172364"/>
                  </a:lnTo>
                  <a:lnTo>
                    <a:pt x="668705" y="286613"/>
                  </a:lnTo>
                  <a:lnTo>
                    <a:pt x="670204" y="313956"/>
                  </a:lnTo>
                  <a:lnTo>
                    <a:pt x="682244" y="355053"/>
                  </a:lnTo>
                  <a:lnTo>
                    <a:pt x="720483" y="386943"/>
                  </a:lnTo>
                  <a:lnTo>
                    <a:pt x="758761" y="393636"/>
                  </a:lnTo>
                  <a:lnTo>
                    <a:pt x="776351" y="393039"/>
                  </a:lnTo>
                  <a:lnTo>
                    <a:pt x="792035" y="391426"/>
                  </a:lnTo>
                  <a:lnTo>
                    <a:pt x="805230" y="389051"/>
                  </a:lnTo>
                  <a:lnTo>
                    <a:pt x="815403" y="386181"/>
                  </a:lnTo>
                  <a:lnTo>
                    <a:pt x="814705" y="320192"/>
                  </a:lnTo>
                  <a:lnTo>
                    <a:pt x="809688" y="321195"/>
                  </a:lnTo>
                  <a:lnTo>
                    <a:pt x="803681" y="322021"/>
                  </a:lnTo>
                  <a:lnTo>
                    <a:pt x="796683" y="322580"/>
                  </a:lnTo>
                  <a:lnTo>
                    <a:pt x="788720" y="322795"/>
                  </a:lnTo>
                  <a:lnTo>
                    <a:pt x="772325" y="319836"/>
                  </a:lnTo>
                  <a:lnTo>
                    <a:pt x="761695" y="310819"/>
                  </a:lnTo>
                  <a:lnTo>
                    <a:pt x="755942" y="295478"/>
                  </a:lnTo>
                  <a:lnTo>
                    <a:pt x="754214" y="273583"/>
                  </a:lnTo>
                  <a:lnTo>
                    <a:pt x="754214" y="172364"/>
                  </a:lnTo>
                  <a:lnTo>
                    <a:pt x="817156" y="172364"/>
                  </a:lnTo>
                  <a:lnTo>
                    <a:pt x="817156" y="108305"/>
                  </a:lnTo>
                  <a:close/>
                </a:path>
                <a:path w="2633345" h="825500">
                  <a:moveTo>
                    <a:pt x="863180" y="413423"/>
                  </a:moveTo>
                  <a:lnTo>
                    <a:pt x="775627" y="413423"/>
                  </a:lnTo>
                  <a:lnTo>
                    <a:pt x="775627" y="818616"/>
                  </a:lnTo>
                  <a:lnTo>
                    <a:pt x="863180" y="818616"/>
                  </a:lnTo>
                  <a:lnTo>
                    <a:pt x="863180" y="413423"/>
                  </a:lnTo>
                  <a:close/>
                </a:path>
                <a:path w="2633345" h="825500">
                  <a:moveTo>
                    <a:pt x="1068222" y="539280"/>
                  </a:moveTo>
                  <a:lnTo>
                    <a:pt x="1005293" y="539280"/>
                  </a:lnTo>
                  <a:lnTo>
                    <a:pt x="1005293" y="459625"/>
                  </a:lnTo>
                  <a:lnTo>
                    <a:pt x="919784" y="479259"/>
                  </a:lnTo>
                  <a:lnTo>
                    <a:pt x="919784" y="539280"/>
                  </a:lnTo>
                  <a:lnTo>
                    <a:pt x="882421" y="539280"/>
                  </a:lnTo>
                  <a:lnTo>
                    <a:pt x="882421" y="603338"/>
                  </a:lnTo>
                  <a:lnTo>
                    <a:pt x="919784" y="603338"/>
                  </a:lnTo>
                  <a:lnTo>
                    <a:pt x="919784" y="717588"/>
                  </a:lnTo>
                  <a:lnTo>
                    <a:pt x="921270" y="744931"/>
                  </a:lnTo>
                  <a:lnTo>
                    <a:pt x="933323" y="786041"/>
                  </a:lnTo>
                  <a:lnTo>
                    <a:pt x="971562" y="817918"/>
                  </a:lnTo>
                  <a:lnTo>
                    <a:pt x="1009840" y="824611"/>
                  </a:lnTo>
                  <a:lnTo>
                    <a:pt x="1027430" y="824014"/>
                  </a:lnTo>
                  <a:lnTo>
                    <a:pt x="1043101" y="822401"/>
                  </a:lnTo>
                  <a:lnTo>
                    <a:pt x="1056309" y="820026"/>
                  </a:lnTo>
                  <a:lnTo>
                    <a:pt x="1066482" y="817156"/>
                  </a:lnTo>
                  <a:lnTo>
                    <a:pt x="1065771" y="751166"/>
                  </a:lnTo>
                  <a:lnTo>
                    <a:pt x="1060767" y="752170"/>
                  </a:lnTo>
                  <a:lnTo>
                    <a:pt x="1054760" y="752995"/>
                  </a:lnTo>
                  <a:lnTo>
                    <a:pt x="1047762" y="753554"/>
                  </a:lnTo>
                  <a:lnTo>
                    <a:pt x="1039799" y="753770"/>
                  </a:lnTo>
                  <a:lnTo>
                    <a:pt x="1023404" y="750811"/>
                  </a:lnTo>
                  <a:lnTo>
                    <a:pt x="1012761" y="741794"/>
                  </a:lnTo>
                  <a:lnTo>
                    <a:pt x="1007021" y="726452"/>
                  </a:lnTo>
                  <a:lnTo>
                    <a:pt x="1005293" y="704557"/>
                  </a:lnTo>
                  <a:lnTo>
                    <a:pt x="1005293" y="603338"/>
                  </a:lnTo>
                  <a:lnTo>
                    <a:pt x="1068222" y="603338"/>
                  </a:lnTo>
                  <a:lnTo>
                    <a:pt x="1068222" y="539280"/>
                  </a:lnTo>
                  <a:close/>
                </a:path>
                <a:path w="2633345" h="825500">
                  <a:moveTo>
                    <a:pt x="1090129" y="241503"/>
                  </a:moveTo>
                  <a:lnTo>
                    <a:pt x="1087488" y="216408"/>
                  </a:lnTo>
                  <a:lnTo>
                    <a:pt x="1085824" y="200469"/>
                  </a:lnTo>
                  <a:lnTo>
                    <a:pt x="1072172" y="162560"/>
                  </a:lnTo>
                  <a:lnTo>
                    <a:pt x="1070051" y="159791"/>
                  </a:lnTo>
                  <a:lnTo>
                    <a:pt x="1048131" y="131229"/>
                  </a:lnTo>
                  <a:lnTo>
                    <a:pt x="1012621" y="109905"/>
                  </a:lnTo>
                  <a:lnTo>
                    <a:pt x="1008862" y="109296"/>
                  </a:lnTo>
                  <a:lnTo>
                    <a:pt x="1008862" y="216408"/>
                  </a:lnTo>
                  <a:lnTo>
                    <a:pt x="905522" y="216408"/>
                  </a:lnTo>
                  <a:lnTo>
                    <a:pt x="909828" y="197815"/>
                  </a:lnTo>
                  <a:lnTo>
                    <a:pt x="919734" y="179438"/>
                  </a:lnTo>
                  <a:lnTo>
                    <a:pt x="936104" y="165392"/>
                  </a:lnTo>
                  <a:lnTo>
                    <a:pt x="959827" y="159791"/>
                  </a:lnTo>
                  <a:lnTo>
                    <a:pt x="984300" y="165696"/>
                  </a:lnTo>
                  <a:lnTo>
                    <a:pt x="999324" y="180263"/>
                  </a:lnTo>
                  <a:lnTo>
                    <a:pt x="1006868" y="198742"/>
                  </a:lnTo>
                  <a:lnTo>
                    <a:pt x="1008862" y="216408"/>
                  </a:lnTo>
                  <a:lnTo>
                    <a:pt x="1008862" y="109296"/>
                  </a:lnTo>
                  <a:lnTo>
                    <a:pt x="964565" y="102031"/>
                  </a:lnTo>
                  <a:lnTo>
                    <a:pt x="912495" y="110769"/>
                  </a:lnTo>
                  <a:lnTo>
                    <a:pt x="872680" y="134200"/>
                  </a:lnTo>
                  <a:lnTo>
                    <a:pt x="844715" y="168224"/>
                  </a:lnTo>
                  <a:lnTo>
                    <a:pt x="828217" y="208686"/>
                  </a:lnTo>
                  <a:lnTo>
                    <a:pt x="822807" y="251485"/>
                  </a:lnTo>
                  <a:lnTo>
                    <a:pt x="829221" y="299415"/>
                  </a:lnTo>
                  <a:lnTo>
                    <a:pt x="848156" y="339128"/>
                  </a:lnTo>
                  <a:lnTo>
                    <a:pt x="878840" y="368668"/>
                  </a:lnTo>
                  <a:lnTo>
                    <a:pt x="920597" y="387210"/>
                  </a:lnTo>
                  <a:lnTo>
                    <a:pt x="972781" y="393636"/>
                  </a:lnTo>
                  <a:lnTo>
                    <a:pt x="1000518" y="392531"/>
                  </a:lnTo>
                  <a:lnTo>
                    <a:pt x="1026947" y="389229"/>
                  </a:lnTo>
                  <a:lnTo>
                    <a:pt x="1051775" y="383705"/>
                  </a:lnTo>
                  <a:lnTo>
                    <a:pt x="1074661" y="375983"/>
                  </a:lnTo>
                  <a:lnTo>
                    <a:pt x="1065237" y="329069"/>
                  </a:lnTo>
                  <a:lnTo>
                    <a:pt x="1062863" y="317220"/>
                  </a:lnTo>
                  <a:lnTo>
                    <a:pt x="1044981" y="322402"/>
                  </a:lnTo>
                  <a:lnTo>
                    <a:pt x="1026426" y="326097"/>
                  </a:lnTo>
                  <a:lnTo>
                    <a:pt x="1006741" y="328320"/>
                  </a:lnTo>
                  <a:lnTo>
                    <a:pt x="985494" y="329069"/>
                  </a:lnTo>
                  <a:lnTo>
                    <a:pt x="956259" y="325831"/>
                  </a:lnTo>
                  <a:lnTo>
                    <a:pt x="931532" y="316001"/>
                  </a:lnTo>
                  <a:lnTo>
                    <a:pt x="913980" y="299415"/>
                  </a:lnTo>
                  <a:lnTo>
                    <a:pt x="906233" y="275907"/>
                  </a:lnTo>
                  <a:lnTo>
                    <a:pt x="1086993" y="275907"/>
                  </a:lnTo>
                  <a:lnTo>
                    <a:pt x="1088136" y="269951"/>
                  </a:lnTo>
                  <a:lnTo>
                    <a:pt x="1089139" y="261975"/>
                  </a:lnTo>
                  <a:lnTo>
                    <a:pt x="1089863" y="252361"/>
                  </a:lnTo>
                  <a:lnTo>
                    <a:pt x="1090129" y="241503"/>
                  </a:lnTo>
                  <a:close/>
                </a:path>
                <a:path w="2633345" h="825500">
                  <a:moveTo>
                    <a:pt x="1180350" y="539292"/>
                  </a:moveTo>
                  <a:lnTo>
                    <a:pt x="1092796" y="539292"/>
                  </a:lnTo>
                  <a:lnTo>
                    <a:pt x="1092796" y="818629"/>
                  </a:lnTo>
                  <a:lnTo>
                    <a:pt x="1180350" y="818629"/>
                  </a:lnTo>
                  <a:lnTo>
                    <a:pt x="1180350" y="539292"/>
                  </a:lnTo>
                  <a:close/>
                </a:path>
                <a:path w="2633345" h="825500">
                  <a:moveTo>
                    <a:pt x="1182814" y="461746"/>
                  </a:moveTo>
                  <a:lnTo>
                    <a:pt x="1179436" y="444474"/>
                  </a:lnTo>
                  <a:lnTo>
                    <a:pt x="1170203" y="430695"/>
                  </a:lnTo>
                  <a:lnTo>
                    <a:pt x="1155712" y="421563"/>
                  </a:lnTo>
                  <a:lnTo>
                    <a:pt x="1136599" y="418261"/>
                  </a:lnTo>
                  <a:lnTo>
                    <a:pt x="1117523" y="421563"/>
                  </a:lnTo>
                  <a:lnTo>
                    <a:pt x="1102906" y="430695"/>
                  </a:lnTo>
                  <a:lnTo>
                    <a:pt x="1093571" y="444474"/>
                  </a:lnTo>
                  <a:lnTo>
                    <a:pt x="1090333" y="461746"/>
                  </a:lnTo>
                  <a:lnTo>
                    <a:pt x="1093495" y="478713"/>
                  </a:lnTo>
                  <a:lnTo>
                    <a:pt x="1102652" y="492493"/>
                  </a:lnTo>
                  <a:lnTo>
                    <a:pt x="1117028" y="501738"/>
                  </a:lnTo>
                  <a:lnTo>
                    <a:pt x="1135824" y="505117"/>
                  </a:lnTo>
                  <a:lnTo>
                    <a:pt x="1155471" y="501738"/>
                  </a:lnTo>
                  <a:lnTo>
                    <a:pt x="1170292" y="492493"/>
                  </a:lnTo>
                  <a:lnTo>
                    <a:pt x="1179626" y="478713"/>
                  </a:lnTo>
                  <a:lnTo>
                    <a:pt x="1182814" y="461746"/>
                  </a:lnTo>
                  <a:close/>
                </a:path>
                <a:path w="2633345" h="825500">
                  <a:moveTo>
                    <a:pt x="1289088" y="103644"/>
                  </a:moveTo>
                  <a:lnTo>
                    <a:pt x="1282585" y="102222"/>
                  </a:lnTo>
                  <a:lnTo>
                    <a:pt x="1278483" y="102019"/>
                  </a:lnTo>
                  <a:lnTo>
                    <a:pt x="1270419" y="102019"/>
                  </a:lnTo>
                  <a:lnTo>
                    <a:pt x="1249095" y="105346"/>
                  </a:lnTo>
                  <a:lnTo>
                    <a:pt x="1227670" y="115697"/>
                  </a:lnTo>
                  <a:lnTo>
                    <a:pt x="1208633" y="133718"/>
                  </a:lnTo>
                  <a:lnTo>
                    <a:pt x="1194523" y="160007"/>
                  </a:lnTo>
                  <a:lnTo>
                    <a:pt x="1192377" y="160007"/>
                  </a:lnTo>
                  <a:lnTo>
                    <a:pt x="1189177" y="108305"/>
                  </a:lnTo>
                  <a:lnTo>
                    <a:pt x="1114056" y="108305"/>
                  </a:lnTo>
                  <a:lnTo>
                    <a:pt x="1115072" y="127076"/>
                  </a:lnTo>
                  <a:lnTo>
                    <a:pt x="1115783" y="147993"/>
                  </a:lnTo>
                  <a:lnTo>
                    <a:pt x="1116215" y="172085"/>
                  </a:lnTo>
                  <a:lnTo>
                    <a:pt x="1116355" y="200393"/>
                  </a:lnTo>
                  <a:lnTo>
                    <a:pt x="1116355" y="387654"/>
                  </a:lnTo>
                  <a:lnTo>
                    <a:pt x="1203909" y="387654"/>
                  </a:lnTo>
                  <a:lnTo>
                    <a:pt x="1203909" y="239268"/>
                  </a:lnTo>
                  <a:lnTo>
                    <a:pt x="1204429" y="232486"/>
                  </a:lnTo>
                  <a:lnTo>
                    <a:pt x="1225664" y="194741"/>
                  </a:lnTo>
                  <a:lnTo>
                    <a:pt x="1265466" y="182880"/>
                  </a:lnTo>
                  <a:lnTo>
                    <a:pt x="1275283" y="182880"/>
                  </a:lnTo>
                  <a:lnTo>
                    <a:pt x="1282331" y="183896"/>
                  </a:lnTo>
                  <a:lnTo>
                    <a:pt x="1289088" y="185318"/>
                  </a:lnTo>
                  <a:lnTo>
                    <a:pt x="1289088" y="103644"/>
                  </a:lnTo>
                  <a:close/>
                </a:path>
                <a:path w="2633345" h="825500">
                  <a:moveTo>
                    <a:pt x="1491526" y="818629"/>
                  </a:moveTo>
                  <a:lnTo>
                    <a:pt x="1490649" y="799947"/>
                  </a:lnTo>
                  <a:lnTo>
                    <a:pt x="1489925" y="778776"/>
                  </a:lnTo>
                  <a:lnTo>
                    <a:pt x="1489417" y="755142"/>
                  </a:lnTo>
                  <a:lnTo>
                    <a:pt x="1489227" y="729094"/>
                  </a:lnTo>
                  <a:lnTo>
                    <a:pt x="1489227" y="539280"/>
                  </a:lnTo>
                  <a:lnTo>
                    <a:pt x="1401673" y="539280"/>
                  </a:lnTo>
                  <a:lnTo>
                    <a:pt x="1401673" y="712736"/>
                  </a:lnTo>
                  <a:lnTo>
                    <a:pt x="1400670" y="719124"/>
                  </a:lnTo>
                  <a:lnTo>
                    <a:pt x="1371041" y="751967"/>
                  </a:lnTo>
                  <a:lnTo>
                    <a:pt x="1355026" y="754748"/>
                  </a:lnTo>
                  <a:lnTo>
                    <a:pt x="1335138" y="750290"/>
                  </a:lnTo>
                  <a:lnTo>
                    <a:pt x="1321447" y="737400"/>
                  </a:lnTo>
                  <a:lnTo>
                    <a:pt x="1313535" y="716864"/>
                  </a:lnTo>
                  <a:lnTo>
                    <a:pt x="1310995" y="689406"/>
                  </a:lnTo>
                  <a:lnTo>
                    <a:pt x="1310995" y="539280"/>
                  </a:lnTo>
                  <a:lnTo>
                    <a:pt x="1223429" y="539280"/>
                  </a:lnTo>
                  <a:lnTo>
                    <a:pt x="1223429" y="703516"/>
                  </a:lnTo>
                  <a:lnTo>
                    <a:pt x="1230820" y="758723"/>
                  </a:lnTo>
                  <a:lnTo>
                    <a:pt x="1251394" y="796417"/>
                  </a:lnTo>
                  <a:lnTo>
                    <a:pt x="1282674" y="818019"/>
                  </a:lnTo>
                  <a:lnTo>
                    <a:pt x="1322222" y="824903"/>
                  </a:lnTo>
                  <a:lnTo>
                    <a:pt x="1355636" y="820191"/>
                  </a:lnTo>
                  <a:lnTo>
                    <a:pt x="1380820" y="808520"/>
                  </a:lnTo>
                  <a:lnTo>
                    <a:pt x="1398612" y="793623"/>
                  </a:lnTo>
                  <a:lnTo>
                    <a:pt x="1409852" y="779208"/>
                  </a:lnTo>
                  <a:lnTo>
                    <a:pt x="1411668" y="779208"/>
                  </a:lnTo>
                  <a:lnTo>
                    <a:pt x="1415707" y="818629"/>
                  </a:lnTo>
                  <a:lnTo>
                    <a:pt x="1491526" y="818629"/>
                  </a:lnTo>
                  <a:close/>
                </a:path>
                <a:path w="2633345" h="825500">
                  <a:moveTo>
                    <a:pt x="1572780" y="108305"/>
                  </a:moveTo>
                  <a:lnTo>
                    <a:pt x="1496860" y="108305"/>
                  </a:lnTo>
                  <a:lnTo>
                    <a:pt x="1493977" y="141097"/>
                  </a:lnTo>
                  <a:lnTo>
                    <a:pt x="1493926" y="141706"/>
                  </a:lnTo>
                  <a:lnTo>
                    <a:pt x="1492770" y="141706"/>
                  </a:lnTo>
                  <a:lnTo>
                    <a:pt x="1482928" y="129324"/>
                  </a:lnTo>
                  <a:lnTo>
                    <a:pt x="1482928" y="216585"/>
                  </a:lnTo>
                  <a:lnTo>
                    <a:pt x="1482928" y="270497"/>
                  </a:lnTo>
                  <a:lnTo>
                    <a:pt x="1463535" y="311404"/>
                  </a:lnTo>
                  <a:lnTo>
                    <a:pt x="1434007" y="321335"/>
                  </a:lnTo>
                  <a:lnTo>
                    <a:pt x="1409776" y="315595"/>
                  </a:lnTo>
                  <a:lnTo>
                    <a:pt x="1391869" y="299859"/>
                  </a:lnTo>
                  <a:lnTo>
                    <a:pt x="1380782" y="276326"/>
                  </a:lnTo>
                  <a:lnTo>
                    <a:pt x="1376972" y="247180"/>
                  </a:lnTo>
                  <a:lnTo>
                    <a:pt x="1381429" y="213385"/>
                  </a:lnTo>
                  <a:lnTo>
                    <a:pt x="1393634" y="188429"/>
                  </a:lnTo>
                  <a:lnTo>
                    <a:pt x="1411808" y="172961"/>
                  </a:lnTo>
                  <a:lnTo>
                    <a:pt x="1434160" y="167665"/>
                  </a:lnTo>
                  <a:lnTo>
                    <a:pt x="1450911" y="170434"/>
                  </a:lnTo>
                  <a:lnTo>
                    <a:pt x="1481175" y="206108"/>
                  </a:lnTo>
                  <a:lnTo>
                    <a:pt x="1482928" y="216585"/>
                  </a:lnTo>
                  <a:lnTo>
                    <a:pt x="1482928" y="129324"/>
                  </a:lnTo>
                  <a:lnTo>
                    <a:pt x="1480146" y="125818"/>
                  </a:lnTo>
                  <a:lnTo>
                    <a:pt x="1463395" y="113258"/>
                  </a:lnTo>
                  <a:lnTo>
                    <a:pt x="1442085" y="105003"/>
                  </a:lnTo>
                  <a:lnTo>
                    <a:pt x="1415757" y="102031"/>
                  </a:lnTo>
                  <a:lnTo>
                    <a:pt x="1376006" y="108686"/>
                  </a:lnTo>
                  <a:lnTo>
                    <a:pt x="1341094" y="127876"/>
                  </a:lnTo>
                  <a:lnTo>
                    <a:pt x="1313319" y="158470"/>
                  </a:lnTo>
                  <a:lnTo>
                    <a:pt x="1294968" y="199288"/>
                  </a:lnTo>
                  <a:lnTo>
                    <a:pt x="1288351" y="249199"/>
                  </a:lnTo>
                  <a:lnTo>
                    <a:pt x="1297165" y="304177"/>
                  </a:lnTo>
                  <a:lnTo>
                    <a:pt x="1321701" y="347014"/>
                  </a:lnTo>
                  <a:lnTo>
                    <a:pt x="1321790" y="347167"/>
                  </a:lnTo>
                  <a:lnTo>
                    <a:pt x="1359395" y="375170"/>
                  </a:lnTo>
                  <a:lnTo>
                    <a:pt x="1407236" y="385178"/>
                  </a:lnTo>
                  <a:lnTo>
                    <a:pt x="1430439" y="382752"/>
                  </a:lnTo>
                  <a:lnTo>
                    <a:pt x="1451140" y="375729"/>
                  </a:lnTo>
                  <a:lnTo>
                    <a:pt x="1468856" y="364401"/>
                  </a:lnTo>
                  <a:lnTo>
                    <a:pt x="1483131" y="349110"/>
                  </a:lnTo>
                  <a:lnTo>
                    <a:pt x="1484287" y="349110"/>
                  </a:lnTo>
                  <a:lnTo>
                    <a:pt x="1484287" y="367080"/>
                  </a:lnTo>
                  <a:lnTo>
                    <a:pt x="1478699" y="400342"/>
                  </a:lnTo>
                  <a:lnTo>
                    <a:pt x="1463319" y="423202"/>
                  </a:lnTo>
                  <a:lnTo>
                    <a:pt x="1440167" y="436384"/>
                  </a:lnTo>
                  <a:lnTo>
                    <a:pt x="1411325" y="440613"/>
                  </a:lnTo>
                  <a:lnTo>
                    <a:pt x="1387195" y="438759"/>
                  </a:lnTo>
                  <a:lnTo>
                    <a:pt x="1364869" y="433920"/>
                  </a:lnTo>
                  <a:lnTo>
                    <a:pt x="1345412" y="427202"/>
                  </a:lnTo>
                  <a:lnTo>
                    <a:pt x="1329880" y="419696"/>
                  </a:lnTo>
                  <a:lnTo>
                    <a:pt x="1312532" y="485521"/>
                  </a:lnTo>
                  <a:lnTo>
                    <a:pt x="1333715" y="494715"/>
                  </a:lnTo>
                  <a:lnTo>
                    <a:pt x="1358595" y="501421"/>
                  </a:lnTo>
                  <a:lnTo>
                    <a:pt x="1385709" y="505536"/>
                  </a:lnTo>
                  <a:lnTo>
                    <a:pt x="1413624" y="506933"/>
                  </a:lnTo>
                  <a:lnTo>
                    <a:pt x="1444548" y="505294"/>
                  </a:lnTo>
                  <a:lnTo>
                    <a:pt x="1502613" y="489178"/>
                  </a:lnTo>
                  <a:lnTo>
                    <a:pt x="1547736" y="448729"/>
                  </a:lnTo>
                  <a:lnTo>
                    <a:pt x="1551393" y="440613"/>
                  </a:lnTo>
                  <a:lnTo>
                    <a:pt x="1560830" y="419696"/>
                  </a:lnTo>
                  <a:lnTo>
                    <a:pt x="1570253" y="349110"/>
                  </a:lnTo>
                  <a:lnTo>
                    <a:pt x="1570494" y="172961"/>
                  </a:lnTo>
                  <a:lnTo>
                    <a:pt x="1570532" y="167665"/>
                  </a:lnTo>
                  <a:lnTo>
                    <a:pt x="1570558" y="163537"/>
                  </a:lnTo>
                  <a:lnTo>
                    <a:pt x="1571066" y="141706"/>
                  </a:lnTo>
                  <a:lnTo>
                    <a:pt x="1571637" y="127876"/>
                  </a:lnTo>
                  <a:lnTo>
                    <a:pt x="1571726" y="125818"/>
                  </a:lnTo>
                  <a:lnTo>
                    <a:pt x="1571840" y="123075"/>
                  </a:lnTo>
                  <a:lnTo>
                    <a:pt x="1572755" y="108686"/>
                  </a:lnTo>
                  <a:lnTo>
                    <a:pt x="1572780" y="108305"/>
                  </a:lnTo>
                  <a:close/>
                </a:path>
                <a:path w="2633345" h="825500">
                  <a:moveTo>
                    <a:pt x="1729867" y="734072"/>
                  </a:moveTo>
                  <a:lnTo>
                    <a:pt x="1711718" y="682548"/>
                  </a:lnTo>
                  <a:lnTo>
                    <a:pt x="1653806" y="648081"/>
                  </a:lnTo>
                  <a:lnTo>
                    <a:pt x="1632140" y="639940"/>
                  </a:lnTo>
                  <a:lnTo>
                    <a:pt x="1618081" y="632548"/>
                  </a:lnTo>
                  <a:lnTo>
                    <a:pt x="1610487" y="624865"/>
                  </a:lnTo>
                  <a:lnTo>
                    <a:pt x="1608201" y="615835"/>
                  </a:lnTo>
                  <a:lnTo>
                    <a:pt x="1610448" y="606386"/>
                  </a:lnTo>
                  <a:lnTo>
                    <a:pt x="1616976" y="599313"/>
                  </a:lnTo>
                  <a:lnTo>
                    <a:pt x="1627505" y="594868"/>
                  </a:lnTo>
                  <a:lnTo>
                    <a:pt x="1641754" y="593331"/>
                  </a:lnTo>
                  <a:lnTo>
                    <a:pt x="1659521" y="594868"/>
                  </a:lnTo>
                  <a:lnTo>
                    <a:pt x="1676387" y="598741"/>
                  </a:lnTo>
                  <a:lnTo>
                    <a:pt x="1691157" y="603846"/>
                  </a:lnTo>
                  <a:lnTo>
                    <a:pt x="1702676" y="609092"/>
                  </a:lnTo>
                  <a:lnTo>
                    <a:pt x="1717903" y="549287"/>
                  </a:lnTo>
                  <a:lnTo>
                    <a:pt x="1702904" y="543115"/>
                  </a:lnTo>
                  <a:lnTo>
                    <a:pt x="1684185" y="537921"/>
                  </a:lnTo>
                  <a:lnTo>
                    <a:pt x="1662544" y="534339"/>
                  </a:lnTo>
                  <a:lnTo>
                    <a:pt x="1638706" y="533006"/>
                  </a:lnTo>
                  <a:lnTo>
                    <a:pt x="1591398" y="539991"/>
                  </a:lnTo>
                  <a:lnTo>
                    <a:pt x="1555369" y="559269"/>
                  </a:lnTo>
                  <a:lnTo>
                    <a:pt x="1532420" y="588378"/>
                  </a:lnTo>
                  <a:lnTo>
                    <a:pt x="1524355" y="624865"/>
                  </a:lnTo>
                  <a:lnTo>
                    <a:pt x="1528521" y="649058"/>
                  </a:lnTo>
                  <a:lnTo>
                    <a:pt x="1542376" y="671741"/>
                  </a:lnTo>
                  <a:lnTo>
                    <a:pt x="1567268" y="691857"/>
                  </a:lnTo>
                  <a:lnTo>
                    <a:pt x="1604505" y="708342"/>
                  </a:lnTo>
                  <a:lnTo>
                    <a:pt x="1624584" y="715924"/>
                  </a:lnTo>
                  <a:lnTo>
                    <a:pt x="1637245" y="723138"/>
                  </a:lnTo>
                  <a:lnTo>
                    <a:pt x="1643862" y="731024"/>
                  </a:lnTo>
                  <a:lnTo>
                    <a:pt x="1645767" y="740651"/>
                  </a:lnTo>
                  <a:lnTo>
                    <a:pt x="1643595" y="750265"/>
                  </a:lnTo>
                  <a:lnTo>
                    <a:pt x="1636826" y="757529"/>
                  </a:lnTo>
                  <a:lnTo>
                    <a:pt x="1625117" y="762127"/>
                  </a:lnTo>
                  <a:lnTo>
                    <a:pt x="1608099" y="763727"/>
                  </a:lnTo>
                  <a:lnTo>
                    <a:pt x="1587893" y="761847"/>
                  </a:lnTo>
                  <a:lnTo>
                    <a:pt x="1567053" y="756983"/>
                  </a:lnTo>
                  <a:lnTo>
                    <a:pt x="1547990" y="750303"/>
                  </a:lnTo>
                  <a:lnTo>
                    <a:pt x="1533131" y="742950"/>
                  </a:lnTo>
                  <a:lnTo>
                    <a:pt x="1517307" y="804976"/>
                  </a:lnTo>
                  <a:lnTo>
                    <a:pt x="1535430" y="812850"/>
                  </a:lnTo>
                  <a:lnTo>
                    <a:pt x="1557134" y="819073"/>
                  </a:lnTo>
                  <a:lnTo>
                    <a:pt x="1581683" y="823150"/>
                  </a:lnTo>
                  <a:lnTo>
                    <a:pt x="1608353" y="824611"/>
                  </a:lnTo>
                  <a:lnTo>
                    <a:pt x="1661337" y="817791"/>
                  </a:lnTo>
                  <a:lnTo>
                    <a:pt x="1699323" y="798880"/>
                  </a:lnTo>
                  <a:lnTo>
                    <a:pt x="1722208" y="770204"/>
                  </a:lnTo>
                  <a:lnTo>
                    <a:pt x="1729867" y="734072"/>
                  </a:lnTo>
                  <a:close/>
                </a:path>
                <a:path w="2633345" h="825500">
                  <a:moveTo>
                    <a:pt x="1865807" y="241503"/>
                  </a:moveTo>
                  <a:lnTo>
                    <a:pt x="1861502" y="200469"/>
                  </a:lnTo>
                  <a:lnTo>
                    <a:pt x="1847862" y="162560"/>
                  </a:lnTo>
                  <a:lnTo>
                    <a:pt x="1823821" y="131229"/>
                  </a:lnTo>
                  <a:lnTo>
                    <a:pt x="1788299" y="109905"/>
                  </a:lnTo>
                  <a:lnTo>
                    <a:pt x="1784553" y="109296"/>
                  </a:lnTo>
                  <a:lnTo>
                    <a:pt x="1784553" y="216408"/>
                  </a:lnTo>
                  <a:lnTo>
                    <a:pt x="1681200" y="216408"/>
                  </a:lnTo>
                  <a:lnTo>
                    <a:pt x="1685518" y="197815"/>
                  </a:lnTo>
                  <a:lnTo>
                    <a:pt x="1695411" y="179438"/>
                  </a:lnTo>
                  <a:lnTo>
                    <a:pt x="1711782" y="165392"/>
                  </a:lnTo>
                  <a:lnTo>
                    <a:pt x="1735518" y="159791"/>
                  </a:lnTo>
                  <a:lnTo>
                    <a:pt x="1759978" y="165696"/>
                  </a:lnTo>
                  <a:lnTo>
                    <a:pt x="1775002" y="180263"/>
                  </a:lnTo>
                  <a:lnTo>
                    <a:pt x="1782546" y="198742"/>
                  </a:lnTo>
                  <a:lnTo>
                    <a:pt x="1784553" y="216408"/>
                  </a:lnTo>
                  <a:lnTo>
                    <a:pt x="1784553" y="109296"/>
                  </a:lnTo>
                  <a:lnTo>
                    <a:pt x="1740242" y="102031"/>
                  </a:lnTo>
                  <a:lnTo>
                    <a:pt x="1688185" y="110769"/>
                  </a:lnTo>
                  <a:lnTo>
                    <a:pt x="1648358" y="134200"/>
                  </a:lnTo>
                  <a:lnTo>
                    <a:pt x="1620393" y="168224"/>
                  </a:lnTo>
                  <a:lnTo>
                    <a:pt x="1603908" y="208686"/>
                  </a:lnTo>
                  <a:lnTo>
                    <a:pt x="1598498" y="251485"/>
                  </a:lnTo>
                  <a:lnTo>
                    <a:pt x="1604911" y="299415"/>
                  </a:lnTo>
                  <a:lnTo>
                    <a:pt x="1623847" y="339128"/>
                  </a:lnTo>
                  <a:lnTo>
                    <a:pt x="1654517" y="368668"/>
                  </a:lnTo>
                  <a:lnTo>
                    <a:pt x="1696288" y="387210"/>
                  </a:lnTo>
                  <a:lnTo>
                    <a:pt x="1748472" y="393636"/>
                  </a:lnTo>
                  <a:lnTo>
                    <a:pt x="1776196" y="392531"/>
                  </a:lnTo>
                  <a:lnTo>
                    <a:pt x="1802638" y="389229"/>
                  </a:lnTo>
                  <a:lnTo>
                    <a:pt x="1827453" y="383705"/>
                  </a:lnTo>
                  <a:lnTo>
                    <a:pt x="1850351" y="375983"/>
                  </a:lnTo>
                  <a:lnTo>
                    <a:pt x="1840928" y="329069"/>
                  </a:lnTo>
                  <a:lnTo>
                    <a:pt x="1838553" y="317220"/>
                  </a:lnTo>
                  <a:lnTo>
                    <a:pt x="1820672" y="322402"/>
                  </a:lnTo>
                  <a:lnTo>
                    <a:pt x="1802104" y="326097"/>
                  </a:lnTo>
                  <a:lnTo>
                    <a:pt x="1782419" y="328320"/>
                  </a:lnTo>
                  <a:lnTo>
                    <a:pt x="1761172" y="329069"/>
                  </a:lnTo>
                  <a:lnTo>
                    <a:pt x="1731949" y="325831"/>
                  </a:lnTo>
                  <a:lnTo>
                    <a:pt x="1707222" y="316001"/>
                  </a:lnTo>
                  <a:lnTo>
                    <a:pt x="1689658" y="299415"/>
                  </a:lnTo>
                  <a:lnTo>
                    <a:pt x="1681911" y="275907"/>
                  </a:lnTo>
                  <a:lnTo>
                    <a:pt x="1862683" y="275907"/>
                  </a:lnTo>
                  <a:lnTo>
                    <a:pt x="1863826" y="269951"/>
                  </a:lnTo>
                  <a:lnTo>
                    <a:pt x="1864829" y="261975"/>
                  </a:lnTo>
                  <a:lnTo>
                    <a:pt x="1865541" y="252361"/>
                  </a:lnTo>
                  <a:lnTo>
                    <a:pt x="1865807" y="241503"/>
                  </a:lnTo>
                  <a:close/>
                </a:path>
                <a:path w="2633345" h="825500">
                  <a:moveTo>
                    <a:pt x="2034362" y="676160"/>
                  </a:moveTo>
                  <a:lnTo>
                    <a:pt x="2027732" y="628891"/>
                  </a:lnTo>
                  <a:lnTo>
                    <a:pt x="2011476" y="595045"/>
                  </a:lnTo>
                  <a:lnTo>
                    <a:pt x="2008733" y="589330"/>
                  </a:lnTo>
                  <a:lnTo>
                    <a:pt x="1978774" y="559130"/>
                  </a:lnTo>
                  <a:lnTo>
                    <a:pt x="1944268" y="542315"/>
                  </a:lnTo>
                  <a:lnTo>
                    <a:pt x="1944268" y="678573"/>
                  </a:lnTo>
                  <a:lnTo>
                    <a:pt x="1940445" y="712228"/>
                  </a:lnTo>
                  <a:lnTo>
                    <a:pt x="1940356" y="713003"/>
                  </a:lnTo>
                  <a:lnTo>
                    <a:pt x="1929218" y="739609"/>
                  </a:lnTo>
                  <a:lnTo>
                    <a:pt x="1911680" y="756780"/>
                  </a:lnTo>
                  <a:lnTo>
                    <a:pt x="1888604" y="762863"/>
                  </a:lnTo>
                  <a:lnTo>
                    <a:pt x="1863890" y="756462"/>
                  </a:lnTo>
                  <a:lnTo>
                    <a:pt x="1845868" y="738822"/>
                  </a:lnTo>
                  <a:lnTo>
                    <a:pt x="1834819" y="712228"/>
                  </a:lnTo>
                  <a:lnTo>
                    <a:pt x="1831060" y="679018"/>
                  </a:lnTo>
                  <a:lnTo>
                    <a:pt x="1834210" y="648436"/>
                  </a:lnTo>
                  <a:lnTo>
                    <a:pt x="1844243" y="621512"/>
                  </a:lnTo>
                  <a:lnTo>
                    <a:pt x="1862086" y="602348"/>
                  </a:lnTo>
                  <a:lnTo>
                    <a:pt x="1888680" y="595045"/>
                  </a:lnTo>
                  <a:lnTo>
                    <a:pt x="1914105" y="602348"/>
                  </a:lnTo>
                  <a:lnTo>
                    <a:pt x="1931327" y="621360"/>
                  </a:lnTo>
                  <a:lnTo>
                    <a:pt x="1941144" y="648144"/>
                  </a:lnTo>
                  <a:lnTo>
                    <a:pt x="1944268" y="678573"/>
                  </a:lnTo>
                  <a:lnTo>
                    <a:pt x="1944268" y="542315"/>
                  </a:lnTo>
                  <a:lnTo>
                    <a:pt x="1939112" y="539800"/>
                  </a:lnTo>
                  <a:lnTo>
                    <a:pt x="1891207" y="533006"/>
                  </a:lnTo>
                  <a:lnTo>
                    <a:pt x="1840471" y="539800"/>
                  </a:lnTo>
                  <a:lnTo>
                    <a:pt x="1840763" y="539800"/>
                  </a:lnTo>
                  <a:lnTo>
                    <a:pt x="1799272" y="559130"/>
                  </a:lnTo>
                  <a:lnTo>
                    <a:pt x="1767814" y="589953"/>
                  </a:lnTo>
                  <a:lnTo>
                    <a:pt x="1747913" y="630974"/>
                  </a:lnTo>
                  <a:lnTo>
                    <a:pt x="1740966" y="680986"/>
                  </a:lnTo>
                  <a:lnTo>
                    <a:pt x="1748205" y="730580"/>
                  </a:lnTo>
                  <a:lnTo>
                    <a:pt x="1768513" y="770610"/>
                  </a:lnTo>
                  <a:lnTo>
                    <a:pt x="1799717" y="800214"/>
                  </a:lnTo>
                  <a:lnTo>
                    <a:pt x="1839658" y="818591"/>
                  </a:lnTo>
                  <a:lnTo>
                    <a:pt x="1886178" y="824903"/>
                  </a:lnTo>
                  <a:lnTo>
                    <a:pt x="1930539" y="819238"/>
                  </a:lnTo>
                  <a:lnTo>
                    <a:pt x="1970913" y="801941"/>
                  </a:lnTo>
                  <a:lnTo>
                    <a:pt x="2003920" y="772617"/>
                  </a:lnTo>
                  <a:lnTo>
                    <a:pt x="2009114" y="762863"/>
                  </a:lnTo>
                  <a:lnTo>
                    <a:pt x="2026196" y="730821"/>
                  </a:lnTo>
                  <a:lnTo>
                    <a:pt x="2034362" y="676160"/>
                  </a:lnTo>
                  <a:close/>
                </a:path>
                <a:path w="2633345" h="825500">
                  <a:moveTo>
                    <a:pt x="2159038" y="222300"/>
                  </a:moveTo>
                  <a:lnTo>
                    <a:pt x="2151392" y="168821"/>
                  </a:lnTo>
                  <a:lnTo>
                    <a:pt x="2130247" y="131330"/>
                  </a:lnTo>
                  <a:lnTo>
                    <a:pt x="2098344" y="109258"/>
                  </a:lnTo>
                  <a:lnTo>
                    <a:pt x="2058390" y="102031"/>
                  </a:lnTo>
                  <a:lnTo>
                    <a:pt x="2026602" y="106527"/>
                  </a:lnTo>
                  <a:lnTo>
                    <a:pt x="2001583" y="117779"/>
                  </a:lnTo>
                  <a:lnTo>
                    <a:pt x="1983244" y="132397"/>
                  </a:lnTo>
                  <a:lnTo>
                    <a:pt x="1971484" y="147015"/>
                  </a:lnTo>
                  <a:lnTo>
                    <a:pt x="1969655" y="147015"/>
                  </a:lnTo>
                  <a:lnTo>
                    <a:pt x="1965591" y="108318"/>
                  </a:lnTo>
                  <a:lnTo>
                    <a:pt x="1889772" y="108318"/>
                  </a:lnTo>
                  <a:lnTo>
                    <a:pt x="1891372" y="149263"/>
                  </a:lnTo>
                  <a:lnTo>
                    <a:pt x="1891880" y="172440"/>
                  </a:lnTo>
                  <a:lnTo>
                    <a:pt x="1892071" y="197535"/>
                  </a:lnTo>
                  <a:lnTo>
                    <a:pt x="1892071" y="387642"/>
                  </a:lnTo>
                  <a:lnTo>
                    <a:pt x="1979625" y="387642"/>
                  </a:lnTo>
                  <a:lnTo>
                    <a:pt x="1979625" y="218694"/>
                  </a:lnTo>
                  <a:lnTo>
                    <a:pt x="1980438" y="210439"/>
                  </a:lnTo>
                  <a:lnTo>
                    <a:pt x="2010791" y="175069"/>
                  </a:lnTo>
                  <a:lnTo>
                    <a:pt x="2027021" y="172212"/>
                  </a:lnTo>
                  <a:lnTo>
                    <a:pt x="2047265" y="176618"/>
                  </a:lnTo>
                  <a:lnTo>
                    <a:pt x="2061083" y="189026"/>
                  </a:lnTo>
                  <a:lnTo>
                    <a:pt x="2068969" y="208178"/>
                  </a:lnTo>
                  <a:lnTo>
                    <a:pt x="2071484" y="232829"/>
                  </a:lnTo>
                  <a:lnTo>
                    <a:pt x="2071484" y="387642"/>
                  </a:lnTo>
                  <a:lnTo>
                    <a:pt x="2159038" y="387642"/>
                  </a:lnTo>
                  <a:lnTo>
                    <a:pt x="2159038" y="222300"/>
                  </a:lnTo>
                  <a:close/>
                </a:path>
                <a:path w="2633345" h="825500">
                  <a:moveTo>
                    <a:pt x="2259050" y="734072"/>
                  </a:moveTo>
                  <a:lnTo>
                    <a:pt x="2240915" y="682548"/>
                  </a:lnTo>
                  <a:lnTo>
                    <a:pt x="2182990" y="648081"/>
                  </a:lnTo>
                  <a:lnTo>
                    <a:pt x="2161324" y="639940"/>
                  </a:lnTo>
                  <a:lnTo>
                    <a:pt x="2147265" y="632548"/>
                  </a:lnTo>
                  <a:lnTo>
                    <a:pt x="2139670" y="624865"/>
                  </a:lnTo>
                  <a:lnTo>
                    <a:pt x="2137384" y="615835"/>
                  </a:lnTo>
                  <a:lnTo>
                    <a:pt x="2139632" y="606386"/>
                  </a:lnTo>
                  <a:lnTo>
                    <a:pt x="2146160" y="599313"/>
                  </a:lnTo>
                  <a:lnTo>
                    <a:pt x="2156688" y="594868"/>
                  </a:lnTo>
                  <a:lnTo>
                    <a:pt x="2170938" y="593331"/>
                  </a:lnTo>
                  <a:lnTo>
                    <a:pt x="2188718" y="594868"/>
                  </a:lnTo>
                  <a:lnTo>
                    <a:pt x="2205571" y="598741"/>
                  </a:lnTo>
                  <a:lnTo>
                    <a:pt x="2220353" y="603846"/>
                  </a:lnTo>
                  <a:lnTo>
                    <a:pt x="2231860" y="609092"/>
                  </a:lnTo>
                  <a:lnTo>
                    <a:pt x="2247087" y="549287"/>
                  </a:lnTo>
                  <a:lnTo>
                    <a:pt x="2232088" y="543115"/>
                  </a:lnTo>
                  <a:lnTo>
                    <a:pt x="2213381" y="537921"/>
                  </a:lnTo>
                  <a:lnTo>
                    <a:pt x="2191728" y="534339"/>
                  </a:lnTo>
                  <a:lnTo>
                    <a:pt x="2167890" y="533006"/>
                  </a:lnTo>
                  <a:lnTo>
                    <a:pt x="2120582" y="539991"/>
                  </a:lnTo>
                  <a:lnTo>
                    <a:pt x="2084552" y="559269"/>
                  </a:lnTo>
                  <a:lnTo>
                    <a:pt x="2061603" y="588378"/>
                  </a:lnTo>
                  <a:lnTo>
                    <a:pt x="2053551" y="624865"/>
                  </a:lnTo>
                  <a:lnTo>
                    <a:pt x="2057704" y="649058"/>
                  </a:lnTo>
                  <a:lnTo>
                    <a:pt x="2071573" y="671741"/>
                  </a:lnTo>
                  <a:lnTo>
                    <a:pt x="2096452" y="691857"/>
                  </a:lnTo>
                  <a:lnTo>
                    <a:pt x="2133689" y="708342"/>
                  </a:lnTo>
                  <a:lnTo>
                    <a:pt x="2153767" y="715924"/>
                  </a:lnTo>
                  <a:lnTo>
                    <a:pt x="2166442" y="723138"/>
                  </a:lnTo>
                  <a:lnTo>
                    <a:pt x="2173059" y="731024"/>
                  </a:lnTo>
                  <a:lnTo>
                    <a:pt x="2174964" y="740651"/>
                  </a:lnTo>
                  <a:lnTo>
                    <a:pt x="2172779" y="750265"/>
                  </a:lnTo>
                  <a:lnTo>
                    <a:pt x="2166023" y="757529"/>
                  </a:lnTo>
                  <a:lnTo>
                    <a:pt x="2154313" y="762127"/>
                  </a:lnTo>
                  <a:lnTo>
                    <a:pt x="2137283" y="763727"/>
                  </a:lnTo>
                  <a:lnTo>
                    <a:pt x="2117077" y="761847"/>
                  </a:lnTo>
                  <a:lnTo>
                    <a:pt x="2096236" y="756983"/>
                  </a:lnTo>
                  <a:lnTo>
                    <a:pt x="2077173" y="750303"/>
                  </a:lnTo>
                  <a:lnTo>
                    <a:pt x="2062327" y="742950"/>
                  </a:lnTo>
                  <a:lnTo>
                    <a:pt x="2046490" y="804976"/>
                  </a:lnTo>
                  <a:lnTo>
                    <a:pt x="2064613" y="812850"/>
                  </a:lnTo>
                  <a:lnTo>
                    <a:pt x="2086317" y="819073"/>
                  </a:lnTo>
                  <a:lnTo>
                    <a:pt x="2110879" y="823150"/>
                  </a:lnTo>
                  <a:lnTo>
                    <a:pt x="2137549" y="824611"/>
                  </a:lnTo>
                  <a:lnTo>
                    <a:pt x="2190521" y="817791"/>
                  </a:lnTo>
                  <a:lnTo>
                    <a:pt x="2228519" y="798880"/>
                  </a:lnTo>
                  <a:lnTo>
                    <a:pt x="2251392" y="770204"/>
                  </a:lnTo>
                  <a:lnTo>
                    <a:pt x="2259050" y="734072"/>
                  </a:lnTo>
                  <a:close/>
                </a:path>
                <a:path w="2633345" h="825500">
                  <a:moveTo>
                    <a:pt x="2359914" y="108305"/>
                  </a:moveTo>
                  <a:lnTo>
                    <a:pt x="2296985" y="108305"/>
                  </a:lnTo>
                  <a:lnTo>
                    <a:pt x="2296985" y="28638"/>
                  </a:lnTo>
                  <a:lnTo>
                    <a:pt x="2211476" y="48285"/>
                  </a:lnTo>
                  <a:lnTo>
                    <a:pt x="2211476" y="108305"/>
                  </a:lnTo>
                  <a:lnTo>
                    <a:pt x="2174113" y="108305"/>
                  </a:lnTo>
                  <a:lnTo>
                    <a:pt x="2174113" y="172364"/>
                  </a:lnTo>
                  <a:lnTo>
                    <a:pt x="2211476" y="172364"/>
                  </a:lnTo>
                  <a:lnTo>
                    <a:pt x="2211476" y="286613"/>
                  </a:lnTo>
                  <a:lnTo>
                    <a:pt x="2212962" y="313956"/>
                  </a:lnTo>
                  <a:lnTo>
                    <a:pt x="2225014" y="355053"/>
                  </a:lnTo>
                  <a:lnTo>
                    <a:pt x="2263254" y="386943"/>
                  </a:lnTo>
                  <a:lnTo>
                    <a:pt x="2301532" y="393636"/>
                  </a:lnTo>
                  <a:lnTo>
                    <a:pt x="2319121" y="393039"/>
                  </a:lnTo>
                  <a:lnTo>
                    <a:pt x="2334793" y="391426"/>
                  </a:lnTo>
                  <a:lnTo>
                    <a:pt x="2348001" y="389051"/>
                  </a:lnTo>
                  <a:lnTo>
                    <a:pt x="2358174" y="386181"/>
                  </a:lnTo>
                  <a:lnTo>
                    <a:pt x="2357463" y="320192"/>
                  </a:lnTo>
                  <a:lnTo>
                    <a:pt x="2352459" y="321195"/>
                  </a:lnTo>
                  <a:lnTo>
                    <a:pt x="2346452" y="322021"/>
                  </a:lnTo>
                  <a:lnTo>
                    <a:pt x="2339454" y="322580"/>
                  </a:lnTo>
                  <a:lnTo>
                    <a:pt x="2331491" y="322795"/>
                  </a:lnTo>
                  <a:lnTo>
                    <a:pt x="2315095" y="319836"/>
                  </a:lnTo>
                  <a:lnTo>
                    <a:pt x="2304453" y="310819"/>
                  </a:lnTo>
                  <a:lnTo>
                    <a:pt x="2298712" y="295478"/>
                  </a:lnTo>
                  <a:lnTo>
                    <a:pt x="2296985" y="273583"/>
                  </a:lnTo>
                  <a:lnTo>
                    <a:pt x="2296985" y="172364"/>
                  </a:lnTo>
                  <a:lnTo>
                    <a:pt x="2359914" y="172364"/>
                  </a:lnTo>
                  <a:lnTo>
                    <a:pt x="2359914" y="108305"/>
                  </a:lnTo>
                  <a:close/>
                </a:path>
                <a:path w="2633345" h="825500">
                  <a:moveTo>
                    <a:pt x="2632900" y="241503"/>
                  </a:moveTo>
                  <a:lnTo>
                    <a:pt x="2630259" y="216408"/>
                  </a:lnTo>
                  <a:lnTo>
                    <a:pt x="2628582" y="200469"/>
                  </a:lnTo>
                  <a:lnTo>
                    <a:pt x="2614942" y="162560"/>
                  </a:lnTo>
                  <a:lnTo>
                    <a:pt x="2612821" y="159791"/>
                  </a:lnTo>
                  <a:lnTo>
                    <a:pt x="2590901" y="131229"/>
                  </a:lnTo>
                  <a:lnTo>
                    <a:pt x="2555392" y="109905"/>
                  </a:lnTo>
                  <a:lnTo>
                    <a:pt x="2551633" y="109296"/>
                  </a:lnTo>
                  <a:lnTo>
                    <a:pt x="2551633" y="216408"/>
                  </a:lnTo>
                  <a:lnTo>
                    <a:pt x="2448280" y="216408"/>
                  </a:lnTo>
                  <a:lnTo>
                    <a:pt x="2452598" y="197815"/>
                  </a:lnTo>
                  <a:lnTo>
                    <a:pt x="2462504" y="179438"/>
                  </a:lnTo>
                  <a:lnTo>
                    <a:pt x="2478875" y="165392"/>
                  </a:lnTo>
                  <a:lnTo>
                    <a:pt x="2502598" y="159791"/>
                  </a:lnTo>
                  <a:lnTo>
                    <a:pt x="2527058" y="165696"/>
                  </a:lnTo>
                  <a:lnTo>
                    <a:pt x="2542095" y="180263"/>
                  </a:lnTo>
                  <a:lnTo>
                    <a:pt x="2549626" y="198742"/>
                  </a:lnTo>
                  <a:lnTo>
                    <a:pt x="2551633" y="216408"/>
                  </a:lnTo>
                  <a:lnTo>
                    <a:pt x="2551633" y="109296"/>
                  </a:lnTo>
                  <a:lnTo>
                    <a:pt x="2507335" y="102031"/>
                  </a:lnTo>
                  <a:lnTo>
                    <a:pt x="2455265" y="110769"/>
                  </a:lnTo>
                  <a:lnTo>
                    <a:pt x="2415451" y="134200"/>
                  </a:lnTo>
                  <a:lnTo>
                    <a:pt x="2387485" y="168224"/>
                  </a:lnTo>
                  <a:lnTo>
                    <a:pt x="2371001" y="208686"/>
                  </a:lnTo>
                  <a:lnTo>
                    <a:pt x="2365591" y="251485"/>
                  </a:lnTo>
                  <a:lnTo>
                    <a:pt x="2372004" y="299415"/>
                  </a:lnTo>
                  <a:lnTo>
                    <a:pt x="2390940" y="339128"/>
                  </a:lnTo>
                  <a:lnTo>
                    <a:pt x="2421610" y="368668"/>
                  </a:lnTo>
                  <a:lnTo>
                    <a:pt x="2463368" y="387210"/>
                  </a:lnTo>
                  <a:lnTo>
                    <a:pt x="2515552" y="393636"/>
                  </a:lnTo>
                  <a:lnTo>
                    <a:pt x="2543276" y="392531"/>
                  </a:lnTo>
                  <a:lnTo>
                    <a:pt x="2569718" y="389229"/>
                  </a:lnTo>
                  <a:lnTo>
                    <a:pt x="2594546" y="383705"/>
                  </a:lnTo>
                  <a:lnTo>
                    <a:pt x="2617432" y="375983"/>
                  </a:lnTo>
                  <a:lnTo>
                    <a:pt x="2608008" y="329069"/>
                  </a:lnTo>
                  <a:lnTo>
                    <a:pt x="2605633" y="317220"/>
                  </a:lnTo>
                  <a:lnTo>
                    <a:pt x="2587752" y="322402"/>
                  </a:lnTo>
                  <a:lnTo>
                    <a:pt x="2569197" y="326097"/>
                  </a:lnTo>
                  <a:lnTo>
                    <a:pt x="2549512" y="328320"/>
                  </a:lnTo>
                  <a:lnTo>
                    <a:pt x="2528265" y="329069"/>
                  </a:lnTo>
                  <a:lnTo>
                    <a:pt x="2499029" y="325831"/>
                  </a:lnTo>
                  <a:lnTo>
                    <a:pt x="2474303" y="316001"/>
                  </a:lnTo>
                  <a:lnTo>
                    <a:pt x="2456738" y="299415"/>
                  </a:lnTo>
                  <a:lnTo>
                    <a:pt x="2449004" y="275907"/>
                  </a:lnTo>
                  <a:lnTo>
                    <a:pt x="2629763" y="275907"/>
                  </a:lnTo>
                  <a:lnTo>
                    <a:pt x="2630906" y="269951"/>
                  </a:lnTo>
                  <a:lnTo>
                    <a:pt x="2631910" y="261975"/>
                  </a:lnTo>
                  <a:lnTo>
                    <a:pt x="2632621" y="252361"/>
                  </a:lnTo>
                  <a:lnTo>
                    <a:pt x="2632900" y="2415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455587" y="4249035"/>
              <a:ext cx="7093584" cy="746125"/>
            </a:xfrm>
            <a:custGeom>
              <a:avLst/>
              <a:gdLst/>
              <a:ahLst/>
              <a:cxnLst/>
              <a:rect l="l" t="t" r="r" b="b"/>
              <a:pathLst>
                <a:path w="7093584" h="746125">
                  <a:moveTo>
                    <a:pt x="7009985" y="0"/>
                  </a:moveTo>
                  <a:lnTo>
                    <a:pt x="83568" y="0"/>
                  </a:lnTo>
                  <a:lnTo>
                    <a:pt x="51118" y="6593"/>
                  </a:lnTo>
                  <a:lnTo>
                    <a:pt x="24546" y="24546"/>
                  </a:lnTo>
                  <a:lnTo>
                    <a:pt x="6593" y="51118"/>
                  </a:lnTo>
                  <a:lnTo>
                    <a:pt x="0" y="83568"/>
                  </a:lnTo>
                  <a:lnTo>
                    <a:pt x="0" y="662492"/>
                  </a:lnTo>
                  <a:lnTo>
                    <a:pt x="6593" y="694938"/>
                  </a:lnTo>
                  <a:lnTo>
                    <a:pt x="24546" y="721510"/>
                  </a:lnTo>
                  <a:lnTo>
                    <a:pt x="51118" y="739466"/>
                  </a:lnTo>
                  <a:lnTo>
                    <a:pt x="83568" y="746061"/>
                  </a:lnTo>
                  <a:lnTo>
                    <a:pt x="7009985" y="746061"/>
                  </a:lnTo>
                  <a:lnTo>
                    <a:pt x="7042435" y="739466"/>
                  </a:lnTo>
                  <a:lnTo>
                    <a:pt x="7069007" y="721510"/>
                  </a:lnTo>
                  <a:lnTo>
                    <a:pt x="7086960" y="694938"/>
                  </a:lnTo>
                  <a:lnTo>
                    <a:pt x="7093553" y="662492"/>
                  </a:lnTo>
                  <a:lnTo>
                    <a:pt x="7093553" y="83568"/>
                  </a:lnTo>
                  <a:lnTo>
                    <a:pt x="7086960" y="51118"/>
                  </a:lnTo>
                  <a:lnTo>
                    <a:pt x="7069007" y="24546"/>
                  </a:lnTo>
                  <a:lnTo>
                    <a:pt x="7042435" y="6593"/>
                  </a:lnTo>
                  <a:lnTo>
                    <a:pt x="7009985" y="0"/>
                  </a:lnTo>
                  <a:close/>
                </a:path>
              </a:pathLst>
            </a:custGeom>
            <a:solidFill>
              <a:srgbClr val="0069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455582" y="5087353"/>
              <a:ext cx="7093584" cy="473709"/>
            </a:xfrm>
            <a:custGeom>
              <a:avLst/>
              <a:gdLst/>
              <a:ahLst/>
              <a:cxnLst/>
              <a:rect l="l" t="t" r="r" b="b"/>
              <a:pathLst>
                <a:path w="7093584" h="473710">
                  <a:moveTo>
                    <a:pt x="7026990" y="473409"/>
                  </a:moveTo>
                  <a:lnTo>
                    <a:pt x="66573" y="473409"/>
                  </a:lnTo>
                  <a:lnTo>
                    <a:pt x="40724" y="468156"/>
                  </a:lnTo>
                  <a:lnTo>
                    <a:pt x="19555" y="453853"/>
                  </a:lnTo>
                  <a:lnTo>
                    <a:pt x="5252" y="432685"/>
                  </a:lnTo>
                  <a:lnTo>
                    <a:pt x="0" y="406835"/>
                  </a:lnTo>
                  <a:lnTo>
                    <a:pt x="0" y="66563"/>
                  </a:lnTo>
                  <a:lnTo>
                    <a:pt x="5252" y="40719"/>
                  </a:lnTo>
                  <a:lnTo>
                    <a:pt x="19555" y="19554"/>
                  </a:lnTo>
                  <a:lnTo>
                    <a:pt x="40724" y="5252"/>
                  </a:lnTo>
                  <a:lnTo>
                    <a:pt x="66573" y="0"/>
                  </a:lnTo>
                  <a:lnTo>
                    <a:pt x="7026990" y="0"/>
                  </a:lnTo>
                  <a:lnTo>
                    <a:pt x="7052840" y="5252"/>
                  </a:lnTo>
                  <a:lnTo>
                    <a:pt x="7074008" y="19554"/>
                  </a:lnTo>
                  <a:lnTo>
                    <a:pt x="7088311" y="40719"/>
                  </a:lnTo>
                  <a:lnTo>
                    <a:pt x="7093564" y="66563"/>
                  </a:lnTo>
                  <a:lnTo>
                    <a:pt x="7093564" y="406835"/>
                  </a:lnTo>
                  <a:lnTo>
                    <a:pt x="7088311" y="432685"/>
                  </a:lnTo>
                  <a:lnTo>
                    <a:pt x="7074008" y="453853"/>
                  </a:lnTo>
                  <a:lnTo>
                    <a:pt x="7052840" y="468156"/>
                  </a:lnTo>
                  <a:lnTo>
                    <a:pt x="7026990" y="473409"/>
                  </a:lnTo>
                  <a:close/>
                </a:path>
              </a:pathLst>
            </a:custGeom>
            <a:ln w="8387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595601" y="4317301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564187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34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397874" y="4317301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450167" y="4317301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5397874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34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7450167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87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5502692" y="4433285"/>
            <a:ext cx="3977640" cy="1055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100"/>
              </a:spcBef>
              <a:tabLst>
                <a:tab pos="2028825" algn="l"/>
              </a:tabLst>
            </a:pPr>
            <a:r>
              <a:rPr lang="es-419" sz="2150" spc="-10" dirty="0">
                <a:solidFill>
                  <a:srgbClr val="FFFFFF"/>
                </a:solidFill>
                <a:latin typeface="Trebuchet MS"/>
                <a:cs typeface="Trebuchet MS"/>
              </a:rPr>
              <a:t>EAN13</a:t>
            </a:r>
            <a:r>
              <a:rPr lang="es-419" sz="2150" dirty="0">
                <a:solidFill>
                  <a:srgbClr val="FFFFFF"/>
                </a:solidFill>
                <a:latin typeface="Trebuchet MS"/>
                <a:cs typeface="Trebuchet MS"/>
              </a:rPr>
              <a:t>	EAN</a:t>
            </a:r>
            <a:r>
              <a:rPr lang="es-419" sz="21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s-419" sz="2150" spc="-25" dirty="0">
                <a:solidFill>
                  <a:srgbClr val="FFFFFF"/>
                </a:solidFill>
                <a:latin typeface="Trebuchet MS"/>
                <a:cs typeface="Trebuchet MS"/>
              </a:rPr>
              <a:t>14</a:t>
            </a:r>
            <a:endParaRPr lang="es-419" sz="21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lang="es-419" sz="21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2002789" algn="l"/>
              </a:tabLst>
            </a:pPr>
            <a:r>
              <a:rPr sz="2150" spc="-10" dirty="0">
                <a:latin typeface="Trebuchet MS"/>
                <a:cs typeface="Trebuchet MS"/>
              </a:rPr>
              <a:t>7707633438943</a:t>
            </a:r>
            <a:r>
              <a:rPr sz="2150" dirty="0">
                <a:latin typeface="Trebuchet MS"/>
                <a:cs typeface="Trebuchet MS"/>
              </a:rPr>
              <a:t>	</a:t>
            </a:r>
            <a:r>
              <a:rPr sz="2150" spc="-25" dirty="0">
                <a:latin typeface="Trebuchet MS"/>
                <a:cs typeface="Trebuchet MS"/>
              </a:rPr>
              <a:t>17707633438940</a:t>
            </a:r>
            <a:endParaRPr sz="2150" dirty="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663582" y="4433285"/>
            <a:ext cx="6496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65" dirty="0">
                <a:solidFill>
                  <a:srgbClr val="FFFFFF"/>
                </a:solidFill>
                <a:latin typeface="Trebuchet MS"/>
                <a:cs typeface="Trebuchet MS"/>
              </a:rPr>
              <a:t>Cont.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898133" y="4320234"/>
            <a:ext cx="1143000" cy="57848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00330" marR="5080" indent="-88265">
              <a:lnSpc>
                <a:spcPct val="68800"/>
              </a:lnSpc>
              <a:spcBef>
                <a:spcPts val="905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Unidades </a:t>
            </a: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15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Trebuchet MS"/>
                <a:cs typeface="Trebuchet MS"/>
              </a:rPr>
              <a:t>caja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4538827" y="3435833"/>
            <a:ext cx="5005705" cy="634365"/>
          </a:xfrm>
          <a:custGeom>
            <a:avLst/>
            <a:gdLst/>
            <a:ahLst/>
            <a:cxnLst/>
            <a:rect l="l" t="t" r="r" b="b"/>
            <a:pathLst>
              <a:path w="5005705" h="634364">
                <a:moveTo>
                  <a:pt x="4940373" y="633907"/>
                </a:moveTo>
                <a:lnTo>
                  <a:pt x="64699" y="633907"/>
                </a:lnTo>
                <a:lnTo>
                  <a:pt x="39579" y="628801"/>
                </a:lnTo>
                <a:lnTo>
                  <a:pt x="19007" y="614898"/>
                </a:lnTo>
                <a:lnTo>
                  <a:pt x="5105" y="594323"/>
                </a:lnTo>
                <a:lnTo>
                  <a:pt x="0" y="569197"/>
                </a:lnTo>
                <a:lnTo>
                  <a:pt x="0" y="64699"/>
                </a:lnTo>
                <a:lnTo>
                  <a:pt x="5105" y="39575"/>
                </a:lnTo>
                <a:lnTo>
                  <a:pt x="19007" y="19003"/>
                </a:lnTo>
                <a:lnTo>
                  <a:pt x="39579" y="5104"/>
                </a:lnTo>
                <a:lnTo>
                  <a:pt x="64699" y="0"/>
                </a:lnTo>
                <a:lnTo>
                  <a:pt x="4940373" y="0"/>
                </a:lnTo>
                <a:lnTo>
                  <a:pt x="4965498" y="5104"/>
                </a:lnTo>
                <a:lnTo>
                  <a:pt x="4986074" y="19003"/>
                </a:lnTo>
                <a:lnTo>
                  <a:pt x="4999977" y="39575"/>
                </a:lnTo>
                <a:lnTo>
                  <a:pt x="5005083" y="64699"/>
                </a:lnTo>
                <a:lnTo>
                  <a:pt x="5005083" y="569197"/>
                </a:lnTo>
                <a:lnTo>
                  <a:pt x="4999977" y="594323"/>
                </a:lnTo>
                <a:lnTo>
                  <a:pt x="4986074" y="614898"/>
                </a:lnTo>
                <a:lnTo>
                  <a:pt x="4965498" y="628801"/>
                </a:lnTo>
                <a:lnTo>
                  <a:pt x="4940373" y="633907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6639382" y="3571478"/>
            <a:ext cx="67754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00" dirty="0">
                <a:latin typeface="Trebuchet MS"/>
                <a:cs typeface="Trebuchet MS"/>
              </a:rPr>
              <a:t>Frutal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2466055" y="3435826"/>
            <a:ext cx="1984375" cy="629285"/>
          </a:xfrm>
          <a:custGeom>
            <a:avLst/>
            <a:gdLst/>
            <a:ahLst/>
            <a:cxnLst/>
            <a:rect l="l" t="t" r="r" b="b"/>
            <a:pathLst>
              <a:path w="1984375" h="629285">
                <a:moveTo>
                  <a:pt x="1943186" y="0"/>
                </a:moveTo>
                <a:lnTo>
                  <a:pt x="40574" y="0"/>
                </a:lnTo>
                <a:lnTo>
                  <a:pt x="24821" y="3202"/>
                </a:lnTo>
                <a:lnTo>
                  <a:pt x="11919" y="11921"/>
                </a:lnTo>
                <a:lnTo>
                  <a:pt x="3201" y="24825"/>
                </a:lnTo>
                <a:lnTo>
                  <a:pt x="0" y="40585"/>
                </a:lnTo>
                <a:lnTo>
                  <a:pt x="0" y="588453"/>
                </a:lnTo>
                <a:lnTo>
                  <a:pt x="3201" y="604212"/>
                </a:lnTo>
                <a:lnTo>
                  <a:pt x="11919" y="617117"/>
                </a:lnTo>
                <a:lnTo>
                  <a:pt x="24821" y="625836"/>
                </a:lnTo>
                <a:lnTo>
                  <a:pt x="40574" y="629038"/>
                </a:lnTo>
                <a:lnTo>
                  <a:pt x="1943186" y="629038"/>
                </a:lnTo>
                <a:lnTo>
                  <a:pt x="1958940" y="625836"/>
                </a:lnTo>
                <a:lnTo>
                  <a:pt x="1971841" y="617117"/>
                </a:lnTo>
                <a:lnTo>
                  <a:pt x="1980559" y="604212"/>
                </a:lnTo>
                <a:lnTo>
                  <a:pt x="1983761" y="588453"/>
                </a:lnTo>
                <a:lnTo>
                  <a:pt x="1983761" y="40585"/>
                </a:lnTo>
                <a:lnTo>
                  <a:pt x="1980559" y="24825"/>
                </a:lnTo>
                <a:lnTo>
                  <a:pt x="1971841" y="11921"/>
                </a:lnTo>
                <a:lnTo>
                  <a:pt x="1958940" y="3202"/>
                </a:lnTo>
                <a:lnTo>
                  <a:pt x="1943186" y="0"/>
                </a:lnTo>
                <a:close/>
              </a:path>
            </a:pathLst>
          </a:custGeom>
          <a:solidFill>
            <a:srgbClr val="0069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2844943" y="3541624"/>
            <a:ext cx="117538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Fragancia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2555258" y="5868384"/>
            <a:ext cx="4377055" cy="1320800"/>
          </a:xfrm>
          <a:custGeom>
            <a:avLst/>
            <a:gdLst/>
            <a:ahLst/>
            <a:cxnLst/>
            <a:rect l="l" t="t" r="r" b="b"/>
            <a:pathLst>
              <a:path w="4377055" h="1320800">
                <a:moveTo>
                  <a:pt x="575322" y="1005014"/>
                </a:moveTo>
                <a:lnTo>
                  <a:pt x="575297" y="1003046"/>
                </a:lnTo>
                <a:lnTo>
                  <a:pt x="575170" y="994333"/>
                </a:lnTo>
                <a:lnTo>
                  <a:pt x="575157" y="992759"/>
                </a:lnTo>
                <a:lnTo>
                  <a:pt x="481431" y="888403"/>
                </a:lnTo>
                <a:lnTo>
                  <a:pt x="453288" y="859066"/>
                </a:lnTo>
                <a:lnTo>
                  <a:pt x="452475" y="858227"/>
                </a:lnTo>
                <a:lnTo>
                  <a:pt x="452145" y="857681"/>
                </a:lnTo>
                <a:lnTo>
                  <a:pt x="451637" y="857008"/>
                </a:lnTo>
                <a:lnTo>
                  <a:pt x="449846" y="854608"/>
                </a:lnTo>
                <a:lnTo>
                  <a:pt x="448576" y="853668"/>
                </a:lnTo>
                <a:lnTo>
                  <a:pt x="460984" y="831875"/>
                </a:lnTo>
                <a:lnTo>
                  <a:pt x="476046" y="806538"/>
                </a:lnTo>
                <a:lnTo>
                  <a:pt x="477469" y="804976"/>
                </a:lnTo>
                <a:lnTo>
                  <a:pt x="474891" y="802297"/>
                </a:lnTo>
                <a:lnTo>
                  <a:pt x="473227" y="803490"/>
                </a:lnTo>
                <a:lnTo>
                  <a:pt x="460629" y="809802"/>
                </a:lnTo>
                <a:lnTo>
                  <a:pt x="449859" y="816229"/>
                </a:lnTo>
                <a:lnTo>
                  <a:pt x="439547" y="823353"/>
                </a:lnTo>
                <a:lnTo>
                  <a:pt x="429691" y="831164"/>
                </a:lnTo>
                <a:lnTo>
                  <a:pt x="412889" y="846620"/>
                </a:lnTo>
                <a:lnTo>
                  <a:pt x="376174" y="848106"/>
                </a:lnTo>
                <a:lnTo>
                  <a:pt x="133591" y="861352"/>
                </a:lnTo>
                <a:lnTo>
                  <a:pt x="121399" y="861936"/>
                </a:lnTo>
                <a:lnTo>
                  <a:pt x="109321" y="862838"/>
                </a:lnTo>
                <a:lnTo>
                  <a:pt x="44221" y="912329"/>
                </a:lnTo>
                <a:lnTo>
                  <a:pt x="5334" y="951928"/>
                </a:lnTo>
                <a:lnTo>
                  <a:pt x="0" y="957008"/>
                </a:lnTo>
                <a:lnTo>
                  <a:pt x="3238" y="966685"/>
                </a:lnTo>
                <a:lnTo>
                  <a:pt x="3276" y="966812"/>
                </a:lnTo>
                <a:lnTo>
                  <a:pt x="10617" y="967651"/>
                </a:lnTo>
                <a:lnTo>
                  <a:pt x="14947" y="968349"/>
                </a:lnTo>
                <a:lnTo>
                  <a:pt x="20015" y="969695"/>
                </a:lnTo>
                <a:lnTo>
                  <a:pt x="23418" y="965974"/>
                </a:lnTo>
                <a:lnTo>
                  <a:pt x="24371" y="965034"/>
                </a:lnTo>
                <a:lnTo>
                  <a:pt x="79260" y="910170"/>
                </a:lnTo>
                <a:lnTo>
                  <a:pt x="85394" y="903947"/>
                </a:lnTo>
                <a:lnTo>
                  <a:pt x="91846" y="897712"/>
                </a:lnTo>
                <a:lnTo>
                  <a:pt x="255320" y="878141"/>
                </a:lnTo>
                <a:lnTo>
                  <a:pt x="383108" y="869213"/>
                </a:lnTo>
                <a:lnTo>
                  <a:pt x="392849" y="868654"/>
                </a:lnTo>
                <a:lnTo>
                  <a:pt x="381939" y="881989"/>
                </a:lnTo>
                <a:lnTo>
                  <a:pt x="368071" y="900734"/>
                </a:lnTo>
                <a:lnTo>
                  <a:pt x="342112" y="939088"/>
                </a:lnTo>
                <a:lnTo>
                  <a:pt x="317855" y="978458"/>
                </a:lnTo>
                <a:lnTo>
                  <a:pt x="295262" y="1018806"/>
                </a:lnTo>
                <a:lnTo>
                  <a:pt x="274256" y="1060107"/>
                </a:lnTo>
                <a:lnTo>
                  <a:pt x="272237" y="1063713"/>
                </a:lnTo>
                <a:lnTo>
                  <a:pt x="248234" y="1024382"/>
                </a:lnTo>
                <a:lnTo>
                  <a:pt x="218186" y="992759"/>
                </a:lnTo>
                <a:lnTo>
                  <a:pt x="192443" y="984135"/>
                </a:lnTo>
                <a:lnTo>
                  <a:pt x="184010" y="985088"/>
                </a:lnTo>
                <a:lnTo>
                  <a:pt x="175679" y="988275"/>
                </a:lnTo>
                <a:lnTo>
                  <a:pt x="164490" y="997038"/>
                </a:lnTo>
                <a:lnTo>
                  <a:pt x="157340" y="1008646"/>
                </a:lnTo>
                <a:lnTo>
                  <a:pt x="154584" y="1022032"/>
                </a:lnTo>
                <a:lnTo>
                  <a:pt x="156591" y="1036154"/>
                </a:lnTo>
                <a:lnTo>
                  <a:pt x="238658" y="1157655"/>
                </a:lnTo>
                <a:lnTo>
                  <a:pt x="268706" y="1179461"/>
                </a:lnTo>
                <a:lnTo>
                  <a:pt x="279057" y="1179258"/>
                </a:lnTo>
                <a:lnTo>
                  <a:pt x="315010" y="1150848"/>
                </a:lnTo>
                <a:lnTo>
                  <a:pt x="339775" y="1086942"/>
                </a:lnTo>
                <a:lnTo>
                  <a:pt x="348881" y="1063117"/>
                </a:lnTo>
                <a:lnTo>
                  <a:pt x="378637" y="992695"/>
                </a:lnTo>
                <a:lnTo>
                  <a:pt x="400164" y="946581"/>
                </a:lnTo>
                <a:lnTo>
                  <a:pt x="422998" y="901090"/>
                </a:lnTo>
                <a:lnTo>
                  <a:pt x="435495" y="877836"/>
                </a:lnTo>
                <a:lnTo>
                  <a:pt x="461302" y="902957"/>
                </a:lnTo>
                <a:lnTo>
                  <a:pt x="544360" y="985304"/>
                </a:lnTo>
                <a:lnTo>
                  <a:pt x="550989" y="994333"/>
                </a:lnTo>
                <a:lnTo>
                  <a:pt x="551497" y="1003046"/>
                </a:lnTo>
                <a:lnTo>
                  <a:pt x="547065" y="1011377"/>
                </a:lnTo>
                <a:lnTo>
                  <a:pt x="538886" y="1019225"/>
                </a:lnTo>
                <a:lnTo>
                  <a:pt x="506222" y="1049616"/>
                </a:lnTo>
                <a:lnTo>
                  <a:pt x="336473" y="1209535"/>
                </a:lnTo>
                <a:lnTo>
                  <a:pt x="310108" y="1234846"/>
                </a:lnTo>
                <a:lnTo>
                  <a:pt x="286359" y="1258506"/>
                </a:lnTo>
                <a:lnTo>
                  <a:pt x="281635" y="1262087"/>
                </a:lnTo>
                <a:lnTo>
                  <a:pt x="268185" y="1261071"/>
                </a:lnTo>
                <a:lnTo>
                  <a:pt x="263410" y="1256245"/>
                </a:lnTo>
                <a:lnTo>
                  <a:pt x="126707" y="1142072"/>
                </a:lnTo>
                <a:lnTo>
                  <a:pt x="116865" y="1133881"/>
                </a:lnTo>
                <a:lnTo>
                  <a:pt x="112699" y="1133627"/>
                </a:lnTo>
                <a:lnTo>
                  <a:pt x="112699" y="1159827"/>
                </a:lnTo>
                <a:lnTo>
                  <a:pt x="112636" y="1160487"/>
                </a:lnTo>
                <a:lnTo>
                  <a:pt x="112547" y="1161351"/>
                </a:lnTo>
                <a:lnTo>
                  <a:pt x="112699" y="1159827"/>
                </a:lnTo>
                <a:lnTo>
                  <a:pt x="112699" y="1133627"/>
                </a:lnTo>
                <a:lnTo>
                  <a:pt x="111137" y="1133525"/>
                </a:lnTo>
                <a:lnTo>
                  <a:pt x="106807" y="1136573"/>
                </a:lnTo>
                <a:lnTo>
                  <a:pt x="104381" y="1138250"/>
                </a:lnTo>
                <a:lnTo>
                  <a:pt x="101612" y="1140447"/>
                </a:lnTo>
                <a:lnTo>
                  <a:pt x="99301" y="1142238"/>
                </a:lnTo>
                <a:lnTo>
                  <a:pt x="93548" y="1146810"/>
                </a:lnTo>
                <a:lnTo>
                  <a:pt x="93484" y="1155865"/>
                </a:lnTo>
                <a:lnTo>
                  <a:pt x="99199" y="1160487"/>
                </a:lnTo>
                <a:lnTo>
                  <a:pt x="252679" y="1286814"/>
                </a:lnTo>
                <a:lnTo>
                  <a:pt x="260794" y="1292974"/>
                </a:lnTo>
                <a:lnTo>
                  <a:pt x="270586" y="1296758"/>
                </a:lnTo>
                <a:lnTo>
                  <a:pt x="281063" y="1297901"/>
                </a:lnTo>
                <a:lnTo>
                  <a:pt x="291211" y="1296123"/>
                </a:lnTo>
                <a:lnTo>
                  <a:pt x="297662" y="1294053"/>
                </a:lnTo>
                <a:lnTo>
                  <a:pt x="304292" y="1290701"/>
                </a:lnTo>
                <a:lnTo>
                  <a:pt x="309232" y="1283373"/>
                </a:lnTo>
                <a:lnTo>
                  <a:pt x="308711" y="1284160"/>
                </a:lnTo>
                <a:lnTo>
                  <a:pt x="309422" y="1283373"/>
                </a:lnTo>
                <a:lnTo>
                  <a:pt x="309638" y="1283144"/>
                </a:lnTo>
                <a:lnTo>
                  <a:pt x="312648" y="1279855"/>
                </a:lnTo>
                <a:lnTo>
                  <a:pt x="320319" y="1271803"/>
                </a:lnTo>
                <a:lnTo>
                  <a:pt x="321119" y="1270952"/>
                </a:lnTo>
                <a:lnTo>
                  <a:pt x="325691" y="1266367"/>
                </a:lnTo>
                <a:lnTo>
                  <a:pt x="380809" y="1210348"/>
                </a:lnTo>
                <a:lnTo>
                  <a:pt x="560095" y="1027087"/>
                </a:lnTo>
                <a:lnTo>
                  <a:pt x="569836" y="1016723"/>
                </a:lnTo>
                <a:lnTo>
                  <a:pt x="575322" y="1005014"/>
                </a:lnTo>
                <a:close/>
              </a:path>
              <a:path w="4377055" h="1320800">
                <a:moveTo>
                  <a:pt x="4376534" y="1027366"/>
                </a:moveTo>
                <a:lnTo>
                  <a:pt x="4376509" y="1025410"/>
                </a:lnTo>
                <a:lnTo>
                  <a:pt x="4376382" y="1016685"/>
                </a:lnTo>
                <a:lnTo>
                  <a:pt x="4376369" y="1015111"/>
                </a:lnTo>
                <a:lnTo>
                  <a:pt x="4282643" y="910767"/>
                </a:lnTo>
                <a:lnTo>
                  <a:pt x="4254500" y="881418"/>
                </a:lnTo>
                <a:lnTo>
                  <a:pt x="4253687" y="880579"/>
                </a:lnTo>
                <a:lnTo>
                  <a:pt x="4253357" y="880033"/>
                </a:lnTo>
                <a:lnTo>
                  <a:pt x="4252849" y="879360"/>
                </a:lnTo>
                <a:lnTo>
                  <a:pt x="4251058" y="876960"/>
                </a:lnTo>
                <a:lnTo>
                  <a:pt x="4249788" y="876020"/>
                </a:lnTo>
                <a:lnTo>
                  <a:pt x="4262196" y="854227"/>
                </a:lnTo>
                <a:lnTo>
                  <a:pt x="4277258" y="828903"/>
                </a:lnTo>
                <a:lnTo>
                  <a:pt x="4278681" y="827328"/>
                </a:lnTo>
                <a:lnTo>
                  <a:pt x="4276102" y="824649"/>
                </a:lnTo>
                <a:lnTo>
                  <a:pt x="4274439" y="825855"/>
                </a:lnTo>
                <a:lnTo>
                  <a:pt x="4261840" y="832167"/>
                </a:lnTo>
                <a:lnTo>
                  <a:pt x="4251071" y="838581"/>
                </a:lnTo>
                <a:lnTo>
                  <a:pt x="4240758" y="845705"/>
                </a:lnTo>
                <a:lnTo>
                  <a:pt x="4230903" y="853516"/>
                </a:lnTo>
                <a:lnTo>
                  <a:pt x="4214088" y="868972"/>
                </a:lnTo>
                <a:lnTo>
                  <a:pt x="4177398" y="870458"/>
                </a:lnTo>
                <a:lnTo>
                  <a:pt x="3934803" y="883691"/>
                </a:lnTo>
                <a:lnTo>
                  <a:pt x="3922611" y="884288"/>
                </a:lnTo>
                <a:lnTo>
                  <a:pt x="3910533" y="885190"/>
                </a:lnTo>
                <a:lnTo>
                  <a:pt x="3845433" y="934681"/>
                </a:lnTo>
                <a:lnTo>
                  <a:pt x="3806545" y="974293"/>
                </a:lnTo>
                <a:lnTo>
                  <a:pt x="3801211" y="979373"/>
                </a:lnTo>
                <a:lnTo>
                  <a:pt x="3804437" y="989037"/>
                </a:lnTo>
                <a:lnTo>
                  <a:pt x="3804475" y="989164"/>
                </a:lnTo>
                <a:lnTo>
                  <a:pt x="3811828" y="990003"/>
                </a:lnTo>
                <a:lnTo>
                  <a:pt x="3816121" y="990701"/>
                </a:lnTo>
                <a:lnTo>
                  <a:pt x="3821226" y="992047"/>
                </a:lnTo>
                <a:lnTo>
                  <a:pt x="3824630" y="988326"/>
                </a:lnTo>
                <a:lnTo>
                  <a:pt x="3825583" y="987386"/>
                </a:lnTo>
                <a:lnTo>
                  <a:pt x="3880459" y="932522"/>
                </a:lnTo>
                <a:lnTo>
                  <a:pt x="3886593" y="926299"/>
                </a:lnTo>
                <a:lnTo>
                  <a:pt x="3893045" y="920064"/>
                </a:lnTo>
                <a:lnTo>
                  <a:pt x="4056532" y="900493"/>
                </a:lnTo>
                <a:lnTo>
                  <a:pt x="4184319" y="891565"/>
                </a:lnTo>
                <a:lnTo>
                  <a:pt x="4194060" y="891006"/>
                </a:lnTo>
                <a:lnTo>
                  <a:pt x="4183138" y="904341"/>
                </a:lnTo>
                <a:lnTo>
                  <a:pt x="4169283" y="923086"/>
                </a:lnTo>
                <a:lnTo>
                  <a:pt x="4143324" y="961440"/>
                </a:lnTo>
                <a:lnTo>
                  <a:pt x="4119067" y="1000810"/>
                </a:lnTo>
                <a:lnTo>
                  <a:pt x="4096474" y="1041171"/>
                </a:lnTo>
                <a:lnTo>
                  <a:pt x="4075468" y="1082459"/>
                </a:lnTo>
                <a:lnTo>
                  <a:pt x="4073448" y="1086078"/>
                </a:lnTo>
                <a:lnTo>
                  <a:pt x="4049433" y="1046746"/>
                </a:lnTo>
                <a:lnTo>
                  <a:pt x="4019397" y="1015123"/>
                </a:lnTo>
                <a:lnTo>
                  <a:pt x="3993654" y="1006500"/>
                </a:lnTo>
                <a:lnTo>
                  <a:pt x="3985222" y="1007440"/>
                </a:lnTo>
                <a:lnTo>
                  <a:pt x="3976890" y="1010627"/>
                </a:lnTo>
                <a:lnTo>
                  <a:pt x="3965702" y="1019390"/>
                </a:lnTo>
                <a:lnTo>
                  <a:pt x="3958552" y="1030998"/>
                </a:lnTo>
                <a:lnTo>
                  <a:pt x="3955796" y="1044384"/>
                </a:lnTo>
                <a:lnTo>
                  <a:pt x="3957790" y="1058506"/>
                </a:lnTo>
                <a:lnTo>
                  <a:pt x="4039857" y="1180007"/>
                </a:lnTo>
                <a:lnTo>
                  <a:pt x="4069918" y="1201813"/>
                </a:lnTo>
                <a:lnTo>
                  <a:pt x="4080268" y="1201610"/>
                </a:lnTo>
                <a:lnTo>
                  <a:pt x="4116222" y="1173200"/>
                </a:lnTo>
                <a:lnTo>
                  <a:pt x="4140987" y="1109294"/>
                </a:lnTo>
                <a:lnTo>
                  <a:pt x="4150093" y="1085469"/>
                </a:lnTo>
                <a:lnTo>
                  <a:pt x="4179849" y="1015047"/>
                </a:lnTo>
                <a:lnTo>
                  <a:pt x="4201376" y="968933"/>
                </a:lnTo>
                <a:lnTo>
                  <a:pt x="4224210" y="923442"/>
                </a:lnTo>
                <a:lnTo>
                  <a:pt x="4236707" y="900188"/>
                </a:lnTo>
                <a:lnTo>
                  <a:pt x="4262513" y="925309"/>
                </a:lnTo>
                <a:lnTo>
                  <a:pt x="4345571" y="1007656"/>
                </a:lnTo>
                <a:lnTo>
                  <a:pt x="4352188" y="1016685"/>
                </a:lnTo>
                <a:lnTo>
                  <a:pt x="4352696" y="1025410"/>
                </a:lnTo>
                <a:lnTo>
                  <a:pt x="4348277" y="1033729"/>
                </a:lnTo>
                <a:lnTo>
                  <a:pt x="4340098" y="1041577"/>
                </a:lnTo>
                <a:lnTo>
                  <a:pt x="4307433" y="1071968"/>
                </a:lnTo>
                <a:lnTo>
                  <a:pt x="4137672" y="1231887"/>
                </a:lnTo>
                <a:lnTo>
                  <a:pt x="4111320" y="1257198"/>
                </a:lnTo>
                <a:lnTo>
                  <a:pt x="4087571" y="1280858"/>
                </a:lnTo>
                <a:lnTo>
                  <a:pt x="4082834" y="1284439"/>
                </a:lnTo>
                <a:lnTo>
                  <a:pt x="4069397" y="1283423"/>
                </a:lnTo>
                <a:lnTo>
                  <a:pt x="4064622" y="1278597"/>
                </a:lnTo>
                <a:lnTo>
                  <a:pt x="3927932" y="1164424"/>
                </a:lnTo>
                <a:lnTo>
                  <a:pt x="3918077" y="1156233"/>
                </a:lnTo>
                <a:lnTo>
                  <a:pt x="3912349" y="1155877"/>
                </a:lnTo>
                <a:lnTo>
                  <a:pt x="3908018" y="1158925"/>
                </a:lnTo>
                <a:lnTo>
                  <a:pt x="3905593" y="1160602"/>
                </a:lnTo>
                <a:lnTo>
                  <a:pt x="3902824" y="1162799"/>
                </a:lnTo>
                <a:lnTo>
                  <a:pt x="3900513" y="1164590"/>
                </a:lnTo>
                <a:lnTo>
                  <a:pt x="3894759" y="1169162"/>
                </a:lnTo>
                <a:lnTo>
                  <a:pt x="3894683" y="1178217"/>
                </a:lnTo>
                <a:lnTo>
                  <a:pt x="3900411" y="1182839"/>
                </a:lnTo>
                <a:lnTo>
                  <a:pt x="4053890" y="1309166"/>
                </a:lnTo>
                <a:lnTo>
                  <a:pt x="4062006" y="1315326"/>
                </a:lnTo>
                <a:lnTo>
                  <a:pt x="4071797" y="1319110"/>
                </a:lnTo>
                <a:lnTo>
                  <a:pt x="4082275" y="1320253"/>
                </a:lnTo>
                <a:lnTo>
                  <a:pt x="4092422" y="1318475"/>
                </a:lnTo>
                <a:lnTo>
                  <a:pt x="4098874" y="1316418"/>
                </a:lnTo>
                <a:lnTo>
                  <a:pt x="4105491" y="1313053"/>
                </a:lnTo>
                <a:lnTo>
                  <a:pt x="4109948" y="1306474"/>
                </a:lnTo>
                <a:lnTo>
                  <a:pt x="4110621" y="1305737"/>
                </a:lnTo>
                <a:lnTo>
                  <a:pt x="4110850" y="1305496"/>
                </a:lnTo>
                <a:lnTo>
                  <a:pt x="4113860" y="1302207"/>
                </a:lnTo>
                <a:lnTo>
                  <a:pt x="4121531" y="1294155"/>
                </a:lnTo>
                <a:lnTo>
                  <a:pt x="4122331" y="1293317"/>
                </a:lnTo>
                <a:lnTo>
                  <a:pt x="4126903" y="1288719"/>
                </a:lnTo>
                <a:lnTo>
                  <a:pt x="4361307" y="1049439"/>
                </a:lnTo>
                <a:lnTo>
                  <a:pt x="4371048" y="1039075"/>
                </a:lnTo>
                <a:lnTo>
                  <a:pt x="4376534" y="1027366"/>
                </a:lnTo>
                <a:close/>
              </a:path>
              <a:path w="4377055" h="1320800">
                <a:moveTo>
                  <a:pt x="4376534" y="202717"/>
                </a:moveTo>
                <a:lnTo>
                  <a:pt x="4376509" y="200748"/>
                </a:lnTo>
                <a:lnTo>
                  <a:pt x="4376382" y="192036"/>
                </a:lnTo>
                <a:lnTo>
                  <a:pt x="4376369" y="190461"/>
                </a:lnTo>
                <a:lnTo>
                  <a:pt x="4282643" y="86106"/>
                </a:lnTo>
                <a:lnTo>
                  <a:pt x="4254500" y="56769"/>
                </a:lnTo>
                <a:lnTo>
                  <a:pt x="4253687" y="55930"/>
                </a:lnTo>
                <a:lnTo>
                  <a:pt x="4253357" y="55384"/>
                </a:lnTo>
                <a:lnTo>
                  <a:pt x="4252849" y="54711"/>
                </a:lnTo>
                <a:lnTo>
                  <a:pt x="4251058" y="52311"/>
                </a:lnTo>
                <a:lnTo>
                  <a:pt x="4249788" y="51371"/>
                </a:lnTo>
                <a:lnTo>
                  <a:pt x="4262196" y="29578"/>
                </a:lnTo>
                <a:lnTo>
                  <a:pt x="4277258" y="4241"/>
                </a:lnTo>
                <a:lnTo>
                  <a:pt x="4278681" y="2679"/>
                </a:lnTo>
                <a:lnTo>
                  <a:pt x="4276102" y="0"/>
                </a:lnTo>
                <a:lnTo>
                  <a:pt x="4274439" y="1193"/>
                </a:lnTo>
                <a:lnTo>
                  <a:pt x="4261840" y="7505"/>
                </a:lnTo>
                <a:lnTo>
                  <a:pt x="4251071" y="13931"/>
                </a:lnTo>
                <a:lnTo>
                  <a:pt x="4240758" y="21056"/>
                </a:lnTo>
                <a:lnTo>
                  <a:pt x="4230903" y="28867"/>
                </a:lnTo>
                <a:lnTo>
                  <a:pt x="4214241" y="44196"/>
                </a:lnTo>
                <a:lnTo>
                  <a:pt x="4110177" y="49047"/>
                </a:lnTo>
                <a:lnTo>
                  <a:pt x="3937812" y="58877"/>
                </a:lnTo>
                <a:lnTo>
                  <a:pt x="3914381" y="60147"/>
                </a:lnTo>
                <a:lnTo>
                  <a:pt x="3914851" y="60147"/>
                </a:lnTo>
                <a:lnTo>
                  <a:pt x="3845433" y="110032"/>
                </a:lnTo>
                <a:lnTo>
                  <a:pt x="3806545" y="149631"/>
                </a:lnTo>
                <a:lnTo>
                  <a:pt x="3801211" y="154724"/>
                </a:lnTo>
                <a:lnTo>
                  <a:pt x="3804437" y="164388"/>
                </a:lnTo>
                <a:lnTo>
                  <a:pt x="3804475" y="164515"/>
                </a:lnTo>
                <a:lnTo>
                  <a:pt x="3811828" y="165354"/>
                </a:lnTo>
                <a:lnTo>
                  <a:pt x="3816159" y="166052"/>
                </a:lnTo>
                <a:lnTo>
                  <a:pt x="3821226" y="167398"/>
                </a:lnTo>
                <a:lnTo>
                  <a:pt x="3824630" y="163677"/>
                </a:lnTo>
                <a:lnTo>
                  <a:pt x="3825583" y="162737"/>
                </a:lnTo>
                <a:lnTo>
                  <a:pt x="3880459" y="107873"/>
                </a:lnTo>
                <a:lnTo>
                  <a:pt x="3886593" y="101650"/>
                </a:lnTo>
                <a:lnTo>
                  <a:pt x="3893045" y="95402"/>
                </a:lnTo>
                <a:lnTo>
                  <a:pt x="4056532" y="75844"/>
                </a:lnTo>
                <a:lnTo>
                  <a:pt x="4184319" y="66916"/>
                </a:lnTo>
                <a:lnTo>
                  <a:pt x="4194060" y="66357"/>
                </a:lnTo>
                <a:lnTo>
                  <a:pt x="4183138" y="79692"/>
                </a:lnTo>
                <a:lnTo>
                  <a:pt x="4169283" y="98437"/>
                </a:lnTo>
                <a:lnTo>
                  <a:pt x="4143324" y="136791"/>
                </a:lnTo>
                <a:lnTo>
                  <a:pt x="4119067" y="176161"/>
                </a:lnTo>
                <a:lnTo>
                  <a:pt x="4096474" y="216509"/>
                </a:lnTo>
                <a:lnTo>
                  <a:pt x="4075468" y="257810"/>
                </a:lnTo>
                <a:lnTo>
                  <a:pt x="4073448" y="261416"/>
                </a:lnTo>
                <a:lnTo>
                  <a:pt x="4049433" y="222097"/>
                </a:lnTo>
                <a:lnTo>
                  <a:pt x="4019397" y="190461"/>
                </a:lnTo>
                <a:lnTo>
                  <a:pt x="3993654" y="181838"/>
                </a:lnTo>
                <a:lnTo>
                  <a:pt x="3985222" y="182791"/>
                </a:lnTo>
                <a:lnTo>
                  <a:pt x="3976890" y="185978"/>
                </a:lnTo>
                <a:lnTo>
                  <a:pt x="3965702" y="194741"/>
                </a:lnTo>
                <a:lnTo>
                  <a:pt x="3958552" y="206349"/>
                </a:lnTo>
                <a:lnTo>
                  <a:pt x="3955796" y="219735"/>
                </a:lnTo>
                <a:lnTo>
                  <a:pt x="3957790" y="233857"/>
                </a:lnTo>
                <a:lnTo>
                  <a:pt x="4039857" y="355358"/>
                </a:lnTo>
                <a:lnTo>
                  <a:pt x="4069918" y="377164"/>
                </a:lnTo>
                <a:lnTo>
                  <a:pt x="4080268" y="376961"/>
                </a:lnTo>
                <a:lnTo>
                  <a:pt x="4116222" y="348551"/>
                </a:lnTo>
                <a:lnTo>
                  <a:pt x="4140987" y="284645"/>
                </a:lnTo>
                <a:lnTo>
                  <a:pt x="4150093" y="260819"/>
                </a:lnTo>
                <a:lnTo>
                  <a:pt x="4179849" y="190398"/>
                </a:lnTo>
                <a:lnTo>
                  <a:pt x="4201376" y="144284"/>
                </a:lnTo>
                <a:lnTo>
                  <a:pt x="4224210" y="98793"/>
                </a:lnTo>
                <a:lnTo>
                  <a:pt x="4236707" y="75539"/>
                </a:lnTo>
                <a:lnTo>
                  <a:pt x="4262513" y="100660"/>
                </a:lnTo>
                <a:lnTo>
                  <a:pt x="4345571" y="183007"/>
                </a:lnTo>
                <a:lnTo>
                  <a:pt x="4352188" y="192036"/>
                </a:lnTo>
                <a:lnTo>
                  <a:pt x="4352696" y="200748"/>
                </a:lnTo>
                <a:lnTo>
                  <a:pt x="4348277" y="209080"/>
                </a:lnTo>
                <a:lnTo>
                  <a:pt x="4340098" y="216928"/>
                </a:lnTo>
                <a:lnTo>
                  <a:pt x="4307421" y="247319"/>
                </a:lnTo>
                <a:lnTo>
                  <a:pt x="4137672" y="407238"/>
                </a:lnTo>
                <a:lnTo>
                  <a:pt x="4111320" y="432549"/>
                </a:lnTo>
                <a:lnTo>
                  <a:pt x="4087571" y="456209"/>
                </a:lnTo>
                <a:lnTo>
                  <a:pt x="4082834" y="459778"/>
                </a:lnTo>
                <a:lnTo>
                  <a:pt x="4069397" y="458774"/>
                </a:lnTo>
                <a:lnTo>
                  <a:pt x="4064622" y="453948"/>
                </a:lnTo>
                <a:lnTo>
                  <a:pt x="3927932" y="339775"/>
                </a:lnTo>
                <a:lnTo>
                  <a:pt x="3918077" y="331584"/>
                </a:lnTo>
                <a:lnTo>
                  <a:pt x="3912349" y="331216"/>
                </a:lnTo>
                <a:lnTo>
                  <a:pt x="3908018" y="334276"/>
                </a:lnTo>
                <a:lnTo>
                  <a:pt x="3905593" y="335953"/>
                </a:lnTo>
                <a:lnTo>
                  <a:pt x="3902824" y="338150"/>
                </a:lnTo>
                <a:lnTo>
                  <a:pt x="3900513" y="339940"/>
                </a:lnTo>
                <a:lnTo>
                  <a:pt x="3894759" y="344512"/>
                </a:lnTo>
                <a:lnTo>
                  <a:pt x="3894683" y="353568"/>
                </a:lnTo>
                <a:lnTo>
                  <a:pt x="3900411" y="358190"/>
                </a:lnTo>
                <a:lnTo>
                  <a:pt x="4053890" y="484517"/>
                </a:lnTo>
                <a:lnTo>
                  <a:pt x="4062006" y="490677"/>
                </a:lnTo>
                <a:lnTo>
                  <a:pt x="4071797" y="494461"/>
                </a:lnTo>
                <a:lnTo>
                  <a:pt x="4082275" y="495604"/>
                </a:lnTo>
                <a:lnTo>
                  <a:pt x="4092422" y="493826"/>
                </a:lnTo>
                <a:lnTo>
                  <a:pt x="4098874" y="491756"/>
                </a:lnTo>
                <a:lnTo>
                  <a:pt x="4105491" y="488403"/>
                </a:lnTo>
                <a:lnTo>
                  <a:pt x="4110444" y="481076"/>
                </a:lnTo>
                <a:lnTo>
                  <a:pt x="4109948" y="481825"/>
                </a:lnTo>
                <a:lnTo>
                  <a:pt x="4110634" y="481076"/>
                </a:lnTo>
                <a:lnTo>
                  <a:pt x="4110850" y="480847"/>
                </a:lnTo>
                <a:lnTo>
                  <a:pt x="4113860" y="477558"/>
                </a:lnTo>
                <a:lnTo>
                  <a:pt x="4121531" y="469506"/>
                </a:lnTo>
                <a:lnTo>
                  <a:pt x="4122331" y="468655"/>
                </a:lnTo>
                <a:lnTo>
                  <a:pt x="4126903" y="464070"/>
                </a:lnTo>
                <a:lnTo>
                  <a:pt x="4361307" y="224790"/>
                </a:lnTo>
                <a:lnTo>
                  <a:pt x="4371048" y="214426"/>
                </a:lnTo>
                <a:lnTo>
                  <a:pt x="4376534" y="202717"/>
                </a:lnTo>
                <a:close/>
              </a:path>
            </a:pathLst>
          </a:custGeom>
          <a:solidFill>
            <a:srgbClr val="0069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2585717" y="5135622"/>
            <a:ext cx="2409825" cy="1940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  <a:tabLst>
                <a:tab pos="1375410" algn="l"/>
              </a:tabLst>
            </a:pPr>
            <a:r>
              <a:rPr sz="2150" spc="-30" dirty="0">
                <a:latin typeface="Trebuchet MS"/>
                <a:cs typeface="Trebuchet MS"/>
              </a:rPr>
              <a:t>960</a:t>
            </a:r>
            <a:r>
              <a:rPr sz="2150" spc="-175" dirty="0">
                <a:latin typeface="Trebuchet MS"/>
                <a:cs typeface="Trebuchet MS"/>
              </a:rPr>
              <a:t> </a:t>
            </a:r>
            <a:r>
              <a:rPr sz="2150" spc="-25" dirty="0">
                <a:latin typeface="Trebuchet MS"/>
                <a:cs typeface="Trebuchet MS"/>
              </a:rPr>
              <a:t>mL</a:t>
            </a:r>
            <a:r>
              <a:rPr sz="2150" dirty="0">
                <a:latin typeface="Trebuchet MS"/>
                <a:cs typeface="Trebuchet MS"/>
              </a:rPr>
              <a:t>	</a:t>
            </a:r>
            <a:r>
              <a:rPr sz="2150" spc="-140" dirty="0">
                <a:latin typeface="Trebuchet MS"/>
                <a:cs typeface="Trebuchet MS"/>
              </a:rPr>
              <a:t>Caja</a:t>
            </a:r>
            <a:r>
              <a:rPr sz="2150" spc="-175" dirty="0">
                <a:latin typeface="Trebuchet MS"/>
                <a:cs typeface="Trebuchet MS"/>
              </a:rPr>
              <a:t> </a:t>
            </a:r>
            <a:r>
              <a:rPr sz="2150" spc="-95" dirty="0">
                <a:latin typeface="Trebuchet MS"/>
                <a:cs typeface="Trebuchet MS"/>
              </a:rPr>
              <a:t>x</a:t>
            </a:r>
            <a:r>
              <a:rPr sz="2150" spc="-170" dirty="0">
                <a:latin typeface="Trebuchet MS"/>
                <a:cs typeface="Trebuchet MS"/>
              </a:rPr>
              <a:t> </a:t>
            </a:r>
            <a:r>
              <a:rPr sz="2150" spc="-25" dirty="0">
                <a:latin typeface="Trebuchet MS"/>
                <a:cs typeface="Trebuchet MS"/>
              </a:rPr>
              <a:t>12</a:t>
            </a:r>
            <a:endParaRPr sz="21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150" dirty="0">
              <a:latin typeface="Trebuchet MS"/>
              <a:cs typeface="Trebuchet MS"/>
            </a:endParaRPr>
          </a:p>
          <a:p>
            <a:pPr marL="626745" marR="88900">
              <a:lnSpc>
                <a:spcPts val="2420"/>
              </a:lnSpc>
            </a:pPr>
            <a:r>
              <a:rPr sz="2400" spc="-25" dirty="0">
                <a:latin typeface="Trebuchet MS"/>
                <a:cs typeface="Trebuchet MS"/>
              </a:rPr>
              <a:t>Multiusos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pH </a:t>
            </a:r>
            <a:r>
              <a:rPr sz="2400" spc="-10" dirty="0">
                <a:latin typeface="Trebuchet MS"/>
                <a:cs typeface="Trebuchet MS"/>
              </a:rPr>
              <a:t>neutro</a:t>
            </a:r>
            <a:endParaRPr sz="2400" dirty="0">
              <a:latin typeface="Trebuchet MS"/>
              <a:cs typeface="Trebuchet MS"/>
            </a:endParaRPr>
          </a:p>
          <a:p>
            <a:pPr marR="47625" algn="r">
              <a:lnSpc>
                <a:spcPct val="100000"/>
              </a:lnSpc>
              <a:spcBef>
                <a:spcPts val="1805"/>
              </a:spcBef>
            </a:pPr>
            <a:r>
              <a:rPr sz="2400" spc="-10" dirty="0">
                <a:latin typeface="Trebuchet MS"/>
                <a:cs typeface="Trebuchet MS"/>
              </a:rPr>
              <a:t>Con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aloe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vera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2555258" y="5868384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5">
                <a:moveTo>
                  <a:pt x="575322" y="202717"/>
                </a:moveTo>
                <a:lnTo>
                  <a:pt x="575297" y="200748"/>
                </a:lnTo>
                <a:lnTo>
                  <a:pt x="575170" y="192036"/>
                </a:lnTo>
                <a:lnTo>
                  <a:pt x="575157" y="190461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193"/>
                </a:lnTo>
                <a:lnTo>
                  <a:pt x="460629" y="7505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42" y="44196"/>
                </a:lnTo>
                <a:lnTo>
                  <a:pt x="308965" y="49047"/>
                </a:lnTo>
                <a:lnTo>
                  <a:pt x="136601" y="58877"/>
                </a:lnTo>
                <a:lnTo>
                  <a:pt x="113169" y="60147"/>
                </a:lnTo>
                <a:lnTo>
                  <a:pt x="113639" y="60147"/>
                </a:lnTo>
                <a:lnTo>
                  <a:pt x="44221" y="110032"/>
                </a:lnTo>
                <a:lnTo>
                  <a:pt x="5334" y="149631"/>
                </a:lnTo>
                <a:lnTo>
                  <a:pt x="0" y="154711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47" y="166052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46" y="95402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09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34" y="222097"/>
                </a:lnTo>
                <a:lnTo>
                  <a:pt x="218186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89" y="192036"/>
                </a:lnTo>
                <a:lnTo>
                  <a:pt x="551497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09" y="247319"/>
                </a:lnTo>
                <a:lnTo>
                  <a:pt x="336473" y="407238"/>
                </a:lnTo>
                <a:lnTo>
                  <a:pt x="310108" y="432549"/>
                </a:lnTo>
                <a:lnTo>
                  <a:pt x="286359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07" y="339775"/>
                </a:lnTo>
                <a:lnTo>
                  <a:pt x="116865" y="331584"/>
                </a:lnTo>
                <a:lnTo>
                  <a:pt x="112699" y="331317"/>
                </a:lnTo>
                <a:lnTo>
                  <a:pt x="112699" y="357530"/>
                </a:lnTo>
                <a:lnTo>
                  <a:pt x="112636" y="358190"/>
                </a:lnTo>
                <a:lnTo>
                  <a:pt x="112547" y="359054"/>
                </a:lnTo>
                <a:lnTo>
                  <a:pt x="112699" y="357530"/>
                </a:lnTo>
                <a:lnTo>
                  <a:pt x="112699" y="331317"/>
                </a:lnTo>
                <a:lnTo>
                  <a:pt x="111137" y="331216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12" y="338150"/>
                </a:lnTo>
                <a:lnTo>
                  <a:pt x="99301" y="339940"/>
                </a:lnTo>
                <a:lnTo>
                  <a:pt x="93548" y="344512"/>
                </a:lnTo>
                <a:lnTo>
                  <a:pt x="93484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56"/>
                </a:lnTo>
                <a:lnTo>
                  <a:pt x="304292" y="488403"/>
                </a:lnTo>
                <a:lnTo>
                  <a:pt x="309232" y="481076"/>
                </a:lnTo>
                <a:lnTo>
                  <a:pt x="308711" y="481863"/>
                </a:lnTo>
                <a:lnTo>
                  <a:pt x="309422" y="481076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380809" y="408051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0069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6978571" y="5750933"/>
            <a:ext cx="1745614" cy="148590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3340">
              <a:lnSpc>
                <a:spcPts val="2420"/>
              </a:lnSpc>
              <a:spcBef>
                <a:spcPts val="585"/>
              </a:spcBef>
            </a:pPr>
            <a:r>
              <a:rPr sz="2400" spc="-10" dirty="0">
                <a:latin typeface="Trebuchet MS"/>
                <a:cs typeface="Trebuchet MS"/>
              </a:rPr>
              <a:t>Despercude </a:t>
            </a:r>
            <a:r>
              <a:rPr sz="2400" spc="-55" dirty="0">
                <a:latin typeface="Trebuchet MS"/>
                <a:cs typeface="Trebuchet MS"/>
              </a:rPr>
              <a:t>y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desengrasa</a:t>
            </a:r>
            <a:endParaRPr sz="2400">
              <a:latin typeface="Trebuchet MS"/>
              <a:cs typeface="Trebuchet MS"/>
            </a:endParaRPr>
          </a:p>
          <a:p>
            <a:pPr marL="41910" marR="5080">
              <a:lnSpc>
                <a:spcPts val="2420"/>
              </a:lnSpc>
              <a:spcBef>
                <a:spcPts val="1330"/>
              </a:spcBef>
            </a:pPr>
            <a:r>
              <a:rPr sz="2400" spc="-10" dirty="0">
                <a:latin typeface="Trebuchet MS"/>
                <a:cs typeface="Trebuchet MS"/>
              </a:rPr>
              <a:t>Desincrustra </a:t>
            </a:r>
            <a:r>
              <a:rPr sz="2400" spc="-55" dirty="0">
                <a:latin typeface="Trebuchet MS"/>
                <a:cs typeface="Trebuchet MS"/>
              </a:rPr>
              <a:t>y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desmancha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9098895" cy="11308715"/>
            <a:chOff x="0" y="0"/>
            <a:chExt cx="19098895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276959" cy="1130854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437007" y="9750838"/>
              <a:ext cx="13970" cy="10795"/>
            </a:xfrm>
            <a:custGeom>
              <a:avLst/>
              <a:gdLst/>
              <a:ahLst/>
              <a:cxnLst/>
              <a:rect l="l" t="t" r="r" b="b"/>
              <a:pathLst>
                <a:path w="13969" h="10795">
                  <a:moveTo>
                    <a:pt x="0" y="0"/>
                  </a:moveTo>
                  <a:lnTo>
                    <a:pt x="3905" y="3476"/>
                  </a:lnTo>
                  <a:lnTo>
                    <a:pt x="8418" y="6889"/>
                  </a:lnTo>
                  <a:lnTo>
                    <a:pt x="13612" y="10219"/>
                  </a:lnTo>
                  <a:lnTo>
                    <a:pt x="6649" y="4795"/>
                  </a:lnTo>
                  <a:lnTo>
                    <a:pt x="2209" y="1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000208" y="9011750"/>
              <a:ext cx="2098675" cy="1929764"/>
            </a:xfrm>
            <a:custGeom>
              <a:avLst/>
              <a:gdLst/>
              <a:ahLst/>
              <a:cxnLst/>
              <a:rect l="l" t="t" r="r" b="b"/>
              <a:pathLst>
                <a:path w="2098675" h="1929765">
                  <a:moveTo>
                    <a:pt x="36323" y="1271062"/>
                  </a:moveTo>
                  <a:lnTo>
                    <a:pt x="32135" y="1271764"/>
                  </a:lnTo>
                  <a:lnTo>
                    <a:pt x="27904" y="1272225"/>
                  </a:lnTo>
                  <a:lnTo>
                    <a:pt x="0" y="1273031"/>
                  </a:lnTo>
                  <a:lnTo>
                    <a:pt x="139456" y="1393142"/>
                  </a:lnTo>
                  <a:lnTo>
                    <a:pt x="383258" y="1606930"/>
                  </a:lnTo>
                  <a:lnTo>
                    <a:pt x="704564" y="1893850"/>
                  </a:lnTo>
                  <a:lnTo>
                    <a:pt x="708732" y="1897818"/>
                  </a:lnTo>
                  <a:lnTo>
                    <a:pt x="711611" y="1900645"/>
                  </a:lnTo>
                  <a:lnTo>
                    <a:pt x="713632" y="1902425"/>
                  </a:lnTo>
                  <a:lnTo>
                    <a:pt x="715695" y="1904153"/>
                  </a:lnTo>
                  <a:lnTo>
                    <a:pt x="760663" y="1926991"/>
                  </a:lnTo>
                  <a:lnTo>
                    <a:pt x="809950" y="1929252"/>
                  </a:lnTo>
                  <a:lnTo>
                    <a:pt x="854456" y="1914864"/>
                  </a:lnTo>
                  <a:lnTo>
                    <a:pt x="885082" y="1887756"/>
                  </a:lnTo>
                  <a:lnTo>
                    <a:pt x="891397" y="1880779"/>
                  </a:lnTo>
                  <a:lnTo>
                    <a:pt x="902606" y="1869063"/>
                  </a:lnTo>
                  <a:lnTo>
                    <a:pt x="908747" y="1862782"/>
                  </a:lnTo>
                  <a:lnTo>
                    <a:pt x="794902" y="1862782"/>
                  </a:lnTo>
                  <a:lnTo>
                    <a:pt x="746227" y="1858974"/>
                  </a:lnTo>
                  <a:lnTo>
                    <a:pt x="701413" y="1835223"/>
                  </a:lnTo>
                  <a:lnTo>
                    <a:pt x="36323" y="1271062"/>
                  </a:lnTo>
                  <a:close/>
                </a:path>
                <a:path w="2098675" h="1929765">
                  <a:moveTo>
                    <a:pt x="1423431" y="0"/>
                  </a:moveTo>
                  <a:lnTo>
                    <a:pt x="1412857" y="839"/>
                  </a:lnTo>
                  <a:lnTo>
                    <a:pt x="1393724" y="2085"/>
                  </a:lnTo>
                  <a:lnTo>
                    <a:pt x="1403287" y="2085"/>
                  </a:lnTo>
                  <a:lnTo>
                    <a:pt x="1452745" y="12251"/>
                  </a:lnTo>
                  <a:lnTo>
                    <a:pt x="1496425" y="44503"/>
                  </a:lnTo>
                  <a:lnTo>
                    <a:pt x="1970038" y="518304"/>
                  </a:lnTo>
                  <a:lnTo>
                    <a:pt x="1988733" y="536462"/>
                  </a:lnTo>
                  <a:lnTo>
                    <a:pt x="1998619" y="545660"/>
                  </a:lnTo>
                  <a:lnTo>
                    <a:pt x="2020692" y="573014"/>
                  </a:lnTo>
                  <a:lnTo>
                    <a:pt x="2035267" y="614263"/>
                  </a:lnTo>
                  <a:lnTo>
                    <a:pt x="2030304" y="663549"/>
                  </a:lnTo>
                  <a:lnTo>
                    <a:pt x="1993761" y="715016"/>
                  </a:lnTo>
                  <a:lnTo>
                    <a:pt x="1972708" y="735256"/>
                  </a:lnTo>
                  <a:lnTo>
                    <a:pt x="1730030" y="971413"/>
                  </a:lnTo>
                  <a:lnTo>
                    <a:pt x="902645" y="1788179"/>
                  </a:lnTo>
                  <a:lnTo>
                    <a:pt x="886592" y="1804634"/>
                  </a:lnTo>
                  <a:lnTo>
                    <a:pt x="875235" y="1816529"/>
                  </a:lnTo>
                  <a:lnTo>
                    <a:pt x="868884" y="1823559"/>
                  </a:lnTo>
                  <a:lnTo>
                    <a:pt x="838700" y="1849895"/>
                  </a:lnTo>
                  <a:lnTo>
                    <a:pt x="794902" y="1862782"/>
                  </a:lnTo>
                  <a:lnTo>
                    <a:pt x="908747" y="1862782"/>
                  </a:lnTo>
                  <a:lnTo>
                    <a:pt x="918414" y="1852896"/>
                  </a:lnTo>
                  <a:lnTo>
                    <a:pt x="1791521" y="994075"/>
                  </a:lnTo>
                  <a:lnTo>
                    <a:pt x="2033241" y="759732"/>
                  </a:lnTo>
                  <a:lnTo>
                    <a:pt x="2054377" y="739487"/>
                  </a:lnTo>
                  <a:lnTo>
                    <a:pt x="2087796" y="696851"/>
                  </a:lnTo>
                  <a:lnTo>
                    <a:pt x="2098604" y="654886"/>
                  </a:lnTo>
                  <a:lnTo>
                    <a:pt x="2093209" y="616696"/>
                  </a:lnTo>
                  <a:lnTo>
                    <a:pt x="2078019" y="585389"/>
                  </a:lnTo>
                  <a:lnTo>
                    <a:pt x="2059445" y="564068"/>
                  </a:lnTo>
                  <a:lnTo>
                    <a:pt x="2049168" y="554543"/>
                  </a:lnTo>
                  <a:lnTo>
                    <a:pt x="2029734" y="535737"/>
                  </a:lnTo>
                  <a:lnTo>
                    <a:pt x="1537481" y="45016"/>
                  </a:lnTo>
                  <a:lnTo>
                    <a:pt x="1532194" y="38189"/>
                  </a:lnTo>
                  <a:lnTo>
                    <a:pt x="1526288" y="32398"/>
                  </a:lnTo>
                  <a:lnTo>
                    <a:pt x="1520027" y="27488"/>
                  </a:lnTo>
                  <a:lnTo>
                    <a:pt x="1484764" y="8313"/>
                  </a:lnTo>
                  <a:lnTo>
                    <a:pt x="1450069" y="839"/>
                  </a:lnTo>
                  <a:lnTo>
                    <a:pt x="1450577" y="839"/>
                  </a:lnTo>
                  <a:lnTo>
                    <a:pt x="1423431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325393" y="9020337"/>
              <a:ext cx="4710430" cy="1854200"/>
            </a:xfrm>
            <a:custGeom>
              <a:avLst/>
              <a:gdLst/>
              <a:ahLst/>
              <a:cxnLst/>
              <a:rect l="l" t="t" r="r" b="b"/>
              <a:pathLst>
                <a:path w="4710430" h="1854200">
                  <a:moveTo>
                    <a:pt x="4186157" y="1181100"/>
                  </a:moveTo>
                  <a:lnTo>
                    <a:pt x="2481421" y="1181100"/>
                  </a:lnTo>
                  <a:lnTo>
                    <a:pt x="2487341" y="1193800"/>
                  </a:lnTo>
                  <a:lnTo>
                    <a:pt x="2494276" y="1206500"/>
                  </a:lnTo>
                  <a:lnTo>
                    <a:pt x="2502217" y="1219200"/>
                  </a:lnTo>
                  <a:lnTo>
                    <a:pt x="2511159" y="1231900"/>
                  </a:lnTo>
                  <a:lnTo>
                    <a:pt x="2524686" y="1231900"/>
                  </a:lnTo>
                  <a:lnTo>
                    <a:pt x="2539923" y="1244600"/>
                  </a:lnTo>
                  <a:lnTo>
                    <a:pt x="2556813" y="1257300"/>
                  </a:lnTo>
                  <a:lnTo>
                    <a:pt x="2575293" y="1257300"/>
                  </a:lnTo>
                  <a:lnTo>
                    <a:pt x="2584502" y="1270000"/>
                  </a:lnTo>
                  <a:lnTo>
                    <a:pt x="2711142" y="1270000"/>
                  </a:lnTo>
                  <a:lnTo>
                    <a:pt x="3050263" y="1549400"/>
                  </a:lnTo>
                  <a:lnTo>
                    <a:pt x="3136398" y="1625600"/>
                  </a:lnTo>
                  <a:lnTo>
                    <a:pt x="3176427" y="1663700"/>
                  </a:lnTo>
                  <a:lnTo>
                    <a:pt x="3214092" y="1689100"/>
                  </a:lnTo>
                  <a:lnTo>
                    <a:pt x="3249139" y="1727200"/>
                  </a:lnTo>
                  <a:lnTo>
                    <a:pt x="3281315" y="1752600"/>
                  </a:lnTo>
                  <a:lnTo>
                    <a:pt x="3310366" y="1778000"/>
                  </a:lnTo>
                  <a:lnTo>
                    <a:pt x="3336039" y="1803400"/>
                  </a:lnTo>
                  <a:lnTo>
                    <a:pt x="3358078" y="1816100"/>
                  </a:lnTo>
                  <a:lnTo>
                    <a:pt x="3376232" y="1828800"/>
                  </a:lnTo>
                  <a:lnTo>
                    <a:pt x="3421047" y="1854200"/>
                  </a:lnTo>
                  <a:lnTo>
                    <a:pt x="3469721" y="1854200"/>
                  </a:lnTo>
                  <a:lnTo>
                    <a:pt x="3513519" y="1841500"/>
                  </a:lnTo>
                  <a:lnTo>
                    <a:pt x="3543703" y="1816100"/>
                  </a:lnTo>
                  <a:lnTo>
                    <a:pt x="3550054" y="1816100"/>
                  </a:lnTo>
                  <a:lnTo>
                    <a:pt x="3561411" y="1803400"/>
                  </a:lnTo>
                  <a:lnTo>
                    <a:pt x="3577464" y="1790700"/>
                  </a:lnTo>
                  <a:lnTo>
                    <a:pt x="3597901" y="1765300"/>
                  </a:lnTo>
                  <a:lnTo>
                    <a:pt x="3622410" y="1739900"/>
                  </a:lnTo>
                  <a:lnTo>
                    <a:pt x="3650680" y="1714500"/>
                  </a:lnTo>
                  <a:lnTo>
                    <a:pt x="3682400" y="1676400"/>
                  </a:lnTo>
                  <a:lnTo>
                    <a:pt x="3717257" y="1651000"/>
                  </a:lnTo>
                  <a:lnTo>
                    <a:pt x="3754941" y="1612900"/>
                  </a:lnTo>
                  <a:lnTo>
                    <a:pt x="3795140" y="1574800"/>
                  </a:lnTo>
                  <a:lnTo>
                    <a:pt x="3837542" y="1524000"/>
                  </a:lnTo>
                  <a:lnTo>
                    <a:pt x="3881836" y="1485900"/>
                  </a:lnTo>
                  <a:lnTo>
                    <a:pt x="3927710" y="1435100"/>
                  </a:lnTo>
                  <a:lnTo>
                    <a:pt x="3974854" y="1397000"/>
                  </a:lnTo>
                  <a:lnTo>
                    <a:pt x="4022954" y="1346200"/>
                  </a:lnTo>
                  <a:lnTo>
                    <a:pt x="4169886" y="1193800"/>
                  </a:lnTo>
                  <a:lnTo>
                    <a:pt x="4186157" y="1181100"/>
                  </a:lnTo>
                  <a:close/>
                </a:path>
                <a:path w="4710430" h="1854200">
                  <a:moveTo>
                    <a:pt x="1500917" y="1498600"/>
                  </a:moveTo>
                  <a:lnTo>
                    <a:pt x="1277538" y="1498600"/>
                  </a:lnTo>
                  <a:lnTo>
                    <a:pt x="1294462" y="1511300"/>
                  </a:lnTo>
                  <a:lnTo>
                    <a:pt x="1312975" y="1524000"/>
                  </a:lnTo>
                  <a:lnTo>
                    <a:pt x="1463794" y="1524000"/>
                  </a:lnTo>
                  <a:lnTo>
                    <a:pt x="1482585" y="1511300"/>
                  </a:lnTo>
                  <a:lnTo>
                    <a:pt x="1500917" y="1498600"/>
                  </a:lnTo>
                  <a:close/>
                </a:path>
                <a:path w="4710430" h="1854200">
                  <a:moveTo>
                    <a:pt x="1530002" y="1270000"/>
                  </a:moveTo>
                  <a:lnTo>
                    <a:pt x="1202329" y="1270000"/>
                  </a:lnTo>
                  <a:lnTo>
                    <a:pt x="1201868" y="1295400"/>
                  </a:lnTo>
                  <a:lnTo>
                    <a:pt x="1201579" y="1320800"/>
                  </a:lnTo>
                  <a:lnTo>
                    <a:pt x="1201607" y="1358900"/>
                  </a:lnTo>
                  <a:lnTo>
                    <a:pt x="1202693" y="1371600"/>
                  </a:lnTo>
                  <a:lnTo>
                    <a:pt x="1204675" y="1397000"/>
                  </a:lnTo>
                  <a:lnTo>
                    <a:pt x="1207544" y="1409700"/>
                  </a:lnTo>
                  <a:lnTo>
                    <a:pt x="1211292" y="1422400"/>
                  </a:lnTo>
                  <a:lnTo>
                    <a:pt x="1217746" y="1435100"/>
                  </a:lnTo>
                  <a:lnTo>
                    <a:pt x="1226155" y="1460500"/>
                  </a:lnTo>
                  <a:lnTo>
                    <a:pt x="1236485" y="1473200"/>
                  </a:lnTo>
                  <a:lnTo>
                    <a:pt x="1248705" y="1485900"/>
                  </a:lnTo>
                  <a:lnTo>
                    <a:pt x="1262265" y="1498600"/>
                  </a:lnTo>
                  <a:lnTo>
                    <a:pt x="1501116" y="1498600"/>
                  </a:lnTo>
                  <a:lnTo>
                    <a:pt x="1521748" y="1460500"/>
                  </a:lnTo>
                  <a:lnTo>
                    <a:pt x="1525119" y="1409700"/>
                  </a:lnTo>
                  <a:lnTo>
                    <a:pt x="1526229" y="1397000"/>
                  </a:lnTo>
                  <a:lnTo>
                    <a:pt x="1527164" y="1371600"/>
                  </a:lnTo>
                  <a:lnTo>
                    <a:pt x="1527922" y="1358900"/>
                  </a:lnTo>
                  <a:lnTo>
                    <a:pt x="1528545" y="1333500"/>
                  </a:lnTo>
                  <a:lnTo>
                    <a:pt x="1530002" y="1270000"/>
                  </a:lnTo>
                  <a:close/>
                </a:path>
                <a:path w="4710430" h="1854200">
                  <a:moveTo>
                    <a:pt x="134082" y="863600"/>
                  </a:moveTo>
                  <a:lnTo>
                    <a:pt x="86121" y="863600"/>
                  </a:lnTo>
                  <a:lnTo>
                    <a:pt x="58866" y="876300"/>
                  </a:lnTo>
                  <a:lnTo>
                    <a:pt x="10449" y="952500"/>
                  </a:lnTo>
                  <a:lnTo>
                    <a:pt x="2382" y="1003300"/>
                  </a:lnTo>
                  <a:lnTo>
                    <a:pt x="504" y="1041400"/>
                  </a:lnTo>
                  <a:lnTo>
                    <a:pt x="0" y="1079500"/>
                  </a:lnTo>
                  <a:lnTo>
                    <a:pt x="2511" y="1104900"/>
                  </a:lnTo>
                  <a:lnTo>
                    <a:pt x="9849" y="1117600"/>
                  </a:lnTo>
                  <a:lnTo>
                    <a:pt x="21979" y="1143000"/>
                  </a:lnTo>
                  <a:lnTo>
                    <a:pt x="54506" y="1181100"/>
                  </a:lnTo>
                  <a:lnTo>
                    <a:pt x="92760" y="1206500"/>
                  </a:lnTo>
                  <a:lnTo>
                    <a:pt x="138080" y="1231900"/>
                  </a:lnTo>
                  <a:lnTo>
                    <a:pt x="162683" y="1244600"/>
                  </a:lnTo>
                  <a:lnTo>
                    <a:pt x="188963" y="1244600"/>
                  </a:lnTo>
                  <a:lnTo>
                    <a:pt x="216831" y="1257300"/>
                  </a:lnTo>
                  <a:lnTo>
                    <a:pt x="246015" y="1257300"/>
                  </a:lnTo>
                  <a:lnTo>
                    <a:pt x="276402" y="1270000"/>
                  </a:lnTo>
                  <a:lnTo>
                    <a:pt x="418280" y="1270000"/>
                  </a:lnTo>
                  <a:lnTo>
                    <a:pt x="485042" y="1244600"/>
                  </a:lnTo>
                  <a:lnTo>
                    <a:pt x="544531" y="1219200"/>
                  </a:lnTo>
                  <a:lnTo>
                    <a:pt x="570385" y="1193800"/>
                  </a:lnTo>
                  <a:lnTo>
                    <a:pt x="593521" y="1181100"/>
                  </a:lnTo>
                  <a:lnTo>
                    <a:pt x="601791" y="1168400"/>
                  </a:lnTo>
                  <a:lnTo>
                    <a:pt x="609655" y="1155700"/>
                  </a:lnTo>
                  <a:lnTo>
                    <a:pt x="617117" y="1155700"/>
                  </a:lnTo>
                  <a:lnTo>
                    <a:pt x="624179" y="1143000"/>
                  </a:lnTo>
                  <a:lnTo>
                    <a:pt x="1871286" y="1143000"/>
                  </a:lnTo>
                  <a:lnTo>
                    <a:pt x="1879105" y="1130300"/>
                  </a:lnTo>
                  <a:lnTo>
                    <a:pt x="1886062" y="1130300"/>
                  </a:lnTo>
                  <a:lnTo>
                    <a:pt x="1892727" y="1117600"/>
                  </a:lnTo>
                  <a:lnTo>
                    <a:pt x="1899110" y="1104900"/>
                  </a:lnTo>
                  <a:lnTo>
                    <a:pt x="1905219" y="1092200"/>
                  </a:lnTo>
                  <a:lnTo>
                    <a:pt x="4278741" y="1092200"/>
                  </a:lnTo>
                  <a:lnTo>
                    <a:pt x="4314219" y="1054100"/>
                  </a:lnTo>
                  <a:lnTo>
                    <a:pt x="4360299" y="1016000"/>
                  </a:lnTo>
                  <a:lnTo>
                    <a:pt x="4382572" y="990600"/>
                  </a:lnTo>
                  <a:lnTo>
                    <a:pt x="926505" y="990600"/>
                  </a:lnTo>
                  <a:lnTo>
                    <a:pt x="923793" y="977900"/>
                  </a:lnTo>
                  <a:lnTo>
                    <a:pt x="923217" y="965200"/>
                  </a:lnTo>
                  <a:lnTo>
                    <a:pt x="923647" y="952500"/>
                  </a:lnTo>
                  <a:lnTo>
                    <a:pt x="925769" y="876300"/>
                  </a:lnTo>
                  <a:lnTo>
                    <a:pt x="147901" y="876300"/>
                  </a:lnTo>
                  <a:lnTo>
                    <a:pt x="134082" y="863600"/>
                  </a:lnTo>
                  <a:close/>
                </a:path>
                <a:path w="4710430" h="1854200">
                  <a:moveTo>
                    <a:pt x="932149" y="1257300"/>
                  </a:moveTo>
                  <a:lnTo>
                    <a:pt x="775576" y="1257300"/>
                  </a:lnTo>
                  <a:lnTo>
                    <a:pt x="801137" y="1270000"/>
                  </a:lnTo>
                  <a:lnTo>
                    <a:pt x="916564" y="1270000"/>
                  </a:lnTo>
                  <a:lnTo>
                    <a:pt x="932149" y="1257300"/>
                  </a:lnTo>
                  <a:close/>
                </a:path>
                <a:path w="4710430" h="1854200">
                  <a:moveTo>
                    <a:pt x="1530696" y="1257300"/>
                  </a:moveTo>
                  <a:lnTo>
                    <a:pt x="1084050" y="1257300"/>
                  </a:lnTo>
                  <a:lnTo>
                    <a:pt x="1099282" y="1270000"/>
                  </a:lnTo>
                  <a:lnTo>
                    <a:pt x="1530257" y="1270000"/>
                  </a:lnTo>
                  <a:lnTo>
                    <a:pt x="1530696" y="1257300"/>
                  </a:lnTo>
                  <a:close/>
                </a:path>
                <a:path w="4710430" h="1854200">
                  <a:moveTo>
                    <a:pt x="1801716" y="1219200"/>
                  </a:moveTo>
                  <a:lnTo>
                    <a:pt x="1018607" y="1219200"/>
                  </a:lnTo>
                  <a:lnTo>
                    <a:pt x="1021016" y="1231900"/>
                  </a:lnTo>
                  <a:lnTo>
                    <a:pt x="1023508" y="1231900"/>
                  </a:lnTo>
                  <a:lnTo>
                    <a:pt x="1036525" y="1244600"/>
                  </a:lnTo>
                  <a:lnTo>
                    <a:pt x="1050991" y="1244600"/>
                  </a:lnTo>
                  <a:lnTo>
                    <a:pt x="1066851" y="1257300"/>
                  </a:lnTo>
                  <a:lnTo>
                    <a:pt x="1551299" y="1257300"/>
                  </a:lnTo>
                  <a:lnTo>
                    <a:pt x="1573158" y="1270000"/>
                  </a:lnTo>
                  <a:lnTo>
                    <a:pt x="1669810" y="1270000"/>
                  </a:lnTo>
                  <a:lnTo>
                    <a:pt x="1705094" y="1257300"/>
                  </a:lnTo>
                  <a:lnTo>
                    <a:pt x="1739004" y="1244600"/>
                  </a:lnTo>
                  <a:lnTo>
                    <a:pt x="1771422" y="1231900"/>
                  </a:lnTo>
                  <a:lnTo>
                    <a:pt x="1801716" y="1219200"/>
                  </a:lnTo>
                  <a:close/>
                </a:path>
                <a:path w="4710430" h="1854200">
                  <a:moveTo>
                    <a:pt x="4278741" y="1092200"/>
                  </a:moveTo>
                  <a:lnTo>
                    <a:pt x="1908256" y="1092200"/>
                  </a:lnTo>
                  <a:lnTo>
                    <a:pt x="1909910" y="1104900"/>
                  </a:lnTo>
                  <a:lnTo>
                    <a:pt x="1949485" y="1155700"/>
                  </a:lnTo>
                  <a:lnTo>
                    <a:pt x="1998640" y="1206500"/>
                  </a:lnTo>
                  <a:lnTo>
                    <a:pt x="2025874" y="1219200"/>
                  </a:lnTo>
                  <a:lnTo>
                    <a:pt x="2054734" y="1244600"/>
                  </a:lnTo>
                  <a:lnTo>
                    <a:pt x="2085120" y="1244600"/>
                  </a:lnTo>
                  <a:lnTo>
                    <a:pt x="2116930" y="1257300"/>
                  </a:lnTo>
                  <a:lnTo>
                    <a:pt x="2142787" y="1270000"/>
                  </a:lnTo>
                  <a:lnTo>
                    <a:pt x="2281895" y="1270000"/>
                  </a:lnTo>
                  <a:lnTo>
                    <a:pt x="2304839" y="1257300"/>
                  </a:lnTo>
                  <a:lnTo>
                    <a:pt x="2352090" y="1257300"/>
                  </a:lnTo>
                  <a:lnTo>
                    <a:pt x="2375219" y="1244600"/>
                  </a:lnTo>
                  <a:lnTo>
                    <a:pt x="2397254" y="1231900"/>
                  </a:lnTo>
                  <a:lnTo>
                    <a:pt x="2418114" y="1231900"/>
                  </a:lnTo>
                  <a:lnTo>
                    <a:pt x="2435906" y="1219200"/>
                  </a:lnTo>
                  <a:lnTo>
                    <a:pt x="2452403" y="1206500"/>
                  </a:lnTo>
                  <a:lnTo>
                    <a:pt x="2467582" y="1193800"/>
                  </a:lnTo>
                  <a:lnTo>
                    <a:pt x="2481421" y="1181100"/>
                  </a:lnTo>
                  <a:lnTo>
                    <a:pt x="4186157" y="1181100"/>
                  </a:lnTo>
                  <a:lnTo>
                    <a:pt x="4218701" y="1155700"/>
                  </a:lnTo>
                  <a:lnTo>
                    <a:pt x="4266916" y="1104900"/>
                  </a:lnTo>
                  <a:lnTo>
                    <a:pt x="4278741" y="1092200"/>
                  </a:lnTo>
                  <a:close/>
                </a:path>
                <a:path w="4710430" h="1854200">
                  <a:moveTo>
                    <a:pt x="1871286" y="1143000"/>
                  </a:moveTo>
                  <a:lnTo>
                    <a:pt x="624179" y="1143000"/>
                  </a:lnTo>
                  <a:lnTo>
                    <a:pt x="633834" y="1155700"/>
                  </a:lnTo>
                  <a:lnTo>
                    <a:pt x="644710" y="1181100"/>
                  </a:lnTo>
                  <a:lnTo>
                    <a:pt x="688281" y="1219200"/>
                  </a:lnTo>
                  <a:lnTo>
                    <a:pt x="729991" y="1244600"/>
                  </a:lnTo>
                  <a:lnTo>
                    <a:pt x="753327" y="1257300"/>
                  </a:lnTo>
                  <a:lnTo>
                    <a:pt x="948578" y="1257300"/>
                  </a:lnTo>
                  <a:lnTo>
                    <a:pt x="964780" y="1244600"/>
                  </a:lnTo>
                  <a:lnTo>
                    <a:pt x="980698" y="1244600"/>
                  </a:lnTo>
                  <a:lnTo>
                    <a:pt x="996273" y="1231900"/>
                  </a:lnTo>
                  <a:lnTo>
                    <a:pt x="1009969" y="1231900"/>
                  </a:lnTo>
                  <a:lnTo>
                    <a:pt x="1016304" y="1219200"/>
                  </a:lnTo>
                  <a:lnTo>
                    <a:pt x="1801716" y="1219200"/>
                  </a:lnTo>
                  <a:lnTo>
                    <a:pt x="1829822" y="1193800"/>
                  </a:lnTo>
                  <a:lnTo>
                    <a:pt x="1855649" y="1168400"/>
                  </a:lnTo>
                  <a:lnTo>
                    <a:pt x="1871286" y="1143000"/>
                  </a:lnTo>
                  <a:close/>
                </a:path>
                <a:path w="4710430" h="1854200">
                  <a:moveTo>
                    <a:pt x="1216098" y="469900"/>
                  </a:moveTo>
                  <a:lnTo>
                    <a:pt x="1041659" y="469900"/>
                  </a:lnTo>
                  <a:lnTo>
                    <a:pt x="1025696" y="482600"/>
                  </a:lnTo>
                  <a:lnTo>
                    <a:pt x="998946" y="520700"/>
                  </a:lnTo>
                  <a:lnTo>
                    <a:pt x="991520" y="571500"/>
                  </a:lnTo>
                  <a:lnTo>
                    <a:pt x="989874" y="622300"/>
                  </a:lnTo>
                  <a:lnTo>
                    <a:pt x="989003" y="673100"/>
                  </a:lnTo>
                  <a:lnTo>
                    <a:pt x="988492" y="698500"/>
                  </a:lnTo>
                  <a:lnTo>
                    <a:pt x="987767" y="736600"/>
                  </a:lnTo>
                  <a:lnTo>
                    <a:pt x="985921" y="774700"/>
                  </a:lnTo>
                  <a:lnTo>
                    <a:pt x="981914" y="825500"/>
                  </a:lnTo>
                  <a:lnTo>
                    <a:pt x="976049" y="876300"/>
                  </a:lnTo>
                  <a:lnTo>
                    <a:pt x="967926" y="914400"/>
                  </a:lnTo>
                  <a:lnTo>
                    <a:pt x="962965" y="939800"/>
                  </a:lnTo>
                  <a:lnTo>
                    <a:pt x="958462" y="952500"/>
                  </a:lnTo>
                  <a:lnTo>
                    <a:pt x="953385" y="965200"/>
                  </a:lnTo>
                  <a:lnTo>
                    <a:pt x="947753" y="977900"/>
                  </a:lnTo>
                  <a:lnTo>
                    <a:pt x="941583" y="990600"/>
                  </a:lnTo>
                  <a:lnTo>
                    <a:pt x="4382572" y="990600"/>
                  </a:lnTo>
                  <a:lnTo>
                    <a:pt x="4404845" y="965200"/>
                  </a:lnTo>
                  <a:lnTo>
                    <a:pt x="4447544" y="927100"/>
                  </a:lnTo>
                  <a:lnTo>
                    <a:pt x="4488086" y="889000"/>
                  </a:lnTo>
                  <a:lnTo>
                    <a:pt x="4526158" y="850900"/>
                  </a:lnTo>
                  <a:lnTo>
                    <a:pt x="4561450" y="812800"/>
                  </a:lnTo>
                  <a:lnTo>
                    <a:pt x="4593649" y="787400"/>
                  </a:lnTo>
                  <a:lnTo>
                    <a:pt x="4622445" y="762000"/>
                  </a:lnTo>
                  <a:lnTo>
                    <a:pt x="4647526" y="736600"/>
                  </a:lnTo>
                  <a:lnTo>
                    <a:pt x="4668580" y="711200"/>
                  </a:lnTo>
                  <a:lnTo>
                    <a:pt x="4705123" y="660400"/>
                  </a:lnTo>
                  <a:lnTo>
                    <a:pt x="1936768" y="660400"/>
                  </a:lnTo>
                  <a:lnTo>
                    <a:pt x="1925777" y="622300"/>
                  </a:lnTo>
                  <a:lnTo>
                    <a:pt x="1912812" y="596900"/>
                  </a:lnTo>
                  <a:lnTo>
                    <a:pt x="1897870" y="571500"/>
                  </a:lnTo>
                  <a:lnTo>
                    <a:pt x="1880947" y="546100"/>
                  </a:lnTo>
                  <a:lnTo>
                    <a:pt x="1848859" y="520700"/>
                  </a:lnTo>
                  <a:lnTo>
                    <a:pt x="1506236" y="520700"/>
                  </a:lnTo>
                  <a:lnTo>
                    <a:pt x="1503273" y="508000"/>
                  </a:lnTo>
                  <a:lnTo>
                    <a:pt x="1496886" y="508000"/>
                  </a:lnTo>
                  <a:lnTo>
                    <a:pt x="1471942" y="495300"/>
                  </a:lnTo>
                  <a:lnTo>
                    <a:pt x="1249783" y="495300"/>
                  </a:lnTo>
                  <a:lnTo>
                    <a:pt x="1239289" y="482600"/>
                  </a:lnTo>
                  <a:lnTo>
                    <a:pt x="1228058" y="482600"/>
                  </a:lnTo>
                  <a:lnTo>
                    <a:pt x="1216098" y="469900"/>
                  </a:lnTo>
                  <a:close/>
                </a:path>
                <a:path w="4710430" h="1854200">
                  <a:moveTo>
                    <a:pt x="476387" y="279400"/>
                  </a:moveTo>
                  <a:lnTo>
                    <a:pt x="345862" y="279400"/>
                  </a:lnTo>
                  <a:lnTo>
                    <a:pt x="313209" y="292100"/>
                  </a:lnTo>
                  <a:lnTo>
                    <a:pt x="280630" y="292100"/>
                  </a:lnTo>
                  <a:lnTo>
                    <a:pt x="214505" y="317500"/>
                  </a:lnTo>
                  <a:lnTo>
                    <a:pt x="155440" y="355600"/>
                  </a:lnTo>
                  <a:lnTo>
                    <a:pt x="103871" y="406400"/>
                  </a:lnTo>
                  <a:lnTo>
                    <a:pt x="62919" y="457200"/>
                  </a:lnTo>
                  <a:lnTo>
                    <a:pt x="46959" y="495300"/>
                  </a:lnTo>
                  <a:lnTo>
                    <a:pt x="35570" y="533400"/>
                  </a:lnTo>
                  <a:lnTo>
                    <a:pt x="28786" y="584200"/>
                  </a:lnTo>
                  <a:lnTo>
                    <a:pt x="26637" y="622300"/>
                  </a:lnTo>
                  <a:lnTo>
                    <a:pt x="28662" y="660400"/>
                  </a:lnTo>
                  <a:lnTo>
                    <a:pt x="34389" y="698500"/>
                  </a:lnTo>
                  <a:lnTo>
                    <a:pt x="43795" y="736600"/>
                  </a:lnTo>
                  <a:lnTo>
                    <a:pt x="72326" y="787400"/>
                  </a:lnTo>
                  <a:lnTo>
                    <a:pt x="109431" y="838200"/>
                  </a:lnTo>
                  <a:lnTo>
                    <a:pt x="130938" y="863600"/>
                  </a:lnTo>
                  <a:lnTo>
                    <a:pt x="145992" y="863600"/>
                  </a:lnTo>
                  <a:lnTo>
                    <a:pt x="153705" y="876300"/>
                  </a:lnTo>
                  <a:lnTo>
                    <a:pt x="925769" y="876300"/>
                  </a:lnTo>
                  <a:lnTo>
                    <a:pt x="926127" y="863600"/>
                  </a:lnTo>
                  <a:lnTo>
                    <a:pt x="930488" y="723900"/>
                  </a:lnTo>
                  <a:lnTo>
                    <a:pt x="932236" y="673100"/>
                  </a:lnTo>
                  <a:lnTo>
                    <a:pt x="933076" y="635000"/>
                  </a:lnTo>
                  <a:lnTo>
                    <a:pt x="933144" y="622300"/>
                  </a:lnTo>
                  <a:lnTo>
                    <a:pt x="932038" y="609600"/>
                  </a:lnTo>
                  <a:lnTo>
                    <a:pt x="929967" y="596900"/>
                  </a:lnTo>
                  <a:lnTo>
                    <a:pt x="926940" y="571500"/>
                  </a:lnTo>
                  <a:lnTo>
                    <a:pt x="907540" y="533400"/>
                  </a:lnTo>
                  <a:lnTo>
                    <a:pt x="870577" y="495300"/>
                  </a:lnTo>
                  <a:lnTo>
                    <a:pt x="855142" y="482600"/>
                  </a:lnTo>
                  <a:lnTo>
                    <a:pt x="838084" y="482600"/>
                  </a:lnTo>
                  <a:lnTo>
                    <a:pt x="819451" y="469900"/>
                  </a:lnTo>
                  <a:lnTo>
                    <a:pt x="690931" y="469900"/>
                  </a:lnTo>
                  <a:lnTo>
                    <a:pt x="680986" y="431800"/>
                  </a:lnTo>
                  <a:lnTo>
                    <a:pt x="665737" y="393700"/>
                  </a:lnTo>
                  <a:lnTo>
                    <a:pt x="645295" y="368300"/>
                  </a:lnTo>
                  <a:lnTo>
                    <a:pt x="619771" y="342900"/>
                  </a:lnTo>
                  <a:lnTo>
                    <a:pt x="579860" y="317500"/>
                  </a:lnTo>
                  <a:lnTo>
                    <a:pt x="532006" y="292100"/>
                  </a:lnTo>
                  <a:lnTo>
                    <a:pt x="476387" y="279400"/>
                  </a:lnTo>
                  <a:close/>
                </a:path>
                <a:path w="4710430" h="1854200">
                  <a:moveTo>
                    <a:pt x="4104011" y="0"/>
                  </a:moveTo>
                  <a:lnTo>
                    <a:pt x="4052651" y="0"/>
                  </a:lnTo>
                  <a:lnTo>
                    <a:pt x="2721990" y="88900"/>
                  </a:lnTo>
                  <a:lnTo>
                    <a:pt x="2687639" y="88900"/>
                  </a:lnTo>
                  <a:lnTo>
                    <a:pt x="2661274" y="101600"/>
                  </a:lnTo>
                  <a:lnTo>
                    <a:pt x="2644373" y="114300"/>
                  </a:lnTo>
                  <a:lnTo>
                    <a:pt x="2638411" y="127000"/>
                  </a:lnTo>
                  <a:lnTo>
                    <a:pt x="2271847" y="469900"/>
                  </a:lnTo>
                  <a:lnTo>
                    <a:pt x="2189043" y="469900"/>
                  </a:lnTo>
                  <a:lnTo>
                    <a:pt x="2151837" y="482600"/>
                  </a:lnTo>
                  <a:lnTo>
                    <a:pt x="2086119" y="508000"/>
                  </a:lnTo>
                  <a:lnTo>
                    <a:pt x="2030038" y="546100"/>
                  </a:lnTo>
                  <a:lnTo>
                    <a:pt x="2005656" y="571500"/>
                  </a:lnTo>
                  <a:lnTo>
                    <a:pt x="1985630" y="584200"/>
                  </a:lnTo>
                  <a:lnTo>
                    <a:pt x="1967450" y="609600"/>
                  </a:lnTo>
                  <a:lnTo>
                    <a:pt x="1951151" y="635000"/>
                  </a:lnTo>
                  <a:lnTo>
                    <a:pt x="1936768" y="660400"/>
                  </a:lnTo>
                  <a:lnTo>
                    <a:pt x="4705123" y="660400"/>
                  </a:lnTo>
                  <a:lnTo>
                    <a:pt x="4710086" y="609600"/>
                  </a:lnTo>
                  <a:lnTo>
                    <a:pt x="4695511" y="571500"/>
                  </a:lnTo>
                  <a:lnTo>
                    <a:pt x="4673438" y="546100"/>
                  </a:lnTo>
                  <a:lnTo>
                    <a:pt x="4663552" y="533400"/>
                  </a:lnTo>
                  <a:lnTo>
                    <a:pt x="4644856" y="520700"/>
                  </a:lnTo>
                  <a:lnTo>
                    <a:pt x="4618553" y="495300"/>
                  </a:lnTo>
                  <a:lnTo>
                    <a:pt x="4585846" y="457200"/>
                  </a:lnTo>
                  <a:lnTo>
                    <a:pt x="4547938" y="419100"/>
                  </a:lnTo>
                  <a:lnTo>
                    <a:pt x="4506032" y="381000"/>
                  </a:lnTo>
                  <a:lnTo>
                    <a:pt x="4461332" y="330200"/>
                  </a:lnTo>
                  <a:lnTo>
                    <a:pt x="4415041" y="292100"/>
                  </a:lnTo>
                  <a:lnTo>
                    <a:pt x="4368361" y="241300"/>
                  </a:lnTo>
                  <a:lnTo>
                    <a:pt x="4278648" y="152400"/>
                  </a:lnTo>
                  <a:lnTo>
                    <a:pt x="4171244" y="38100"/>
                  </a:lnTo>
                  <a:lnTo>
                    <a:pt x="4150755" y="25400"/>
                  </a:lnTo>
                  <a:lnTo>
                    <a:pt x="4104011" y="0"/>
                  </a:lnTo>
                  <a:close/>
                </a:path>
                <a:path w="4710430" h="1854200">
                  <a:moveTo>
                    <a:pt x="1725167" y="469900"/>
                  </a:moveTo>
                  <a:lnTo>
                    <a:pt x="1621657" y="469900"/>
                  </a:lnTo>
                  <a:lnTo>
                    <a:pt x="1585894" y="482600"/>
                  </a:lnTo>
                  <a:lnTo>
                    <a:pt x="1553091" y="495300"/>
                  </a:lnTo>
                  <a:lnTo>
                    <a:pt x="1523367" y="508000"/>
                  </a:lnTo>
                  <a:lnTo>
                    <a:pt x="1511765" y="508000"/>
                  </a:lnTo>
                  <a:lnTo>
                    <a:pt x="1506236" y="520700"/>
                  </a:lnTo>
                  <a:lnTo>
                    <a:pt x="1848859" y="520700"/>
                  </a:lnTo>
                  <a:lnTo>
                    <a:pt x="1812138" y="495300"/>
                  </a:lnTo>
                  <a:lnTo>
                    <a:pt x="1770877" y="482600"/>
                  </a:lnTo>
                  <a:lnTo>
                    <a:pt x="1725167" y="469900"/>
                  </a:lnTo>
                  <a:close/>
                </a:path>
                <a:path w="4710430" h="1854200">
                  <a:moveTo>
                    <a:pt x="1409125" y="469900"/>
                  </a:moveTo>
                  <a:lnTo>
                    <a:pt x="1285100" y="469900"/>
                  </a:lnTo>
                  <a:lnTo>
                    <a:pt x="1267159" y="482600"/>
                  </a:lnTo>
                  <a:lnTo>
                    <a:pt x="1249783" y="495300"/>
                  </a:lnTo>
                  <a:lnTo>
                    <a:pt x="1471942" y="495300"/>
                  </a:lnTo>
                  <a:lnTo>
                    <a:pt x="1442653" y="482600"/>
                  </a:lnTo>
                  <a:lnTo>
                    <a:pt x="1409125" y="4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675847" y="9046691"/>
              <a:ext cx="2308225" cy="1785620"/>
            </a:xfrm>
            <a:custGeom>
              <a:avLst/>
              <a:gdLst/>
              <a:ahLst/>
              <a:cxnLst/>
              <a:rect l="l" t="t" r="r" b="b"/>
              <a:pathLst>
                <a:path w="2308225" h="1785620">
                  <a:moveTo>
                    <a:pt x="415704" y="1205827"/>
                  </a:moveTo>
                  <a:lnTo>
                    <a:pt x="389925" y="1226172"/>
                  </a:lnTo>
                  <a:lnTo>
                    <a:pt x="1019923" y="1752364"/>
                  </a:lnTo>
                  <a:lnTo>
                    <a:pt x="1025675" y="1757391"/>
                  </a:lnTo>
                  <a:lnTo>
                    <a:pt x="1067442" y="1781498"/>
                  </a:lnTo>
                  <a:lnTo>
                    <a:pt x="1114276" y="1785047"/>
                  </a:lnTo>
                  <a:lnTo>
                    <a:pt x="1156988" y="1772007"/>
                  </a:lnTo>
                  <a:lnTo>
                    <a:pt x="1186393" y="1746344"/>
                  </a:lnTo>
                  <a:lnTo>
                    <a:pt x="1192784" y="1739301"/>
                  </a:lnTo>
                  <a:lnTo>
                    <a:pt x="1204302" y="1727290"/>
                  </a:lnTo>
                  <a:lnTo>
                    <a:pt x="1210569" y="1720891"/>
                  </a:lnTo>
                  <a:lnTo>
                    <a:pt x="1089096" y="1720891"/>
                  </a:lnTo>
                  <a:lnTo>
                    <a:pt x="1040236" y="1713010"/>
                  </a:lnTo>
                  <a:lnTo>
                    <a:pt x="998189" y="1688440"/>
                  </a:lnTo>
                  <a:lnTo>
                    <a:pt x="989163" y="1680821"/>
                  </a:lnTo>
                  <a:lnTo>
                    <a:pt x="415704" y="1205827"/>
                  </a:lnTo>
                  <a:close/>
                </a:path>
                <a:path w="2308225" h="1785620">
                  <a:moveTo>
                    <a:pt x="1792416" y="41914"/>
                  </a:moveTo>
                  <a:lnTo>
                    <a:pt x="1673657" y="41914"/>
                  </a:lnTo>
                  <a:lnTo>
                    <a:pt x="1699363" y="44070"/>
                  </a:lnTo>
                  <a:lnTo>
                    <a:pt x="1718505" y="56968"/>
                  </a:lnTo>
                  <a:lnTo>
                    <a:pt x="1741433" y="84081"/>
                  </a:lnTo>
                  <a:lnTo>
                    <a:pt x="2177746" y="505175"/>
                  </a:lnTo>
                  <a:lnTo>
                    <a:pt x="2197369" y="523597"/>
                  </a:lnTo>
                  <a:lnTo>
                    <a:pt x="2207608" y="532811"/>
                  </a:lnTo>
                  <a:lnTo>
                    <a:pt x="2228075" y="557314"/>
                  </a:lnTo>
                  <a:lnTo>
                    <a:pt x="2241499" y="594307"/>
                  </a:lnTo>
                  <a:lnTo>
                    <a:pt x="2236722" y="638148"/>
                  </a:lnTo>
                  <a:lnTo>
                    <a:pt x="2236677" y="638559"/>
                  </a:lnTo>
                  <a:lnTo>
                    <a:pt x="2202404" y="684837"/>
                  </a:lnTo>
                  <a:lnTo>
                    <a:pt x="2183045" y="702795"/>
                  </a:lnTo>
                  <a:lnTo>
                    <a:pt x="2104560" y="776840"/>
                  </a:lnTo>
                  <a:lnTo>
                    <a:pt x="1837502" y="1033064"/>
                  </a:lnTo>
                  <a:lnTo>
                    <a:pt x="1212875" y="1641757"/>
                  </a:lnTo>
                  <a:lnTo>
                    <a:pt x="1179050" y="1675689"/>
                  </a:lnTo>
                  <a:lnTo>
                    <a:pt x="1164163" y="1691278"/>
                  </a:lnTo>
                  <a:lnTo>
                    <a:pt x="1133996" y="1713256"/>
                  </a:lnTo>
                  <a:lnTo>
                    <a:pt x="1089096" y="1720891"/>
                  </a:lnTo>
                  <a:lnTo>
                    <a:pt x="1210569" y="1720891"/>
                  </a:lnTo>
                  <a:lnTo>
                    <a:pt x="1220617" y="1710634"/>
                  </a:lnTo>
                  <a:lnTo>
                    <a:pt x="2045586" y="898964"/>
                  </a:lnTo>
                  <a:lnTo>
                    <a:pt x="2246422" y="704212"/>
                  </a:lnTo>
                  <a:lnTo>
                    <a:pt x="2267396" y="684104"/>
                  </a:lnTo>
                  <a:lnTo>
                    <a:pt x="2301235" y="638148"/>
                  </a:lnTo>
                  <a:lnTo>
                    <a:pt x="2307979" y="594307"/>
                  </a:lnTo>
                  <a:lnTo>
                    <a:pt x="2308080" y="593653"/>
                  </a:lnTo>
                  <a:lnTo>
                    <a:pt x="2297268" y="555168"/>
                  </a:lnTo>
                  <a:lnTo>
                    <a:pt x="2278140" y="527240"/>
                  </a:lnTo>
                  <a:lnTo>
                    <a:pt x="2276119" y="525125"/>
                  </a:lnTo>
                  <a:lnTo>
                    <a:pt x="2274182" y="523282"/>
                  </a:lnTo>
                  <a:lnTo>
                    <a:pt x="2272307" y="521690"/>
                  </a:lnTo>
                  <a:lnTo>
                    <a:pt x="2261741" y="511811"/>
                  </a:lnTo>
                  <a:lnTo>
                    <a:pt x="2241488" y="492061"/>
                  </a:lnTo>
                  <a:lnTo>
                    <a:pt x="1792416" y="41914"/>
                  </a:lnTo>
                  <a:close/>
                </a:path>
                <a:path w="2308225" h="1785620">
                  <a:moveTo>
                    <a:pt x="1702496" y="0"/>
                  </a:moveTo>
                  <a:lnTo>
                    <a:pt x="1684702" y="0"/>
                  </a:lnTo>
                  <a:lnTo>
                    <a:pt x="1679268" y="397"/>
                  </a:lnTo>
                  <a:lnTo>
                    <a:pt x="1677404" y="649"/>
                  </a:lnTo>
                  <a:lnTo>
                    <a:pt x="400427" y="83180"/>
                  </a:lnTo>
                  <a:lnTo>
                    <a:pt x="342133" y="100618"/>
                  </a:lnTo>
                  <a:lnTo>
                    <a:pt x="0" y="434761"/>
                  </a:lnTo>
                  <a:lnTo>
                    <a:pt x="7319" y="435756"/>
                  </a:lnTo>
                  <a:lnTo>
                    <a:pt x="14449" y="436939"/>
                  </a:lnTo>
                  <a:lnTo>
                    <a:pt x="21371" y="438321"/>
                  </a:lnTo>
                  <a:lnTo>
                    <a:pt x="312199" y="158937"/>
                  </a:lnTo>
                  <a:lnTo>
                    <a:pt x="330847" y="142944"/>
                  </a:lnTo>
                  <a:lnTo>
                    <a:pt x="345193" y="134417"/>
                  </a:lnTo>
                  <a:lnTo>
                    <a:pt x="362555" y="130480"/>
                  </a:lnTo>
                  <a:lnTo>
                    <a:pt x="390249" y="128257"/>
                  </a:lnTo>
                  <a:lnTo>
                    <a:pt x="1631039" y="47024"/>
                  </a:lnTo>
                  <a:lnTo>
                    <a:pt x="1673657" y="41914"/>
                  </a:lnTo>
                  <a:lnTo>
                    <a:pt x="1792416" y="41914"/>
                  </a:lnTo>
                  <a:lnTo>
                    <a:pt x="1791139" y="40627"/>
                  </a:lnTo>
                  <a:lnTo>
                    <a:pt x="1770320" y="20888"/>
                  </a:lnTo>
                  <a:lnTo>
                    <a:pt x="1746745" y="8679"/>
                  </a:lnTo>
                  <a:lnTo>
                    <a:pt x="1723064" y="2270"/>
                  </a:lnTo>
                  <a:lnTo>
                    <a:pt x="1702496" y="0"/>
                  </a:lnTo>
                  <a:close/>
                </a:path>
              </a:pathLst>
            </a:custGeom>
            <a:solidFill>
              <a:srgbClr val="EE0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554121" y="9539509"/>
              <a:ext cx="1543685" cy="648335"/>
            </a:xfrm>
            <a:custGeom>
              <a:avLst/>
              <a:gdLst/>
              <a:ahLst/>
              <a:cxnLst/>
              <a:rect l="l" t="t" r="r" b="b"/>
              <a:pathLst>
                <a:path w="1543684" h="648334">
                  <a:moveTo>
                    <a:pt x="25" y="0"/>
                  </a:moveTo>
                  <a:close/>
                </a:path>
                <a:path w="1543684" h="648334">
                  <a:moveTo>
                    <a:pt x="1305636" y="5588"/>
                  </a:moveTo>
                  <a:close/>
                </a:path>
                <a:path w="1543684" h="648334">
                  <a:moveTo>
                    <a:pt x="1543608" y="647827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678469" y="9424896"/>
              <a:ext cx="276860" cy="68580"/>
            </a:xfrm>
            <a:custGeom>
              <a:avLst/>
              <a:gdLst/>
              <a:ahLst/>
              <a:cxnLst/>
              <a:rect l="l" t="t" r="r" b="b"/>
              <a:pathLst>
                <a:path w="276859" h="68579">
                  <a:moveTo>
                    <a:pt x="181419" y="0"/>
                  </a:moveTo>
                  <a:lnTo>
                    <a:pt x="169218" y="77"/>
                  </a:lnTo>
                  <a:lnTo>
                    <a:pt x="156913" y="753"/>
                  </a:lnTo>
                  <a:lnTo>
                    <a:pt x="144623" y="1945"/>
                  </a:lnTo>
                  <a:lnTo>
                    <a:pt x="0" y="19044"/>
                  </a:lnTo>
                  <a:lnTo>
                    <a:pt x="14418" y="55650"/>
                  </a:lnTo>
                  <a:lnTo>
                    <a:pt x="159021" y="38593"/>
                  </a:lnTo>
                  <a:lnTo>
                    <a:pt x="171316" y="37377"/>
                  </a:lnTo>
                  <a:lnTo>
                    <a:pt x="183623" y="36687"/>
                  </a:lnTo>
                  <a:lnTo>
                    <a:pt x="195831" y="36602"/>
                  </a:lnTo>
                  <a:lnTo>
                    <a:pt x="207826" y="37200"/>
                  </a:lnTo>
                  <a:lnTo>
                    <a:pt x="228232" y="40236"/>
                  </a:lnTo>
                  <a:lnTo>
                    <a:pt x="246870" y="46193"/>
                  </a:lnTo>
                  <a:lnTo>
                    <a:pt x="263104" y="55478"/>
                  </a:lnTo>
                  <a:lnTo>
                    <a:pt x="276295" y="68498"/>
                  </a:lnTo>
                  <a:lnTo>
                    <a:pt x="275237" y="60351"/>
                  </a:lnTo>
                  <a:lnTo>
                    <a:pt x="255719" y="24593"/>
                  </a:lnTo>
                  <a:lnTo>
                    <a:pt x="214558" y="3746"/>
                  </a:lnTo>
                  <a:lnTo>
                    <a:pt x="193397" y="604"/>
                  </a:lnTo>
                  <a:lnTo>
                    <a:pt x="181419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666431" y="9443936"/>
              <a:ext cx="26670" cy="224154"/>
            </a:xfrm>
            <a:custGeom>
              <a:avLst/>
              <a:gdLst/>
              <a:ahLst/>
              <a:cxnLst/>
              <a:rect l="l" t="t" r="r" b="b"/>
              <a:pathLst>
                <a:path w="26669" h="224154">
                  <a:moveTo>
                    <a:pt x="12041" y="0"/>
                  </a:moveTo>
                  <a:lnTo>
                    <a:pt x="0" y="224118"/>
                  </a:lnTo>
                  <a:lnTo>
                    <a:pt x="16460" y="222223"/>
                  </a:lnTo>
                  <a:lnTo>
                    <a:pt x="26459" y="36606"/>
                  </a:lnTo>
                  <a:lnTo>
                    <a:pt x="12041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56468" y="9365913"/>
              <a:ext cx="570865" cy="541020"/>
            </a:xfrm>
            <a:custGeom>
              <a:avLst/>
              <a:gdLst/>
              <a:ahLst/>
              <a:cxnLst/>
              <a:rect l="l" t="t" r="r" b="b"/>
              <a:pathLst>
                <a:path w="570865" h="541020">
                  <a:moveTo>
                    <a:pt x="312191" y="540499"/>
                  </a:moveTo>
                  <a:lnTo>
                    <a:pt x="297840" y="503440"/>
                  </a:lnTo>
                  <a:lnTo>
                    <a:pt x="268122" y="478726"/>
                  </a:lnTo>
                  <a:lnTo>
                    <a:pt x="227825" y="467194"/>
                  </a:lnTo>
                  <a:lnTo>
                    <a:pt x="207073" y="465683"/>
                  </a:lnTo>
                  <a:lnTo>
                    <a:pt x="194589" y="465721"/>
                  </a:lnTo>
                  <a:lnTo>
                    <a:pt x="182003" y="466369"/>
                  </a:lnTo>
                  <a:lnTo>
                    <a:pt x="169430" y="467563"/>
                  </a:lnTo>
                  <a:lnTo>
                    <a:pt x="0" y="486968"/>
                  </a:lnTo>
                  <a:lnTo>
                    <a:pt x="14389" y="523570"/>
                  </a:lnTo>
                  <a:lnTo>
                    <a:pt x="183845" y="504177"/>
                  </a:lnTo>
                  <a:lnTo>
                    <a:pt x="196405" y="502970"/>
                  </a:lnTo>
                  <a:lnTo>
                    <a:pt x="208978" y="502323"/>
                  </a:lnTo>
                  <a:lnTo>
                    <a:pt x="221462" y="502285"/>
                  </a:lnTo>
                  <a:lnTo>
                    <a:pt x="233756" y="502920"/>
                  </a:lnTo>
                  <a:lnTo>
                    <a:pt x="257263" y="506514"/>
                  </a:lnTo>
                  <a:lnTo>
                    <a:pt x="278714" y="513638"/>
                  </a:lnTo>
                  <a:lnTo>
                    <a:pt x="297281" y="524802"/>
                  </a:lnTo>
                  <a:lnTo>
                    <a:pt x="312191" y="540499"/>
                  </a:lnTo>
                  <a:close/>
                </a:path>
                <a:path w="570865" h="541020">
                  <a:moveTo>
                    <a:pt x="570407" y="139954"/>
                  </a:moveTo>
                  <a:lnTo>
                    <a:pt x="565797" y="84632"/>
                  </a:lnTo>
                  <a:lnTo>
                    <a:pt x="554355" y="41122"/>
                  </a:lnTo>
                  <a:lnTo>
                    <a:pt x="538670" y="0"/>
                  </a:lnTo>
                  <a:lnTo>
                    <a:pt x="538873" y="952"/>
                  </a:lnTo>
                  <a:lnTo>
                    <a:pt x="539216" y="1905"/>
                  </a:lnTo>
                  <a:lnTo>
                    <a:pt x="540829" y="6134"/>
                  </a:lnTo>
                  <a:lnTo>
                    <a:pt x="542175" y="10642"/>
                  </a:lnTo>
                  <a:lnTo>
                    <a:pt x="544626" y="18656"/>
                  </a:lnTo>
                  <a:lnTo>
                    <a:pt x="545795" y="22123"/>
                  </a:lnTo>
                  <a:lnTo>
                    <a:pt x="547814" y="30035"/>
                  </a:lnTo>
                  <a:lnTo>
                    <a:pt x="548665" y="34645"/>
                  </a:lnTo>
                  <a:lnTo>
                    <a:pt x="550329" y="43091"/>
                  </a:lnTo>
                  <a:lnTo>
                    <a:pt x="551180" y="46901"/>
                  </a:lnTo>
                  <a:lnTo>
                    <a:pt x="551751" y="50800"/>
                  </a:lnTo>
                  <a:lnTo>
                    <a:pt x="552462" y="55270"/>
                  </a:lnTo>
                  <a:lnTo>
                    <a:pt x="553872" y="69075"/>
                  </a:lnTo>
                  <a:lnTo>
                    <a:pt x="554342" y="73406"/>
                  </a:lnTo>
                  <a:lnTo>
                    <a:pt x="554901" y="81876"/>
                  </a:lnTo>
                  <a:lnTo>
                    <a:pt x="555218" y="90360"/>
                  </a:lnTo>
                  <a:lnTo>
                    <a:pt x="555294" y="93052"/>
                  </a:lnTo>
                  <a:lnTo>
                    <a:pt x="555536" y="95732"/>
                  </a:lnTo>
                  <a:lnTo>
                    <a:pt x="554863" y="139954"/>
                  </a:lnTo>
                  <a:lnTo>
                    <a:pt x="552881" y="163220"/>
                  </a:lnTo>
                  <a:lnTo>
                    <a:pt x="552818" y="163766"/>
                  </a:lnTo>
                  <a:lnTo>
                    <a:pt x="540118" y="216230"/>
                  </a:lnTo>
                  <a:lnTo>
                    <a:pt x="516636" y="261251"/>
                  </a:lnTo>
                  <a:lnTo>
                    <a:pt x="483831" y="299415"/>
                  </a:lnTo>
                  <a:lnTo>
                    <a:pt x="443230" y="331190"/>
                  </a:lnTo>
                  <a:lnTo>
                    <a:pt x="429348" y="339801"/>
                  </a:lnTo>
                  <a:lnTo>
                    <a:pt x="440601" y="343255"/>
                  </a:lnTo>
                  <a:lnTo>
                    <a:pt x="451789" y="347091"/>
                  </a:lnTo>
                  <a:lnTo>
                    <a:pt x="462889" y="351345"/>
                  </a:lnTo>
                  <a:lnTo>
                    <a:pt x="473849" y="356057"/>
                  </a:lnTo>
                  <a:lnTo>
                    <a:pt x="489369" y="343585"/>
                  </a:lnTo>
                  <a:lnTo>
                    <a:pt x="517461" y="315493"/>
                  </a:lnTo>
                  <a:lnTo>
                    <a:pt x="544271" y="275767"/>
                  </a:lnTo>
                  <a:lnTo>
                    <a:pt x="563346" y="223240"/>
                  </a:lnTo>
                  <a:lnTo>
                    <a:pt x="569887" y="167932"/>
                  </a:lnTo>
                  <a:lnTo>
                    <a:pt x="570407" y="140169"/>
                  </a:lnTo>
                  <a:lnTo>
                    <a:pt x="570407" y="13995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641349" y="9852879"/>
              <a:ext cx="29845" cy="260350"/>
            </a:xfrm>
            <a:custGeom>
              <a:avLst/>
              <a:gdLst/>
              <a:ahLst/>
              <a:cxnLst/>
              <a:rect l="l" t="t" r="r" b="b"/>
              <a:pathLst>
                <a:path w="29844" h="260350">
                  <a:moveTo>
                    <a:pt x="15119" y="0"/>
                  </a:moveTo>
                  <a:lnTo>
                    <a:pt x="0" y="260159"/>
                  </a:lnTo>
                  <a:lnTo>
                    <a:pt x="16575" y="258986"/>
                  </a:lnTo>
                  <a:lnTo>
                    <a:pt x="29506" y="36595"/>
                  </a:lnTo>
                  <a:lnTo>
                    <a:pt x="15119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896340" y="9429476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69" h="634">
                  <a:moveTo>
                    <a:pt x="0" y="0"/>
                  </a:moveTo>
                  <a:lnTo>
                    <a:pt x="513" y="125"/>
                  </a:lnTo>
                  <a:lnTo>
                    <a:pt x="764" y="178"/>
                  </a:lnTo>
                  <a:lnTo>
                    <a:pt x="251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3247" y="9426864"/>
              <a:ext cx="13850" cy="278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7907299" y="9432980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1664" y="628"/>
                  </a:lnTo>
                  <a:lnTo>
                    <a:pt x="2492" y="963"/>
                  </a:lnTo>
                  <a:lnTo>
                    <a:pt x="827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7297" y="9432980"/>
              <a:ext cx="2492" cy="96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7951704" y="9367805"/>
              <a:ext cx="258445" cy="135890"/>
            </a:xfrm>
            <a:custGeom>
              <a:avLst/>
              <a:gdLst/>
              <a:ahLst/>
              <a:cxnLst/>
              <a:rect l="l" t="t" r="r" b="b"/>
              <a:pathLst>
                <a:path w="258444" h="135890">
                  <a:moveTo>
                    <a:pt x="9956" y="135610"/>
                  </a:moveTo>
                  <a:lnTo>
                    <a:pt x="0" y="110337"/>
                  </a:lnTo>
                  <a:lnTo>
                    <a:pt x="2006" y="117462"/>
                  </a:lnTo>
                  <a:lnTo>
                    <a:pt x="3060" y="125590"/>
                  </a:lnTo>
                  <a:lnTo>
                    <a:pt x="6705" y="130390"/>
                  </a:lnTo>
                  <a:lnTo>
                    <a:pt x="9956" y="135610"/>
                  </a:lnTo>
                  <a:close/>
                </a:path>
                <a:path w="258444" h="135890">
                  <a:moveTo>
                    <a:pt x="246837" y="8458"/>
                  </a:moveTo>
                  <a:lnTo>
                    <a:pt x="245643" y="4356"/>
                  </a:lnTo>
                  <a:lnTo>
                    <a:pt x="243979" y="0"/>
                  </a:lnTo>
                  <a:lnTo>
                    <a:pt x="245579" y="4241"/>
                  </a:lnTo>
                  <a:lnTo>
                    <a:pt x="246837" y="8458"/>
                  </a:lnTo>
                  <a:close/>
                </a:path>
                <a:path w="258444" h="135890">
                  <a:moveTo>
                    <a:pt x="257225" y="53517"/>
                  </a:moveTo>
                  <a:lnTo>
                    <a:pt x="257213" y="53390"/>
                  </a:lnTo>
                  <a:lnTo>
                    <a:pt x="256514" y="48907"/>
                  </a:lnTo>
                  <a:lnTo>
                    <a:pt x="257225" y="53517"/>
                  </a:lnTo>
                  <a:close/>
                </a:path>
                <a:path w="258444" h="135890">
                  <a:moveTo>
                    <a:pt x="258178" y="62839"/>
                  </a:moveTo>
                  <a:lnTo>
                    <a:pt x="257225" y="53517"/>
                  </a:lnTo>
                  <a:lnTo>
                    <a:pt x="257683" y="58178"/>
                  </a:lnTo>
                  <a:lnTo>
                    <a:pt x="258178" y="62839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85744" y="9529775"/>
              <a:ext cx="123523" cy="21253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085826" y="9698542"/>
              <a:ext cx="11664" cy="71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962767" y="9885114"/>
              <a:ext cx="12700" cy="31750"/>
            </a:xfrm>
            <a:custGeom>
              <a:avLst/>
              <a:gdLst/>
              <a:ahLst/>
              <a:cxnLst/>
              <a:rect l="l" t="t" r="r" b="b"/>
              <a:pathLst>
                <a:path w="12700" h="31750">
                  <a:moveTo>
                    <a:pt x="2425" y="5702"/>
                  </a:moveTo>
                  <a:lnTo>
                    <a:pt x="355" y="469"/>
                  </a:lnTo>
                  <a:lnTo>
                    <a:pt x="0" y="0"/>
                  </a:lnTo>
                  <a:lnTo>
                    <a:pt x="2425" y="5702"/>
                  </a:lnTo>
                  <a:close/>
                </a:path>
                <a:path w="12700" h="31750">
                  <a:moveTo>
                    <a:pt x="12573" y="31534"/>
                  </a:moveTo>
                  <a:lnTo>
                    <a:pt x="2552" y="6019"/>
                  </a:lnTo>
                  <a:lnTo>
                    <a:pt x="4610" y="13220"/>
                  </a:lnTo>
                  <a:lnTo>
                    <a:pt x="5892" y="21297"/>
                  </a:lnTo>
                  <a:lnTo>
                    <a:pt x="9398" y="26238"/>
                  </a:lnTo>
                  <a:lnTo>
                    <a:pt x="12573" y="3153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55369" y="9237079"/>
              <a:ext cx="1403148" cy="113382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390396" y="9355842"/>
              <a:ext cx="2438400" cy="1121410"/>
            </a:xfrm>
            <a:custGeom>
              <a:avLst/>
              <a:gdLst/>
              <a:ahLst/>
              <a:cxnLst/>
              <a:rect l="l" t="t" r="r" b="b"/>
              <a:pathLst>
                <a:path w="2438400" h="1121409">
                  <a:moveTo>
                    <a:pt x="565759" y="174256"/>
                  </a:moveTo>
                  <a:lnTo>
                    <a:pt x="552018" y="103619"/>
                  </a:lnTo>
                  <a:lnTo>
                    <a:pt x="511429" y="47866"/>
                  </a:lnTo>
                  <a:lnTo>
                    <a:pt x="443090" y="11747"/>
                  </a:lnTo>
                  <a:lnTo>
                    <a:pt x="398208" y="2819"/>
                  </a:lnTo>
                  <a:lnTo>
                    <a:pt x="346189" y="0"/>
                  </a:lnTo>
                  <a:lnTo>
                    <a:pt x="317754" y="1028"/>
                  </a:lnTo>
                  <a:lnTo>
                    <a:pt x="260692" y="8636"/>
                  </a:lnTo>
                  <a:lnTo>
                    <a:pt x="204139" y="23901"/>
                  </a:lnTo>
                  <a:lnTo>
                    <a:pt x="152768" y="48361"/>
                  </a:lnTo>
                  <a:lnTo>
                    <a:pt x="107645" y="82296"/>
                  </a:lnTo>
                  <a:lnTo>
                    <a:pt x="70535" y="125920"/>
                  </a:lnTo>
                  <a:lnTo>
                    <a:pt x="42532" y="179539"/>
                  </a:lnTo>
                  <a:lnTo>
                    <a:pt x="28295" y="244665"/>
                  </a:lnTo>
                  <a:lnTo>
                    <a:pt x="26631" y="281647"/>
                  </a:lnTo>
                  <a:lnTo>
                    <a:pt x="28155" y="314401"/>
                  </a:lnTo>
                  <a:lnTo>
                    <a:pt x="39611" y="370560"/>
                  </a:lnTo>
                  <a:lnTo>
                    <a:pt x="61595" y="414807"/>
                  </a:lnTo>
                  <a:lnTo>
                    <a:pt x="90131" y="450494"/>
                  </a:lnTo>
                  <a:lnTo>
                    <a:pt x="124155" y="478421"/>
                  </a:lnTo>
                  <a:lnTo>
                    <a:pt x="161213" y="500176"/>
                  </a:lnTo>
                  <a:lnTo>
                    <a:pt x="219087" y="524344"/>
                  </a:lnTo>
                  <a:lnTo>
                    <a:pt x="254800" y="539292"/>
                  </a:lnTo>
                  <a:lnTo>
                    <a:pt x="299707" y="562965"/>
                  </a:lnTo>
                  <a:lnTo>
                    <a:pt x="328650" y="592251"/>
                  </a:lnTo>
                  <a:lnTo>
                    <a:pt x="334378" y="618845"/>
                  </a:lnTo>
                  <a:lnTo>
                    <a:pt x="333933" y="626846"/>
                  </a:lnTo>
                  <a:lnTo>
                    <a:pt x="312661" y="662419"/>
                  </a:lnTo>
                  <a:lnTo>
                    <a:pt x="270383" y="677786"/>
                  </a:lnTo>
                  <a:lnTo>
                    <a:pt x="245884" y="679538"/>
                  </a:lnTo>
                  <a:lnTo>
                    <a:pt x="225793" y="678738"/>
                  </a:lnTo>
                  <a:lnTo>
                    <a:pt x="173062" y="665619"/>
                  </a:lnTo>
                  <a:lnTo>
                    <a:pt x="130263" y="642493"/>
                  </a:lnTo>
                  <a:lnTo>
                    <a:pt x="75793" y="602119"/>
                  </a:lnTo>
                  <a:lnTo>
                    <a:pt x="66700" y="595934"/>
                  </a:lnTo>
                  <a:lnTo>
                    <a:pt x="20891" y="596696"/>
                  </a:lnTo>
                  <a:lnTo>
                    <a:pt x="4622" y="642391"/>
                  </a:lnTo>
                  <a:lnTo>
                    <a:pt x="406" y="698601"/>
                  </a:lnTo>
                  <a:lnTo>
                    <a:pt x="0" y="734923"/>
                  </a:lnTo>
                  <a:lnTo>
                    <a:pt x="1358" y="744639"/>
                  </a:lnTo>
                  <a:lnTo>
                    <a:pt x="33134" y="788111"/>
                  </a:lnTo>
                  <a:lnTo>
                    <a:pt x="80175" y="819213"/>
                  </a:lnTo>
                  <a:lnTo>
                    <a:pt x="120764" y="836942"/>
                  </a:lnTo>
                  <a:lnTo>
                    <a:pt x="167855" y="851395"/>
                  </a:lnTo>
                  <a:lnTo>
                    <a:pt x="220395" y="860958"/>
                  </a:lnTo>
                  <a:lnTo>
                    <a:pt x="277355" y="864006"/>
                  </a:lnTo>
                  <a:lnTo>
                    <a:pt x="310591" y="862685"/>
                  </a:lnTo>
                  <a:lnTo>
                    <a:pt x="370598" y="852982"/>
                  </a:lnTo>
                  <a:lnTo>
                    <a:pt x="421957" y="834123"/>
                  </a:lnTo>
                  <a:lnTo>
                    <a:pt x="464451" y="807618"/>
                  </a:lnTo>
                  <a:lnTo>
                    <a:pt x="498119" y="773950"/>
                  </a:lnTo>
                  <a:lnTo>
                    <a:pt x="523392" y="734225"/>
                  </a:lnTo>
                  <a:lnTo>
                    <a:pt x="540334" y="688936"/>
                  </a:lnTo>
                  <a:lnTo>
                    <a:pt x="548728" y="640105"/>
                  </a:lnTo>
                  <a:lnTo>
                    <a:pt x="549706" y="614476"/>
                  </a:lnTo>
                  <a:lnTo>
                    <a:pt x="548068" y="582790"/>
                  </a:lnTo>
                  <a:lnTo>
                    <a:pt x="535724" y="528116"/>
                  </a:lnTo>
                  <a:lnTo>
                    <a:pt x="512038" y="484466"/>
                  </a:lnTo>
                  <a:lnTo>
                    <a:pt x="481431" y="448500"/>
                  </a:lnTo>
                  <a:lnTo>
                    <a:pt x="445020" y="419468"/>
                  </a:lnTo>
                  <a:lnTo>
                    <a:pt x="405003" y="396240"/>
                  </a:lnTo>
                  <a:lnTo>
                    <a:pt x="362546" y="378002"/>
                  </a:lnTo>
                  <a:lnTo>
                    <a:pt x="342138" y="369316"/>
                  </a:lnTo>
                  <a:lnTo>
                    <a:pt x="303771" y="352158"/>
                  </a:lnTo>
                  <a:lnTo>
                    <a:pt x="255625" y="324954"/>
                  </a:lnTo>
                  <a:lnTo>
                    <a:pt x="224409" y="292125"/>
                  </a:lnTo>
                  <a:lnTo>
                    <a:pt x="218236" y="263156"/>
                  </a:lnTo>
                  <a:lnTo>
                    <a:pt x="220014" y="245668"/>
                  </a:lnTo>
                  <a:lnTo>
                    <a:pt x="247573" y="203288"/>
                  </a:lnTo>
                  <a:lnTo>
                    <a:pt x="296519" y="181470"/>
                  </a:lnTo>
                  <a:lnTo>
                    <a:pt x="314934" y="179959"/>
                  </a:lnTo>
                  <a:lnTo>
                    <a:pt x="327799" y="180682"/>
                  </a:lnTo>
                  <a:lnTo>
                    <a:pt x="364769" y="198729"/>
                  </a:lnTo>
                  <a:lnTo>
                    <a:pt x="386016" y="240334"/>
                  </a:lnTo>
                  <a:lnTo>
                    <a:pt x="390956" y="283349"/>
                  </a:lnTo>
                  <a:lnTo>
                    <a:pt x="391121" y="298386"/>
                  </a:lnTo>
                  <a:lnTo>
                    <a:pt x="393103" y="304088"/>
                  </a:lnTo>
                  <a:lnTo>
                    <a:pt x="424307" y="310883"/>
                  </a:lnTo>
                  <a:lnTo>
                    <a:pt x="456603" y="308571"/>
                  </a:lnTo>
                  <a:lnTo>
                    <a:pt x="509181" y="290918"/>
                  </a:lnTo>
                  <a:lnTo>
                    <a:pt x="545426" y="256095"/>
                  </a:lnTo>
                  <a:lnTo>
                    <a:pt x="563575" y="205447"/>
                  </a:lnTo>
                  <a:lnTo>
                    <a:pt x="565759" y="174256"/>
                  </a:lnTo>
                  <a:close/>
                </a:path>
                <a:path w="2438400" h="1121409">
                  <a:moveTo>
                    <a:pt x="1185037" y="305968"/>
                  </a:moveTo>
                  <a:lnTo>
                    <a:pt x="1180630" y="259537"/>
                  </a:lnTo>
                  <a:lnTo>
                    <a:pt x="1164209" y="220230"/>
                  </a:lnTo>
                  <a:lnTo>
                    <a:pt x="1131265" y="196329"/>
                  </a:lnTo>
                  <a:lnTo>
                    <a:pt x="1093495" y="187731"/>
                  </a:lnTo>
                  <a:lnTo>
                    <a:pt x="1077658" y="186880"/>
                  </a:lnTo>
                  <a:lnTo>
                    <a:pt x="1060170" y="187071"/>
                  </a:lnTo>
                  <a:lnTo>
                    <a:pt x="1008926" y="189014"/>
                  </a:lnTo>
                  <a:lnTo>
                    <a:pt x="991476" y="234315"/>
                  </a:lnTo>
                  <a:lnTo>
                    <a:pt x="989291" y="311632"/>
                  </a:lnTo>
                  <a:lnTo>
                    <a:pt x="987958" y="389610"/>
                  </a:lnTo>
                  <a:lnTo>
                    <a:pt x="987120" y="416242"/>
                  </a:lnTo>
                  <a:lnTo>
                    <a:pt x="983957" y="469341"/>
                  </a:lnTo>
                  <a:lnTo>
                    <a:pt x="978712" y="521944"/>
                  </a:lnTo>
                  <a:lnTo>
                    <a:pt x="970965" y="571525"/>
                  </a:lnTo>
                  <a:lnTo>
                    <a:pt x="960361" y="615581"/>
                  </a:lnTo>
                  <a:lnTo>
                    <a:pt x="946099" y="653135"/>
                  </a:lnTo>
                  <a:lnTo>
                    <a:pt x="916266" y="694702"/>
                  </a:lnTo>
                  <a:lnTo>
                    <a:pt x="874585" y="710603"/>
                  </a:lnTo>
                  <a:lnTo>
                    <a:pt x="857199" y="709828"/>
                  </a:lnTo>
                  <a:lnTo>
                    <a:pt x="816356" y="689724"/>
                  </a:lnTo>
                  <a:lnTo>
                    <a:pt x="795261" y="645591"/>
                  </a:lnTo>
                  <a:lnTo>
                    <a:pt x="793229" y="626084"/>
                  </a:lnTo>
                  <a:lnTo>
                    <a:pt x="793661" y="603973"/>
                  </a:lnTo>
                  <a:lnTo>
                    <a:pt x="802805" y="306527"/>
                  </a:lnTo>
                  <a:lnTo>
                    <a:pt x="803186" y="282968"/>
                  </a:lnTo>
                  <a:lnTo>
                    <a:pt x="796277" y="241198"/>
                  </a:lnTo>
                  <a:lnTo>
                    <a:pt x="768502" y="204724"/>
                  </a:lnTo>
                  <a:lnTo>
                    <a:pt x="725398" y="189268"/>
                  </a:lnTo>
                  <a:lnTo>
                    <a:pt x="695109" y="186867"/>
                  </a:lnTo>
                  <a:lnTo>
                    <a:pt x="677595" y="187096"/>
                  </a:lnTo>
                  <a:lnTo>
                    <a:pt x="628700" y="188950"/>
                  </a:lnTo>
                  <a:lnTo>
                    <a:pt x="608037" y="226441"/>
                  </a:lnTo>
                  <a:lnTo>
                    <a:pt x="604875" y="291172"/>
                  </a:lnTo>
                  <a:lnTo>
                    <a:pt x="602716" y="350964"/>
                  </a:lnTo>
                  <a:lnTo>
                    <a:pt x="600760" y="439585"/>
                  </a:lnTo>
                  <a:lnTo>
                    <a:pt x="598398" y="515378"/>
                  </a:lnTo>
                  <a:lnTo>
                    <a:pt x="595541" y="621347"/>
                  </a:lnTo>
                  <a:lnTo>
                    <a:pt x="595083" y="669442"/>
                  </a:lnTo>
                  <a:lnTo>
                    <a:pt x="595414" y="689698"/>
                  </a:lnTo>
                  <a:lnTo>
                    <a:pt x="604088" y="740676"/>
                  </a:lnTo>
                  <a:lnTo>
                    <a:pt x="627329" y="788377"/>
                  </a:lnTo>
                  <a:lnTo>
                    <a:pt x="663054" y="826046"/>
                  </a:lnTo>
                  <a:lnTo>
                    <a:pt x="711009" y="852093"/>
                  </a:lnTo>
                  <a:lnTo>
                    <a:pt x="754697" y="861733"/>
                  </a:lnTo>
                  <a:lnTo>
                    <a:pt x="802830" y="863815"/>
                  </a:lnTo>
                  <a:lnTo>
                    <a:pt x="814717" y="863028"/>
                  </a:lnTo>
                  <a:lnTo>
                    <a:pt x="863320" y="853071"/>
                  </a:lnTo>
                  <a:lnTo>
                    <a:pt x="898906" y="837057"/>
                  </a:lnTo>
                  <a:lnTo>
                    <a:pt x="941222" y="806297"/>
                  </a:lnTo>
                  <a:lnTo>
                    <a:pt x="970800" y="771588"/>
                  </a:lnTo>
                  <a:lnTo>
                    <a:pt x="972045" y="780935"/>
                  </a:lnTo>
                  <a:lnTo>
                    <a:pt x="987907" y="824217"/>
                  </a:lnTo>
                  <a:lnTo>
                    <a:pt x="1017422" y="849160"/>
                  </a:lnTo>
                  <a:lnTo>
                    <a:pt x="1065022" y="863028"/>
                  </a:lnTo>
                  <a:lnTo>
                    <a:pt x="1080490" y="863993"/>
                  </a:lnTo>
                  <a:lnTo>
                    <a:pt x="1097457" y="863854"/>
                  </a:lnTo>
                  <a:lnTo>
                    <a:pt x="1154607" y="861695"/>
                  </a:lnTo>
                  <a:lnTo>
                    <a:pt x="1176299" y="565899"/>
                  </a:lnTo>
                  <a:lnTo>
                    <a:pt x="1182509" y="410997"/>
                  </a:lnTo>
                  <a:lnTo>
                    <a:pt x="1185037" y="318249"/>
                  </a:lnTo>
                  <a:lnTo>
                    <a:pt x="1185037" y="305968"/>
                  </a:lnTo>
                  <a:close/>
                </a:path>
                <a:path w="2438400" h="1121409">
                  <a:moveTo>
                    <a:pt x="1831441" y="513041"/>
                  </a:moveTo>
                  <a:lnTo>
                    <a:pt x="1831378" y="501954"/>
                  </a:lnTo>
                  <a:lnTo>
                    <a:pt x="1831289" y="487426"/>
                  </a:lnTo>
                  <a:lnTo>
                    <a:pt x="1831174" y="468515"/>
                  </a:lnTo>
                  <a:lnTo>
                    <a:pt x="1826945" y="412813"/>
                  </a:lnTo>
                  <a:lnTo>
                    <a:pt x="1818436" y="363105"/>
                  </a:lnTo>
                  <a:lnTo>
                    <a:pt x="1815566" y="353364"/>
                  </a:lnTo>
                  <a:lnTo>
                    <a:pt x="1815477" y="353060"/>
                  </a:lnTo>
                  <a:lnTo>
                    <a:pt x="1795703" y="298145"/>
                  </a:lnTo>
                  <a:lnTo>
                    <a:pt x="1767332" y="252933"/>
                  </a:lnTo>
                  <a:lnTo>
                    <a:pt x="1734743" y="224332"/>
                  </a:lnTo>
                  <a:lnTo>
                    <a:pt x="1695589" y="204470"/>
                  </a:lnTo>
                  <a:lnTo>
                    <a:pt x="1649869" y="193344"/>
                  </a:lnTo>
                  <a:lnTo>
                    <a:pt x="1619262" y="191960"/>
                  </a:lnTo>
                  <a:lnTo>
                    <a:pt x="1619262" y="501954"/>
                  </a:lnTo>
                  <a:lnTo>
                    <a:pt x="1618894" y="549490"/>
                  </a:lnTo>
                  <a:lnTo>
                    <a:pt x="1613966" y="593686"/>
                  </a:lnTo>
                  <a:lnTo>
                    <a:pt x="1590509" y="657898"/>
                  </a:lnTo>
                  <a:lnTo>
                    <a:pt x="1553400" y="696201"/>
                  </a:lnTo>
                  <a:lnTo>
                    <a:pt x="1507147" y="710184"/>
                  </a:lnTo>
                  <a:lnTo>
                    <a:pt x="1493558" y="709790"/>
                  </a:lnTo>
                  <a:lnTo>
                    <a:pt x="1450975" y="690486"/>
                  </a:lnTo>
                  <a:lnTo>
                    <a:pt x="1424279" y="649427"/>
                  </a:lnTo>
                  <a:lnTo>
                    <a:pt x="1412951" y="609117"/>
                  </a:lnTo>
                  <a:lnTo>
                    <a:pt x="1407477" y="564654"/>
                  </a:lnTo>
                  <a:lnTo>
                    <a:pt x="1406677" y="549490"/>
                  </a:lnTo>
                  <a:lnTo>
                    <a:pt x="1406906" y="513041"/>
                  </a:lnTo>
                  <a:lnTo>
                    <a:pt x="1406931" y="507238"/>
                  </a:lnTo>
                  <a:lnTo>
                    <a:pt x="1418602" y="436397"/>
                  </a:lnTo>
                  <a:lnTo>
                    <a:pt x="1445387" y="384670"/>
                  </a:lnTo>
                  <a:lnTo>
                    <a:pt x="1488808" y="357289"/>
                  </a:lnTo>
                  <a:lnTo>
                    <a:pt x="1516849" y="353060"/>
                  </a:lnTo>
                  <a:lnTo>
                    <a:pt x="1530985" y="353364"/>
                  </a:lnTo>
                  <a:lnTo>
                    <a:pt x="1574977" y="370852"/>
                  </a:lnTo>
                  <a:lnTo>
                    <a:pt x="1601876" y="407924"/>
                  </a:lnTo>
                  <a:lnTo>
                    <a:pt x="1613103" y="445249"/>
                  </a:lnTo>
                  <a:lnTo>
                    <a:pt x="1618488" y="487426"/>
                  </a:lnTo>
                  <a:lnTo>
                    <a:pt x="1619262" y="501954"/>
                  </a:lnTo>
                  <a:lnTo>
                    <a:pt x="1619262" y="191960"/>
                  </a:lnTo>
                  <a:lnTo>
                    <a:pt x="1567002" y="193535"/>
                  </a:lnTo>
                  <a:lnTo>
                    <a:pt x="1513840" y="207213"/>
                  </a:lnTo>
                  <a:lnTo>
                    <a:pt x="1471320" y="232625"/>
                  </a:lnTo>
                  <a:lnTo>
                    <a:pt x="1437525" y="272567"/>
                  </a:lnTo>
                  <a:lnTo>
                    <a:pt x="1423835" y="298145"/>
                  </a:lnTo>
                  <a:lnTo>
                    <a:pt x="1420964" y="277202"/>
                  </a:lnTo>
                  <a:lnTo>
                    <a:pt x="1403451" y="231101"/>
                  </a:lnTo>
                  <a:lnTo>
                    <a:pt x="1372768" y="203339"/>
                  </a:lnTo>
                  <a:lnTo>
                    <a:pt x="1325892" y="191833"/>
                  </a:lnTo>
                  <a:lnTo>
                    <a:pt x="1296085" y="191249"/>
                  </a:lnTo>
                  <a:lnTo>
                    <a:pt x="1237627" y="193344"/>
                  </a:lnTo>
                  <a:lnTo>
                    <a:pt x="1239393" y="193344"/>
                  </a:lnTo>
                  <a:lnTo>
                    <a:pt x="1233462" y="194678"/>
                  </a:lnTo>
                  <a:lnTo>
                    <a:pt x="1225981" y="244703"/>
                  </a:lnTo>
                  <a:lnTo>
                    <a:pt x="1226070" y="300520"/>
                  </a:lnTo>
                  <a:lnTo>
                    <a:pt x="1225511" y="331089"/>
                  </a:lnTo>
                  <a:lnTo>
                    <a:pt x="1223175" y="395655"/>
                  </a:lnTo>
                  <a:lnTo>
                    <a:pt x="1220279" y="468515"/>
                  </a:lnTo>
                  <a:lnTo>
                    <a:pt x="1211910" y="667016"/>
                  </a:lnTo>
                  <a:lnTo>
                    <a:pt x="1210411" y="703605"/>
                  </a:lnTo>
                  <a:lnTo>
                    <a:pt x="1208697" y="746912"/>
                  </a:lnTo>
                  <a:lnTo>
                    <a:pt x="1205979" y="818591"/>
                  </a:lnTo>
                  <a:lnTo>
                    <a:pt x="1203756" y="880579"/>
                  </a:lnTo>
                  <a:lnTo>
                    <a:pt x="1202169" y="935685"/>
                  </a:lnTo>
                  <a:lnTo>
                    <a:pt x="1202118" y="937717"/>
                  </a:lnTo>
                  <a:lnTo>
                    <a:pt x="1201674" y="970699"/>
                  </a:lnTo>
                  <a:lnTo>
                    <a:pt x="1201559" y="1013688"/>
                  </a:lnTo>
                  <a:lnTo>
                    <a:pt x="1202359" y="1026756"/>
                  </a:lnTo>
                  <a:lnTo>
                    <a:pt x="1212113" y="1070711"/>
                  </a:lnTo>
                  <a:lnTo>
                    <a:pt x="1236357" y="1101229"/>
                  </a:lnTo>
                  <a:lnTo>
                    <a:pt x="1278661" y="1118108"/>
                  </a:lnTo>
                  <a:lnTo>
                    <a:pt x="1308658" y="1120851"/>
                  </a:lnTo>
                  <a:lnTo>
                    <a:pt x="1326159" y="1120698"/>
                  </a:lnTo>
                  <a:lnTo>
                    <a:pt x="1378966" y="1118806"/>
                  </a:lnTo>
                  <a:lnTo>
                    <a:pt x="1394269" y="1087653"/>
                  </a:lnTo>
                  <a:lnTo>
                    <a:pt x="1395120" y="1070711"/>
                  </a:lnTo>
                  <a:lnTo>
                    <a:pt x="1397241" y="1026896"/>
                  </a:lnTo>
                  <a:lnTo>
                    <a:pt x="1399768" y="937717"/>
                  </a:lnTo>
                  <a:lnTo>
                    <a:pt x="1399819" y="935685"/>
                  </a:lnTo>
                  <a:lnTo>
                    <a:pt x="1400390" y="919403"/>
                  </a:lnTo>
                  <a:lnTo>
                    <a:pt x="1400898" y="911021"/>
                  </a:lnTo>
                  <a:lnTo>
                    <a:pt x="1401292" y="903528"/>
                  </a:lnTo>
                  <a:lnTo>
                    <a:pt x="1401572" y="896912"/>
                  </a:lnTo>
                  <a:lnTo>
                    <a:pt x="1401737" y="891184"/>
                  </a:lnTo>
                  <a:lnTo>
                    <a:pt x="1401889" y="884135"/>
                  </a:lnTo>
                  <a:lnTo>
                    <a:pt x="1402194" y="876096"/>
                  </a:lnTo>
                  <a:lnTo>
                    <a:pt x="1402816" y="864158"/>
                  </a:lnTo>
                  <a:lnTo>
                    <a:pt x="1403540" y="851814"/>
                  </a:lnTo>
                  <a:lnTo>
                    <a:pt x="1404188" y="841844"/>
                  </a:lnTo>
                  <a:lnTo>
                    <a:pt x="1404924" y="831215"/>
                  </a:lnTo>
                  <a:lnTo>
                    <a:pt x="1405712" y="819150"/>
                  </a:lnTo>
                  <a:lnTo>
                    <a:pt x="1406613" y="803871"/>
                  </a:lnTo>
                  <a:lnTo>
                    <a:pt x="1407541" y="786447"/>
                  </a:lnTo>
                  <a:lnTo>
                    <a:pt x="1408531" y="766533"/>
                  </a:lnTo>
                  <a:lnTo>
                    <a:pt x="1420368" y="789368"/>
                  </a:lnTo>
                  <a:lnTo>
                    <a:pt x="1449527" y="826465"/>
                  </a:lnTo>
                  <a:lnTo>
                    <a:pt x="1486687" y="851814"/>
                  </a:lnTo>
                  <a:lnTo>
                    <a:pt x="1536242" y="863536"/>
                  </a:lnTo>
                  <a:lnTo>
                    <a:pt x="1565935" y="864158"/>
                  </a:lnTo>
                  <a:lnTo>
                    <a:pt x="1594916" y="861504"/>
                  </a:lnTo>
                  <a:lnTo>
                    <a:pt x="1649437" y="846632"/>
                  </a:lnTo>
                  <a:lnTo>
                    <a:pt x="1699069" y="819150"/>
                  </a:lnTo>
                  <a:lnTo>
                    <a:pt x="1742059" y="779754"/>
                  </a:lnTo>
                  <a:lnTo>
                    <a:pt x="1777898" y="728726"/>
                  </a:lnTo>
                  <a:lnTo>
                    <a:pt x="1805292" y="667016"/>
                  </a:lnTo>
                  <a:lnTo>
                    <a:pt x="1823720" y="594880"/>
                  </a:lnTo>
                  <a:lnTo>
                    <a:pt x="1828952" y="555155"/>
                  </a:lnTo>
                  <a:lnTo>
                    <a:pt x="1831441" y="513041"/>
                  </a:lnTo>
                  <a:close/>
                </a:path>
                <a:path w="2438400" h="1121409">
                  <a:moveTo>
                    <a:pt x="2437904" y="357022"/>
                  </a:moveTo>
                  <a:lnTo>
                    <a:pt x="2437155" y="347091"/>
                  </a:lnTo>
                  <a:lnTo>
                    <a:pt x="2437053" y="345744"/>
                  </a:lnTo>
                  <a:lnTo>
                    <a:pt x="2436558" y="339013"/>
                  </a:lnTo>
                  <a:lnTo>
                    <a:pt x="2423769" y="288836"/>
                  </a:lnTo>
                  <a:lnTo>
                    <a:pt x="2396579" y="246126"/>
                  </a:lnTo>
                  <a:lnTo>
                    <a:pt x="2353145" y="213220"/>
                  </a:lnTo>
                  <a:lnTo>
                    <a:pt x="2314156" y="197815"/>
                  </a:lnTo>
                  <a:lnTo>
                    <a:pt x="2266492" y="188760"/>
                  </a:lnTo>
                  <a:lnTo>
                    <a:pt x="2240826" y="187121"/>
                  </a:lnTo>
                  <a:lnTo>
                    <a:pt x="2237079" y="187121"/>
                  </a:lnTo>
                  <a:lnTo>
                    <a:pt x="2237079" y="405206"/>
                  </a:lnTo>
                  <a:lnTo>
                    <a:pt x="2234933" y="425932"/>
                  </a:lnTo>
                  <a:lnTo>
                    <a:pt x="2213292" y="460400"/>
                  </a:lnTo>
                  <a:lnTo>
                    <a:pt x="2169668" y="485394"/>
                  </a:lnTo>
                  <a:lnTo>
                    <a:pt x="2110663" y="499821"/>
                  </a:lnTo>
                  <a:lnTo>
                    <a:pt x="2075827" y="502983"/>
                  </a:lnTo>
                  <a:lnTo>
                    <a:pt x="2077351" y="490359"/>
                  </a:lnTo>
                  <a:lnTo>
                    <a:pt x="2084120" y="450608"/>
                  </a:lnTo>
                  <a:lnTo>
                    <a:pt x="2095919" y="412038"/>
                  </a:lnTo>
                  <a:lnTo>
                    <a:pt x="2122322" y="370192"/>
                  </a:lnTo>
                  <a:lnTo>
                    <a:pt x="2162213" y="347091"/>
                  </a:lnTo>
                  <a:lnTo>
                    <a:pt x="2174710" y="345744"/>
                  </a:lnTo>
                  <a:lnTo>
                    <a:pt x="2189111" y="346443"/>
                  </a:lnTo>
                  <a:lnTo>
                    <a:pt x="2227656" y="372681"/>
                  </a:lnTo>
                  <a:lnTo>
                    <a:pt x="2237079" y="405206"/>
                  </a:lnTo>
                  <a:lnTo>
                    <a:pt x="2237079" y="187121"/>
                  </a:lnTo>
                  <a:lnTo>
                    <a:pt x="2209622" y="187121"/>
                  </a:lnTo>
                  <a:lnTo>
                    <a:pt x="2172551" y="189699"/>
                  </a:lnTo>
                  <a:lnTo>
                    <a:pt x="2106688" y="202577"/>
                  </a:lnTo>
                  <a:lnTo>
                    <a:pt x="2051519" y="225221"/>
                  </a:lnTo>
                  <a:lnTo>
                    <a:pt x="2005152" y="254609"/>
                  </a:lnTo>
                  <a:lnTo>
                    <a:pt x="1967166" y="289953"/>
                  </a:lnTo>
                  <a:lnTo>
                    <a:pt x="1936838" y="329742"/>
                  </a:lnTo>
                  <a:lnTo>
                    <a:pt x="1913775" y="373214"/>
                  </a:lnTo>
                  <a:lnTo>
                    <a:pt x="1896300" y="417322"/>
                  </a:lnTo>
                  <a:lnTo>
                    <a:pt x="1884057" y="461340"/>
                  </a:lnTo>
                  <a:lnTo>
                    <a:pt x="1876336" y="504228"/>
                  </a:lnTo>
                  <a:lnTo>
                    <a:pt x="1872716" y="545198"/>
                  </a:lnTo>
                  <a:lnTo>
                    <a:pt x="1871865" y="563714"/>
                  </a:lnTo>
                  <a:lnTo>
                    <a:pt x="1871878" y="597700"/>
                  </a:lnTo>
                  <a:lnTo>
                    <a:pt x="1874583" y="633196"/>
                  </a:lnTo>
                  <a:lnTo>
                    <a:pt x="1874697" y="634733"/>
                  </a:lnTo>
                  <a:lnTo>
                    <a:pt x="1889950" y="701103"/>
                  </a:lnTo>
                  <a:lnTo>
                    <a:pt x="1917065" y="753821"/>
                  </a:lnTo>
                  <a:lnTo>
                    <a:pt x="1951901" y="795274"/>
                  </a:lnTo>
                  <a:lnTo>
                    <a:pt x="1993531" y="825995"/>
                  </a:lnTo>
                  <a:lnTo>
                    <a:pt x="2040407" y="846899"/>
                  </a:lnTo>
                  <a:lnTo>
                    <a:pt x="2091664" y="858570"/>
                  </a:lnTo>
                  <a:lnTo>
                    <a:pt x="2143620" y="863333"/>
                  </a:lnTo>
                  <a:lnTo>
                    <a:pt x="2168614" y="863333"/>
                  </a:lnTo>
                  <a:lnTo>
                    <a:pt x="2209177" y="860171"/>
                  </a:lnTo>
                  <a:lnTo>
                    <a:pt x="2249792" y="853465"/>
                  </a:lnTo>
                  <a:lnTo>
                    <a:pt x="2288959" y="842975"/>
                  </a:lnTo>
                  <a:lnTo>
                    <a:pt x="2339937" y="819658"/>
                  </a:lnTo>
                  <a:lnTo>
                    <a:pt x="2377783" y="786409"/>
                  </a:lnTo>
                  <a:lnTo>
                    <a:pt x="2396299" y="743178"/>
                  </a:lnTo>
                  <a:lnTo>
                    <a:pt x="2397074" y="726567"/>
                  </a:lnTo>
                  <a:lnTo>
                    <a:pt x="2395893" y="712838"/>
                  </a:lnTo>
                  <a:lnTo>
                    <a:pt x="2394597" y="705904"/>
                  </a:lnTo>
                  <a:lnTo>
                    <a:pt x="2393315" y="698957"/>
                  </a:lnTo>
                  <a:lnTo>
                    <a:pt x="2370505" y="661416"/>
                  </a:lnTo>
                  <a:lnTo>
                    <a:pt x="2332558" y="640905"/>
                  </a:lnTo>
                  <a:lnTo>
                    <a:pt x="2308212" y="636879"/>
                  </a:lnTo>
                  <a:lnTo>
                    <a:pt x="2295601" y="637311"/>
                  </a:lnTo>
                  <a:lnTo>
                    <a:pt x="2288794" y="640905"/>
                  </a:lnTo>
                  <a:lnTo>
                    <a:pt x="2283917" y="647750"/>
                  </a:lnTo>
                  <a:lnTo>
                    <a:pt x="2280056" y="653072"/>
                  </a:lnTo>
                  <a:lnTo>
                    <a:pt x="2254466" y="683069"/>
                  </a:lnTo>
                  <a:lnTo>
                    <a:pt x="2219020" y="702475"/>
                  </a:lnTo>
                  <a:lnTo>
                    <a:pt x="2191766" y="705904"/>
                  </a:lnTo>
                  <a:lnTo>
                    <a:pt x="2176957" y="705739"/>
                  </a:lnTo>
                  <a:lnTo>
                    <a:pt x="2139365" y="697014"/>
                  </a:lnTo>
                  <a:lnTo>
                    <a:pt x="2104161" y="670966"/>
                  </a:lnTo>
                  <a:lnTo>
                    <a:pt x="2083358" y="633196"/>
                  </a:lnTo>
                  <a:lnTo>
                    <a:pt x="2075459" y="597700"/>
                  </a:lnTo>
                  <a:lnTo>
                    <a:pt x="2085898" y="597242"/>
                  </a:lnTo>
                  <a:lnTo>
                    <a:pt x="2098344" y="596493"/>
                  </a:lnTo>
                  <a:lnTo>
                    <a:pt x="2146998" y="592264"/>
                  </a:lnTo>
                  <a:lnTo>
                    <a:pt x="2184971" y="586257"/>
                  </a:lnTo>
                  <a:lnTo>
                    <a:pt x="2225776" y="577138"/>
                  </a:lnTo>
                  <a:lnTo>
                    <a:pt x="2267394" y="564794"/>
                  </a:lnTo>
                  <a:lnTo>
                    <a:pt x="2308923" y="548894"/>
                  </a:lnTo>
                  <a:lnTo>
                    <a:pt x="2346985" y="527786"/>
                  </a:lnTo>
                  <a:lnTo>
                    <a:pt x="2378532" y="502983"/>
                  </a:lnTo>
                  <a:lnTo>
                    <a:pt x="2407983" y="468541"/>
                  </a:lnTo>
                  <a:lnTo>
                    <a:pt x="2428024" y="429717"/>
                  </a:lnTo>
                  <a:lnTo>
                    <a:pt x="2437409" y="383235"/>
                  </a:lnTo>
                  <a:lnTo>
                    <a:pt x="2437790" y="363131"/>
                  </a:lnTo>
                  <a:lnTo>
                    <a:pt x="2437904" y="357022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03493" y="5834161"/>
              <a:ext cx="1579606" cy="42243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19644" y="5821914"/>
              <a:ext cx="2779961" cy="44367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6786" y="6512993"/>
              <a:ext cx="2147926" cy="36025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228874" y="0"/>
              <a:ext cx="5518785" cy="2331085"/>
            </a:xfrm>
            <a:custGeom>
              <a:avLst/>
              <a:gdLst/>
              <a:ahLst/>
              <a:cxnLst/>
              <a:rect l="l" t="t" r="r" b="b"/>
              <a:pathLst>
                <a:path w="5518784" h="2331085">
                  <a:moveTo>
                    <a:pt x="5518240" y="0"/>
                  </a:moveTo>
                  <a:lnTo>
                    <a:pt x="1408710" y="0"/>
                  </a:lnTo>
                  <a:lnTo>
                    <a:pt x="0" y="2331064"/>
                  </a:lnTo>
                  <a:lnTo>
                    <a:pt x="4109529" y="2331064"/>
                  </a:lnTo>
                  <a:lnTo>
                    <a:pt x="5518240" y="0"/>
                  </a:lnTo>
                  <a:close/>
                </a:path>
              </a:pathLst>
            </a:custGeom>
            <a:solidFill>
              <a:srgbClr val="FF4A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9793" y="785602"/>
              <a:ext cx="8729345" cy="3792854"/>
            </a:xfrm>
            <a:custGeom>
              <a:avLst/>
              <a:gdLst/>
              <a:ahLst/>
              <a:cxnLst/>
              <a:rect l="l" t="t" r="r" b="b"/>
              <a:pathLst>
                <a:path w="8729345" h="3792854">
                  <a:moveTo>
                    <a:pt x="613359" y="2917025"/>
                  </a:moveTo>
                  <a:lnTo>
                    <a:pt x="577557" y="2896870"/>
                  </a:lnTo>
                  <a:lnTo>
                    <a:pt x="532422" y="2891879"/>
                  </a:lnTo>
                  <a:lnTo>
                    <a:pt x="473189" y="2886684"/>
                  </a:lnTo>
                  <a:lnTo>
                    <a:pt x="406438" y="2882087"/>
                  </a:lnTo>
                  <a:lnTo>
                    <a:pt x="338759" y="2878937"/>
                  </a:lnTo>
                  <a:lnTo>
                    <a:pt x="276745" y="2878036"/>
                  </a:lnTo>
                  <a:lnTo>
                    <a:pt x="226961" y="2880207"/>
                  </a:lnTo>
                  <a:lnTo>
                    <a:pt x="179324" y="2885681"/>
                  </a:lnTo>
                  <a:lnTo>
                    <a:pt x="132321" y="2894050"/>
                  </a:lnTo>
                  <a:lnTo>
                    <a:pt x="86525" y="2907106"/>
                  </a:lnTo>
                  <a:lnTo>
                    <a:pt x="42494" y="2926638"/>
                  </a:lnTo>
                  <a:lnTo>
                    <a:pt x="6692" y="2958376"/>
                  </a:lnTo>
                  <a:lnTo>
                    <a:pt x="0" y="2973260"/>
                  </a:lnTo>
                  <a:lnTo>
                    <a:pt x="393" y="2987497"/>
                  </a:lnTo>
                  <a:lnTo>
                    <a:pt x="34632" y="3014129"/>
                  </a:lnTo>
                  <a:lnTo>
                    <a:pt x="77470" y="3022955"/>
                  </a:lnTo>
                  <a:lnTo>
                    <a:pt x="133578" y="3024340"/>
                  </a:lnTo>
                  <a:lnTo>
                    <a:pt x="189357" y="3021241"/>
                  </a:lnTo>
                  <a:lnTo>
                    <a:pt x="244881" y="3014649"/>
                  </a:lnTo>
                  <a:lnTo>
                    <a:pt x="300240" y="3005556"/>
                  </a:lnTo>
                  <a:lnTo>
                    <a:pt x="351332" y="2996222"/>
                  </a:lnTo>
                  <a:lnTo>
                    <a:pt x="402297" y="2986405"/>
                  </a:lnTo>
                  <a:lnTo>
                    <a:pt x="453021" y="2975660"/>
                  </a:lnTo>
                  <a:lnTo>
                    <a:pt x="503402" y="2963494"/>
                  </a:lnTo>
                  <a:lnTo>
                    <a:pt x="553326" y="2949435"/>
                  </a:lnTo>
                  <a:lnTo>
                    <a:pt x="603897" y="2932582"/>
                  </a:lnTo>
                  <a:lnTo>
                    <a:pt x="613359" y="2917025"/>
                  </a:lnTo>
                  <a:close/>
                </a:path>
                <a:path w="8729345" h="3792854">
                  <a:moveTo>
                    <a:pt x="696290" y="3046552"/>
                  </a:moveTo>
                  <a:lnTo>
                    <a:pt x="689089" y="3037954"/>
                  </a:lnTo>
                  <a:lnTo>
                    <a:pt x="677125" y="3036163"/>
                  </a:lnTo>
                  <a:lnTo>
                    <a:pt x="529069" y="3107880"/>
                  </a:lnTo>
                  <a:lnTo>
                    <a:pt x="386905" y="3177425"/>
                  </a:lnTo>
                  <a:lnTo>
                    <a:pt x="292404" y="3224339"/>
                  </a:lnTo>
                  <a:lnTo>
                    <a:pt x="254558" y="3244926"/>
                  </a:lnTo>
                  <a:lnTo>
                    <a:pt x="218681" y="3268522"/>
                  </a:lnTo>
                  <a:lnTo>
                    <a:pt x="185496" y="3295840"/>
                  </a:lnTo>
                  <a:lnTo>
                    <a:pt x="155676" y="3327577"/>
                  </a:lnTo>
                  <a:lnTo>
                    <a:pt x="134975" y="3361118"/>
                  </a:lnTo>
                  <a:lnTo>
                    <a:pt x="134759" y="3379470"/>
                  </a:lnTo>
                  <a:lnTo>
                    <a:pt x="138658" y="3394100"/>
                  </a:lnTo>
                  <a:lnTo>
                    <a:pt x="146596" y="3405454"/>
                  </a:lnTo>
                  <a:lnTo>
                    <a:pt x="158470" y="3413976"/>
                  </a:lnTo>
                  <a:lnTo>
                    <a:pt x="176847" y="3421176"/>
                  </a:lnTo>
                  <a:lnTo>
                    <a:pt x="195580" y="3423996"/>
                  </a:lnTo>
                  <a:lnTo>
                    <a:pt x="214363" y="3422827"/>
                  </a:lnTo>
                  <a:lnTo>
                    <a:pt x="254508" y="3410140"/>
                  </a:lnTo>
                  <a:lnTo>
                    <a:pt x="296887" y="3391738"/>
                  </a:lnTo>
                  <a:lnTo>
                    <a:pt x="357936" y="3356114"/>
                  </a:lnTo>
                  <a:lnTo>
                    <a:pt x="397548" y="3329762"/>
                  </a:lnTo>
                  <a:lnTo>
                    <a:pt x="436092" y="3302000"/>
                  </a:lnTo>
                  <a:lnTo>
                    <a:pt x="473710" y="3272980"/>
                  </a:lnTo>
                  <a:lnTo>
                    <a:pt x="510463" y="3242830"/>
                  </a:lnTo>
                  <a:lnTo>
                    <a:pt x="546481" y="3211715"/>
                  </a:lnTo>
                  <a:lnTo>
                    <a:pt x="581863" y="3179775"/>
                  </a:lnTo>
                  <a:lnTo>
                    <a:pt x="616712" y="3147149"/>
                  </a:lnTo>
                  <a:lnTo>
                    <a:pt x="655523" y="3106585"/>
                  </a:lnTo>
                  <a:lnTo>
                    <a:pt x="696036" y="3059430"/>
                  </a:lnTo>
                  <a:lnTo>
                    <a:pt x="696290" y="3046552"/>
                  </a:lnTo>
                  <a:close/>
                </a:path>
                <a:path w="8729345" h="3792854">
                  <a:moveTo>
                    <a:pt x="827265" y="3177502"/>
                  </a:moveTo>
                  <a:lnTo>
                    <a:pt x="825271" y="3168154"/>
                  </a:lnTo>
                  <a:lnTo>
                    <a:pt x="820267" y="3160357"/>
                  </a:lnTo>
                  <a:lnTo>
                    <a:pt x="811441" y="3154705"/>
                  </a:lnTo>
                  <a:lnTo>
                    <a:pt x="801116" y="3152825"/>
                  </a:lnTo>
                  <a:lnTo>
                    <a:pt x="792594" y="3155505"/>
                  </a:lnTo>
                  <a:lnTo>
                    <a:pt x="752513" y="3212058"/>
                  </a:lnTo>
                  <a:lnTo>
                    <a:pt x="726617" y="3254908"/>
                  </a:lnTo>
                  <a:lnTo>
                    <a:pt x="701700" y="3298266"/>
                  </a:lnTo>
                  <a:lnTo>
                    <a:pt x="677748" y="3342132"/>
                  </a:lnTo>
                  <a:lnTo>
                    <a:pt x="654748" y="3386505"/>
                  </a:lnTo>
                  <a:lnTo>
                    <a:pt x="632726" y="3431400"/>
                  </a:lnTo>
                  <a:lnTo>
                    <a:pt x="611670" y="3476802"/>
                  </a:lnTo>
                  <a:lnTo>
                    <a:pt x="591578" y="3522713"/>
                  </a:lnTo>
                  <a:lnTo>
                    <a:pt x="572452" y="3569119"/>
                  </a:lnTo>
                  <a:lnTo>
                    <a:pt x="554304" y="3616045"/>
                  </a:lnTo>
                  <a:lnTo>
                    <a:pt x="536016" y="3676675"/>
                  </a:lnTo>
                  <a:lnTo>
                    <a:pt x="531520" y="3708044"/>
                  </a:lnTo>
                  <a:lnTo>
                    <a:pt x="531596" y="3740213"/>
                  </a:lnTo>
                  <a:lnTo>
                    <a:pt x="540473" y="3771379"/>
                  </a:lnTo>
                  <a:lnTo>
                    <a:pt x="558939" y="3789197"/>
                  </a:lnTo>
                  <a:lnTo>
                    <a:pt x="584149" y="3792397"/>
                  </a:lnTo>
                  <a:lnTo>
                    <a:pt x="613257" y="3779659"/>
                  </a:lnTo>
                  <a:lnTo>
                    <a:pt x="650468" y="3742563"/>
                  </a:lnTo>
                  <a:lnTo>
                    <a:pt x="672211" y="3710190"/>
                  </a:lnTo>
                  <a:lnTo>
                    <a:pt x="690156" y="3675354"/>
                  </a:lnTo>
                  <a:lnTo>
                    <a:pt x="705904" y="3639134"/>
                  </a:lnTo>
                  <a:lnTo>
                    <a:pt x="725639" y="3589007"/>
                  </a:lnTo>
                  <a:lnTo>
                    <a:pt x="743534" y="3538334"/>
                  </a:lnTo>
                  <a:lnTo>
                    <a:pt x="759764" y="3487140"/>
                  </a:lnTo>
                  <a:lnTo>
                    <a:pt x="774496" y="3435502"/>
                  </a:lnTo>
                  <a:lnTo>
                    <a:pt x="787933" y="3383470"/>
                  </a:lnTo>
                  <a:lnTo>
                    <a:pt x="800239" y="3331083"/>
                  </a:lnTo>
                  <a:lnTo>
                    <a:pt x="811606" y="3278403"/>
                  </a:lnTo>
                  <a:lnTo>
                    <a:pt x="822198" y="3225469"/>
                  </a:lnTo>
                  <a:lnTo>
                    <a:pt x="827265" y="3177502"/>
                  </a:lnTo>
                  <a:close/>
                </a:path>
                <a:path w="8729345" h="3792854">
                  <a:moveTo>
                    <a:pt x="7992237" y="86093"/>
                  </a:moveTo>
                  <a:lnTo>
                    <a:pt x="7987246" y="40068"/>
                  </a:lnTo>
                  <a:lnTo>
                    <a:pt x="7963319" y="1625"/>
                  </a:lnTo>
                  <a:lnTo>
                    <a:pt x="7948854" y="0"/>
                  </a:lnTo>
                  <a:lnTo>
                    <a:pt x="7933068" y="5829"/>
                  </a:lnTo>
                  <a:lnTo>
                    <a:pt x="7897381" y="40995"/>
                  </a:lnTo>
                  <a:lnTo>
                    <a:pt x="7873365" y="85915"/>
                  </a:lnTo>
                  <a:lnTo>
                    <a:pt x="7855788" y="133223"/>
                  </a:lnTo>
                  <a:lnTo>
                    <a:pt x="7842859" y="182206"/>
                  </a:lnTo>
                  <a:lnTo>
                    <a:pt x="7832839" y="232117"/>
                  </a:lnTo>
                  <a:lnTo>
                    <a:pt x="7826718" y="277139"/>
                  </a:lnTo>
                  <a:lnTo>
                    <a:pt x="7822133" y="332943"/>
                  </a:lnTo>
                  <a:lnTo>
                    <a:pt x="7818945" y="394817"/>
                  </a:lnTo>
                  <a:lnTo>
                    <a:pt x="7817015" y="458038"/>
                  </a:lnTo>
                  <a:lnTo>
                    <a:pt x="7816189" y="517918"/>
                  </a:lnTo>
                  <a:lnTo>
                    <a:pt x="7816304" y="569734"/>
                  </a:lnTo>
                  <a:lnTo>
                    <a:pt x="7817218" y="608774"/>
                  </a:lnTo>
                  <a:lnTo>
                    <a:pt x="7834236" y="643712"/>
                  </a:lnTo>
                  <a:lnTo>
                    <a:pt x="7842390" y="642467"/>
                  </a:lnTo>
                  <a:lnTo>
                    <a:pt x="7869974" y="590270"/>
                  </a:lnTo>
                  <a:lnTo>
                    <a:pt x="7886636" y="546188"/>
                  </a:lnTo>
                  <a:lnTo>
                    <a:pt x="7901826" y="501599"/>
                  </a:lnTo>
                  <a:lnTo>
                    <a:pt x="7915821" y="456603"/>
                  </a:lnTo>
                  <a:lnTo>
                    <a:pt x="7928940" y="411289"/>
                  </a:lnTo>
                  <a:lnTo>
                    <a:pt x="7941462" y="365760"/>
                  </a:lnTo>
                  <a:lnTo>
                    <a:pt x="7953692" y="320128"/>
                  </a:lnTo>
                  <a:lnTo>
                    <a:pt x="7965414" y="273951"/>
                  </a:lnTo>
                  <a:lnTo>
                    <a:pt x="7975638" y="227545"/>
                  </a:lnTo>
                  <a:lnTo>
                    <a:pt x="7983855" y="180822"/>
                  </a:lnTo>
                  <a:lnTo>
                    <a:pt x="7989557" y="133705"/>
                  </a:lnTo>
                  <a:lnTo>
                    <a:pt x="7992237" y="86093"/>
                  </a:lnTo>
                  <a:close/>
                </a:path>
                <a:path w="8729345" h="3792854">
                  <a:moveTo>
                    <a:pt x="8389747" y="244716"/>
                  </a:moveTo>
                  <a:lnTo>
                    <a:pt x="8383016" y="204622"/>
                  </a:lnTo>
                  <a:lnTo>
                    <a:pt x="8350059" y="176657"/>
                  </a:lnTo>
                  <a:lnTo>
                    <a:pt x="8331352" y="175348"/>
                  </a:lnTo>
                  <a:lnTo>
                    <a:pt x="8315325" y="182880"/>
                  </a:lnTo>
                  <a:lnTo>
                    <a:pt x="8260131" y="223253"/>
                  </a:lnTo>
                  <a:lnTo>
                    <a:pt x="8229193" y="256057"/>
                  </a:lnTo>
                  <a:lnTo>
                    <a:pt x="8201812" y="291985"/>
                  </a:lnTo>
                  <a:lnTo>
                    <a:pt x="8177301" y="330276"/>
                  </a:lnTo>
                  <a:lnTo>
                    <a:pt x="8126946" y="415556"/>
                  </a:lnTo>
                  <a:lnTo>
                    <a:pt x="8052079" y="543890"/>
                  </a:lnTo>
                  <a:lnTo>
                    <a:pt x="7949654" y="721156"/>
                  </a:lnTo>
                  <a:lnTo>
                    <a:pt x="7950352" y="733945"/>
                  </a:lnTo>
                  <a:lnTo>
                    <a:pt x="7958442" y="742289"/>
                  </a:lnTo>
                  <a:lnTo>
                    <a:pt x="7971574" y="743102"/>
                  </a:lnTo>
                  <a:lnTo>
                    <a:pt x="8000035" y="721982"/>
                  </a:lnTo>
                  <a:lnTo>
                    <a:pt x="8046301" y="685888"/>
                  </a:lnTo>
                  <a:lnTo>
                    <a:pt x="8104848" y="632523"/>
                  </a:lnTo>
                  <a:lnTo>
                    <a:pt x="8140700" y="597814"/>
                  </a:lnTo>
                  <a:lnTo>
                    <a:pt x="8175765" y="562356"/>
                  </a:lnTo>
                  <a:lnTo>
                    <a:pt x="8209915" y="526034"/>
                  </a:lnTo>
                  <a:lnTo>
                    <a:pt x="8242998" y="488708"/>
                  </a:lnTo>
                  <a:lnTo>
                    <a:pt x="8274875" y="450291"/>
                  </a:lnTo>
                  <a:lnTo>
                    <a:pt x="8305419" y="410629"/>
                  </a:lnTo>
                  <a:lnTo>
                    <a:pt x="8334476" y="369620"/>
                  </a:lnTo>
                  <a:lnTo>
                    <a:pt x="8359241" y="327748"/>
                  </a:lnTo>
                  <a:lnTo>
                    <a:pt x="8380235" y="283616"/>
                  </a:lnTo>
                  <a:lnTo>
                    <a:pt x="8389747" y="244716"/>
                  </a:lnTo>
                  <a:close/>
                </a:path>
                <a:path w="8729345" h="3792854">
                  <a:moveTo>
                    <a:pt x="8728735" y="686498"/>
                  </a:moveTo>
                  <a:lnTo>
                    <a:pt x="8727834" y="659587"/>
                  </a:lnTo>
                  <a:lnTo>
                    <a:pt x="8711400" y="638568"/>
                  </a:lnTo>
                  <a:lnTo>
                    <a:pt x="8680488" y="626554"/>
                  </a:lnTo>
                  <a:lnTo>
                    <a:pt x="8647722" y="623760"/>
                  </a:lnTo>
                  <a:lnTo>
                    <a:pt x="8615350" y="625881"/>
                  </a:lnTo>
                  <a:lnTo>
                    <a:pt x="8551875" y="640105"/>
                  </a:lnTo>
                  <a:lnTo>
                    <a:pt x="8502371" y="655345"/>
                  </a:lnTo>
                  <a:lnTo>
                    <a:pt x="8453298" y="671664"/>
                  </a:lnTo>
                  <a:lnTo>
                    <a:pt x="8404657" y="689038"/>
                  </a:lnTo>
                  <a:lnTo>
                    <a:pt x="8356435" y="707478"/>
                  </a:lnTo>
                  <a:lnTo>
                    <a:pt x="8308645" y="726986"/>
                  </a:lnTo>
                  <a:lnTo>
                    <a:pt x="8261286" y="747547"/>
                  </a:lnTo>
                  <a:lnTo>
                    <a:pt x="8214360" y="769188"/>
                  </a:lnTo>
                  <a:lnTo>
                    <a:pt x="8167865" y="791883"/>
                  </a:lnTo>
                  <a:lnTo>
                    <a:pt x="8121802" y="815644"/>
                  </a:lnTo>
                  <a:lnTo>
                    <a:pt x="8076171" y="840473"/>
                  </a:lnTo>
                  <a:lnTo>
                    <a:pt x="8056905" y="862050"/>
                  </a:lnTo>
                  <a:lnTo>
                    <a:pt x="8057845" y="873137"/>
                  </a:lnTo>
                  <a:lnTo>
                    <a:pt x="8062785" y="882929"/>
                  </a:lnTo>
                  <a:lnTo>
                    <a:pt x="8070266" y="888885"/>
                  </a:lnTo>
                  <a:lnTo>
                    <a:pt x="8079600" y="891768"/>
                  </a:lnTo>
                  <a:lnTo>
                    <a:pt x="8090116" y="892352"/>
                  </a:lnTo>
                  <a:lnTo>
                    <a:pt x="8128940" y="890447"/>
                  </a:lnTo>
                  <a:lnTo>
                    <a:pt x="8177758" y="884491"/>
                  </a:lnTo>
                  <a:lnTo>
                    <a:pt x="8226438" y="877900"/>
                  </a:lnTo>
                  <a:lnTo>
                    <a:pt x="8274952" y="870521"/>
                  </a:lnTo>
                  <a:lnTo>
                    <a:pt x="8323288" y="862241"/>
                  </a:lnTo>
                  <a:lnTo>
                    <a:pt x="8371395" y="852893"/>
                  </a:lnTo>
                  <a:lnTo>
                    <a:pt x="8419274" y="842378"/>
                  </a:lnTo>
                  <a:lnTo>
                    <a:pt x="8466887" y="830529"/>
                  </a:lnTo>
                  <a:lnTo>
                    <a:pt x="8514220" y="817232"/>
                  </a:lnTo>
                  <a:lnTo>
                    <a:pt x="8561222" y="802335"/>
                  </a:lnTo>
                  <a:lnTo>
                    <a:pt x="8599589" y="788720"/>
                  </a:lnTo>
                  <a:lnTo>
                    <a:pt x="8636762" y="772680"/>
                  </a:lnTo>
                  <a:lnTo>
                    <a:pt x="8671763" y="752424"/>
                  </a:lnTo>
                  <a:lnTo>
                    <a:pt x="8703666" y="726147"/>
                  </a:lnTo>
                  <a:lnTo>
                    <a:pt x="8728735" y="686498"/>
                  </a:lnTo>
                  <a:close/>
                </a:path>
              </a:pathLst>
            </a:custGeom>
            <a:solidFill>
              <a:srgbClr val="8121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410155" y="1774010"/>
              <a:ext cx="6673850" cy="2037714"/>
            </a:xfrm>
            <a:custGeom>
              <a:avLst/>
              <a:gdLst/>
              <a:ahLst/>
              <a:cxnLst/>
              <a:rect l="l" t="t" r="r" b="b"/>
              <a:pathLst>
                <a:path w="6673850" h="2037714">
                  <a:moveTo>
                    <a:pt x="6673493" y="0"/>
                  </a:moveTo>
                  <a:lnTo>
                    <a:pt x="0" y="637980"/>
                  </a:lnTo>
                  <a:lnTo>
                    <a:pt x="495545" y="1765150"/>
                  </a:lnTo>
                  <a:lnTo>
                    <a:pt x="4401185" y="2037393"/>
                  </a:lnTo>
                  <a:lnTo>
                    <a:pt x="6380182" y="1157839"/>
                  </a:lnTo>
                  <a:lnTo>
                    <a:pt x="6600071" y="791358"/>
                  </a:lnTo>
                  <a:lnTo>
                    <a:pt x="6673493" y="0"/>
                  </a:lnTo>
                  <a:close/>
                </a:path>
              </a:pathLst>
            </a:custGeom>
            <a:solidFill>
              <a:srgbClr val="8121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8908" y="1558243"/>
              <a:ext cx="7540242" cy="287640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740213" y="731462"/>
              <a:ext cx="2525395" cy="518795"/>
            </a:xfrm>
            <a:custGeom>
              <a:avLst/>
              <a:gdLst/>
              <a:ahLst/>
              <a:cxnLst/>
              <a:rect l="l" t="t" r="r" b="b"/>
              <a:pathLst>
                <a:path w="2525395" h="518794">
                  <a:moveTo>
                    <a:pt x="292138" y="405206"/>
                  </a:moveTo>
                  <a:lnTo>
                    <a:pt x="285737" y="388086"/>
                  </a:lnTo>
                  <a:lnTo>
                    <a:pt x="278155" y="361670"/>
                  </a:lnTo>
                  <a:lnTo>
                    <a:pt x="269760" y="329869"/>
                  </a:lnTo>
                  <a:lnTo>
                    <a:pt x="260896" y="296633"/>
                  </a:lnTo>
                  <a:lnTo>
                    <a:pt x="242824" y="254177"/>
                  </a:lnTo>
                  <a:lnTo>
                    <a:pt x="209156" y="225018"/>
                  </a:lnTo>
                  <a:lnTo>
                    <a:pt x="209156" y="223189"/>
                  </a:lnTo>
                  <a:lnTo>
                    <a:pt x="254215" y="191249"/>
                  </a:lnTo>
                  <a:lnTo>
                    <a:pt x="277520" y="128663"/>
                  </a:lnTo>
                  <a:lnTo>
                    <a:pt x="275170" y="103708"/>
                  </a:lnTo>
                  <a:lnTo>
                    <a:pt x="268490" y="82613"/>
                  </a:lnTo>
                  <a:lnTo>
                    <a:pt x="268414" y="82372"/>
                  </a:lnTo>
                  <a:lnTo>
                    <a:pt x="241681" y="48031"/>
                  </a:lnTo>
                  <a:lnTo>
                    <a:pt x="190474" y="24726"/>
                  </a:lnTo>
                  <a:lnTo>
                    <a:pt x="190474" y="135813"/>
                  </a:lnTo>
                  <a:lnTo>
                    <a:pt x="185737" y="158584"/>
                  </a:lnTo>
                  <a:lnTo>
                    <a:pt x="172046" y="176072"/>
                  </a:lnTo>
                  <a:lnTo>
                    <a:pt x="150215" y="187286"/>
                  </a:lnTo>
                  <a:lnTo>
                    <a:pt x="121043" y="191249"/>
                  </a:lnTo>
                  <a:lnTo>
                    <a:pt x="86753" y="191249"/>
                  </a:lnTo>
                  <a:lnTo>
                    <a:pt x="86753" y="85293"/>
                  </a:lnTo>
                  <a:lnTo>
                    <a:pt x="92570" y="84175"/>
                  </a:lnTo>
                  <a:lnTo>
                    <a:pt x="100926" y="83248"/>
                  </a:lnTo>
                  <a:lnTo>
                    <a:pt x="112039" y="82613"/>
                  </a:lnTo>
                  <a:lnTo>
                    <a:pt x="126174" y="82372"/>
                  </a:lnTo>
                  <a:lnTo>
                    <a:pt x="153098" y="85864"/>
                  </a:lnTo>
                  <a:lnTo>
                    <a:pt x="173329" y="95973"/>
                  </a:lnTo>
                  <a:lnTo>
                    <a:pt x="186055" y="112649"/>
                  </a:lnTo>
                  <a:lnTo>
                    <a:pt x="190474" y="135813"/>
                  </a:lnTo>
                  <a:lnTo>
                    <a:pt x="190474" y="24726"/>
                  </a:lnTo>
                  <a:lnTo>
                    <a:pt x="190195" y="24625"/>
                  </a:lnTo>
                  <a:lnTo>
                    <a:pt x="156286" y="19253"/>
                  </a:lnTo>
                  <a:lnTo>
                    <a:pt x="116357" y="17564"/>
                  </a:lnTo>
                  <a:lnTo>
                    <a:pt x="82486" y="18186"/>
                  </a:lnTo>
                  <a:lnTo>
                    <a:pt x="51257" y="19926"/>
                  </a:lnTo>
                  <a:lnTo>
                    <a:pt x="23482" y="22542"/>
                  </a:lnTo>
                  <a:lnTo>
                    <a:pt x="0" y="25819"/>
                  </a:lnTo>
                  <a:lnTo>
                    <a:pt x="0" y="405206"/>
                  </a:lnTo>
                  <a:lnTo>
                    <a:pt x="86753" y="405206"/>
                  </a:lnTo>
                  <a:lnTo>
                    <a:pt x="86753" y="254177"/>
                  </a:lnTo>
                  <a:lnTo>
                    <a:pt x="112788" y="254177"/>
                  </a:lnTo>
                  <a:lnTo>
                    <a:pt x="153797" y="267004"/>
                  </a:lnTo>
                  <a:lnTo>
                    <a:pt x="175869" y="315544"/>
                  </a:lnTo>
                  <a:lnTo>
                    <a:pt x="183845" y="348081"/>
                  </a:lnTo>
                  <a:lnTo>
                    <a:pt x="191084" y="374065"/>
                  </a:lnTo>
                  <a:lnTo>
                    <a:pt x="197383" y="393204"/>
                  </a:lnTo>
                  <a:lnTo>
                    <a:pt x="202514" y="405206"/>
                  </a:lnTo>
                  <a:lnTo>
                    <a:pt x="292138" y="405206"/>
                  </a:lnTo>
                  <a:close/>
                </a:path>
                <a:path w="2525395" h="518794">
                  <a:moveTo>
                    <a:pt x="590232" y="262750"/>
                  </a:moveTo>
                  <a:lnTo>
                    <a:pt x="583590" y="215480"/>
                  </a:lnTo>
                  <a:lnTo>
                    <a:pt x="564591" y="175920"/>
                  </a:lnTo>
                  <a:lnTo>
                    <a:pt x="534631" y="145719"/>
                  </a:lnTo>
                  <a:lnTo>
                    <a:pt x="500126" y="128905"/>
                  </a:lnTo>
                  <a:lnTo>
                    <a:pt x="500126" y="265163"/>
                  </a:lnTo>
                  <a:lnTo>
                    <a:pt x="496303" y="298818"/>
                  </a:lnTo>
                  <a:lnTo>
                    <a:pt x="496227" y="299593"/>
                  </a:lnTo>
                  <a:lnTo>
                    <a:pt x="485076" y="326199"/>
                  </a:lnTo>
                  <a:lnTo>
                    <a:pt x="467537" y="343369"/>
                  </a:lnTo>
                  <a:lnTo>
                    <a:pt x="444461" y="349453"/>
                  </a:lnTo>
                  <a:lnTo>
                    <a:pt x="419760" y="343052"/>
                  </a:lnTo>
                  <a:lnTo>
                    <a:pt x="401726" y="325412"/>
                  </a:lnTo>
                  <a:lnTo>
                    <a:pt x="390677" y="298818"/>
                  </a:lnTo>
                  <a:lnTo>
                    <a:pt x="386930" y="265607"/>
                  </a:lnTo>
                  <a:lnTo>
                    <a:pt x="390067" y="235013"/>
                  </a:lnTo>
                  <a:lnTo>
                    <a:pt x="400100" y="208089"/>
                  </a:lnTo>
                  <a:lnTo>
                    <a:pt x="417944" y="188925"/>
                  </a:lnTo>
                  <a:lnTo>
                    <a:pt x="444538" y="181622"/>
                  </a:lnTo>
                  <a:lnTo>
                    <a:pt x="469963" y="188925"/>
                  </a:lnTo>
                  <a:lnTo>
                    <a:pt x="487184" y="207937"/>
                  </a:lnTo>
                  <a:lnTo>
                    <a:pt x="497014" y="234721"/>
                  </a:lnTo>
                  <a:lnTo>
                    <a:pt x="500126" y="265163"/>
                  </a:lnTo>
                  <a:lnTo>
                    <a:pt x="500126" y="128905"/>
                  </a:lnTo>
                  <a:lnTo>
                    <a:pt x="494969" y="126390"/>
                  </a:lnTo>
                  <a:lnTo>
                    <a:pt x="447065" y="119595"/>
                  </a:lnTo>
                  <a:lnTo>
                    <a:pt x="396316" y="126390"/>
                  </a:lnTo>
                  <a:lnTo>
                    <a:pt x="396621" y="126390"/>
                  </a:lnTo>
                  <a:lnTo>
                    <a:pt x="355130" y="145719"/>
                  </a:lnTo>
                  <a:lnTo>
                    <a:pt x="323684" y="176542"/>
                  </a:lnTo>
                  <a:lnTo>
                    <a:pt x="303771" y="217563"/>
                  </a:lnTo>
                  <a:lnTo>
                    <a:pt x="296824" y="267563"/>
                  </a:lnTo>
                  <a:lnTo>
                    <a:pt x="304076" y="317169"/>
                  </a:lnTo>
                  <a:lnTo>
                    <a:pt x="324370" y="357187"/>
                  </a:lnTo>
                  <a:lnTo>
                    <a:pt x="355574" y="386803"/>
                  </a:lnTo>
                  <a:lnTo>
                    <a:pt x="395516" y="405180"/>
                  </a:lnTo>
                  <a:lnTo>
                    <a:pt x="442036" y="411492"/>
                  </a:lnTo>
                  <a:lnTo>
                    <a:pt x="486397" y="405815"/>
                  </a:lnTo>
                  <a:lnTo>
                    <a:pt x="526770" y="388531"/>
                  </a:lnTo>
                  <a:lnTo>
                    <a:pt x="559777" y="359206"/>
                  </a:lnTo>
                  <a:lnTo>
                    <a:pt x="564972" y="349453"/>
                  </a:lnTo>
                  <a:lnTo>
                    <a:pt x="582053" y="317411"/>
                  </a:lnTo>
                  <a:lnTo>
                    <a:pt x="590232" y="262750"/>
                  </a:lnTo>
                  <a:close/>
                </a:path>
                <a:path w="2525395" h="518794">
                  <a:moveTo>
                    <a:pt x="907884" y="261861"/>
                  </a:moveTo>
                  <a:lnTo>
                    <a:pt x="898283" y="202031"/>
                  </a:lnTo>
                  <a:lnTo>
                    <a:pt x="889965" y="187591"/>
                  </a:lnTo>
                  <a:lnTo>
                    <a:pt x="876947" y="164973"/>
                  </a:lnTo>
                  <a:lnTo>
                    <a:pt x="872540" y="157302"/>
                  </a:lnTo>
                  <a:lnTo>
                    <a:pt x="835253" y="129286"/>
                  </a:lnTo>
                  <a:lnTo>
                    <a:pt x="819137" y="125755"/>
                  </a:lnTo>
                  <a:lnTo>
                    <a:pt x="819137" y="265938"/>
                  </a:lnTo>
                  <a:lnTo>
                    <a:pt x="815022" y="298284"/>
                  </a:lnTo>
                  <a:lnTo>
                    <a:pt x="803135" y="323215"/>
                  </a:lnTo>
                  <a:lnTo>
                    <a:pt x="784161" y="339267"/>
                  </a:lnTo>
                  <a:lnTo>
                    <a:pt x="758812" y="344944"/>
                  </a:lnTo>
                  <a:lnTo>
                    <a:pt x="740968" y="341782"/>
                  </a:lnTo>
                  <a:lnTo>
                    <a:pt x="707720" y="303758"/>
                  </a:lnTo>
                  <a:lnTo>
                    <a:pt x="705954" y="292150"/>
                  </a:lnTo>
                  <a:lnTo>
                    <a:pt x="705954" y="241744"/>
                  </a:lnTo>
                  <a:lnTo>
                    <a:pt x="726782" y="200037"/>
                  </a:lnTo>
                  <a:lnTo>
                    <a:pt x="760209" y="187591"/>
                  </a:lnTo>
                  <a:lnTo>
                    <a:pt x="785837" y="193586"/>
                  </a:lnTo>
                  <a:lnTo>
                    <a:pt x="804265" y="210108"/>
                  </a:lnTo>
                  <a:lnTo>
                    <a:pt x="815403" y="234950"/>
                  </a:lnTo>
                  <a:lnTo>
                    <a:pt x="819137" y="265938"/>
                  </a:lnTo>
                  <a:lnTo>
                    <a:pt x="819137" y="125755"/>
                  </a:lnTo>
                  <a:lnTo>
                    <a:pt x="791044" y="119595"/>
                  </a:lnTo>
                  <a:lnTo>
                    <a:pt x="762127" y="122529"/>
                  </a:lnTo>
                  <a:lnTo>
                    <a:pt x="736739" y="131216"/>
                  </a:lnTo>
                  <a:lnTo>
                    <a:pt x="715086" y="145440"/>
                  </a:lnTo>
                  <a:lnTo>
                    <a:pt x="697407" y="164973"/>
                  </a:lnTo>
                  <a:lnTo>
                    <a:pt x="696239" y="164973"/>
                  </a:lnTo>
                  <a:lnTo>
                    <a:pt x="692200" y="125869"/>
                  </a:lnTo>
                  <a:lnTo>
                    <a:pt x="616229" y="125869"/>
                  </a:lnTo>
                  <a:lnTo>
                    <a:pt x="617042" y="145440"/>
                  </a:lnTo>
                  <a:lnTo>
                    <a:pt x="617689" y="164973"/>
                  </a:lnTo>
                  <a:lnTo>
                    <a:pt x="617816" y="168859"/>
                  </a:lnTo>
                  <a:lnTo>
                    <a:pt x="618197" y="187591"/>
                  </a:lnTo>
                  <a:lnTo>
                    <a:pt x="618274" y="190893"/>
                  </a:lnTo>
                  <a:lnTo>
                    <a:pt x="618375" y="202031"/>
                  </a:lnTo>
                  <a:lnTo>
                    <a:pt x="618502" y="518210"/>
                  </a:lnTo>
                  <a:lnTo>
                    <a:pt x="705954" y="518210"/>
                  </a:lnTo>
                  <a:lnTo>
                    <a:pt x="705954" y="379628"/>
                  </a:lnTo>
                  <a:lnTo>
                    <a:pt x="707097" y="379628"/>
                  </a:lnTo>
                  <a:lnTo>
                    <a:pt x="719010" y="392379"/>
                  </a:lnTo>
                  <a:lnTo>
                    <a:pt x="735609" y="402475"/>
                  </a:lnTo>
                  <a:lnTo>
                    <a:pt x="756183" y="409105"/>
                  </a:lnTo>
                  <a:lnTo>
                    <a:pt x="779983" y="411492"/>
                  </a:lnTo>
                  <a:lnTo>
                    <a:pt x="817321" y="405701"/>
                  </a:lnTo>
                  <a:lnTo>
                    <a:pt x="852043" y="388150"/>
                  </a:lnTo>
                  <a:lnTo>
                    <a:pt x="860336" y="379628"/>
                  </a:lnTo>
                  <a:lnTo>
                    <a:pt x="880884" y="358533"/>
                  </a:lnTo>
                  <a:lnTo>
                    <a:pt x="887260" y="344944"/>
                  </a:lnTo>
                  <a:lnTo>
                    <a:pt x="900582" y="316534"/>
                  </a:lnTo>
                  <a:lnTo>
                    <a:pt x="907884" y="261861"/>
                  </a:lnTo>
                  <a:close/>
                </a:path>
                <a:path w="2525395" h="518794">
                  <a:moveTo>
                    <a:pt x="1175004" y="405206"/>
                  </a:moveTo>
                  <a:lnTo>
                    <a:pt x="1173086" y="392150"/>
                  </a:lnTo>
                  <a:lnTo>
                    <a:pt x="1173022" y="391769"/>
                  </a:lnTo>
                  <a:lnTo>
                    <a:pt x="1171803" y="377456"/>
                  </a:lnTo>
                  <a:lnTo>
                    <a:pt x="1170533" y="273113"/>
                  </a:lnTo>
                  <a:lnTo>
                    <a:pt x="1170533" y="240157"/>
                  </a:lnTo>
                  <a:lnTo>
                    <a:pt x="1164450" y="193649"/>
                  </a:lnTo>
                  <a:lnTo>
                    <a:pt x="1156843" y="179349"/>
                  </a:lnTo>
                  <a:lnTo>
                    <a:pt x="1144028" y="155270"/>
                  </a:lnTo>
                  <a:lnTo>
                    <a:pt x="1106055" y="129209"/>
                  </a:lnTo>
                  <a:lnTo>
                    <a:pt x="1085697" y="125882"/>
                  </a:lnTo>
                  <a:lnTo>
                    <a:pt x="1085697" y="273113"/>
                  </a:lnTo>
                  <a:lnTo>
                    <a:pt x="1085697" y="308584"/>
                  </a:lnTo>
                  <a:lnTo>
                    <a:pt x="1054125" y="348068"/>
                  </a:lnTo>
                  <a:lnTo>
                    <a:pt x="1038847" y="350570"/>
                  </a:lnTo>
                  <a:lnTo>
                    <a:pt x="1025029" y="348513"/>
                  </a:lnTo>
                  <a:lnTo>
                    <a:pt x="1014044" y="342290"/>
                  </a:lnTo>
                  <a:lnTo>
                    <a:pt x="1006767" y="331851"/>
                  </a:lnTo>
                  <a:lnTo>
                    <a:pt x="1004150" y="317119"/>
                  </a:lnTo>
                  <a:lnTo>
                    <a:pt x="1010424" y="296176"/>
                  </a:lnTo>
                  <a:lnTo>
                    <a:pt x="1027671" y="282549"/>
                  </a:lnTo>
                  <a:lnTo>
                    <a:pt x="1053553" y="275209"/>
                  </a:lnTo>
                  <a:lnTo>
                    <a:pt x="1085697" y="273113"/>
                  </a:lnTo>
                  <a:lnTo>
                    <a:pt x="1085697" y="125882"/>
                  </a:lnTo>
                  <a:lnTo>
                    <a:pt x="1047305" y="119595"/>
                  </a:lnTo>
                  <a:lnTo>
                    <a:pt x="1011301" y="121932"/>
                  </a:lnTo>
                  <a:lnTo>
                    <a:pt x="980732" y="127939"/>
                  </a:lnTo>
                  <a:lnTo>
                    <a:pt x="956119" y="136017"/>
                  </a:lnTo>
                  <a:lnTo>
                    <a:pt x="938009" y="144627"/>
                  </a:lnTo>
                  <a:lnTo>
                    <a:pt x="954100" y="200202"/>
                  </a:lnTo>
                  <a:lnTo>
                    <a:pt x="970076" y="192239"/>
                  </a:lnTo>
                  <a:lnTo>
                    <a:pt x="989126" y="185597"/>
                  </a:lnTo>
                  <a:lnTo>
                    <a:pt x="1010031" y="181038"/>
                  </a:lnTo>
                  <a:lnTo>
                    <a:pt x="1031595" y="179349"/>
                  </a:lnTo>
                  <a:lnTo>
                    <a:pt x="1057986" y="182841"/>
                  </a:lnTo>
                  <a:lnTo>
                    <a:pt x="1073645" y="191731"/>
                  </a:lnTo>
                  <a:lnTo>
                    <a:pt x="1081163" y="203428"/>
                  </a:lnTo>
                  <a:lnTo>
                    <a:pt x="1083094" y="215315"/>
                  </a:lnTo>
                  <a:lnTo>
                    <a:pt x="1083094" y="218884"/>
                  </a:lnTo>
                  <a:lnTo>
                    <a:pt x="1027722" y="222999"/>
                  </a:lnTo>
                  <a:lnTo>
                    <a:pt x="982027" y="235585"/>
                  </a:lnTo>
                  <a:lnTo>
                    <a:pt x="947496" y="256844"/>
                  </a:lnTo>
                  <a:lnTo>
                    <a:pt x="925677" y="286931"/>
                  </a:lnTo>
                  <a:lnTo>
                    <a:pt x="918057" y="326021"/>
                  </a:lnTo>
                  <a:lnTo>
                    <a:pt x="924217" y="358203"/>
                  </a:lnTo>
                  <a:lnTo>
                    <a:pt x="942047" y="385483"/>
                  </a:lnTo>
                  <a:lnTo>
                    <a:pt x="970610" y="404406"/>
                  </a:lnTo>
                  <a:lnTo>
                    <a:pt x="1008976" y="411492"/>
                  </a:lnTo>
                  <a:lnTo>
                    <a:pt x="1032979" y="409295"/>
                  </a:lnTo>
                  <a:lnTo>
                    <a:pt x="1054722" y="402805"/>
                  </a:lnTo>
                  <a:lnTo>
                    <a:pt x="1073670" y="392150"/>
                  </a:lnTo>
                  <a:lnTo>
                    <a:pt x="1089279" y="377456"/>
                  </a:lnTo>
                  <a:lnTo>
                    <a:pt x="1091145" y="377456"/>
                  </a:lnTo>
                  <a:lnTo>
                    <a:pt x="1096302" y="405206"/>
                  </a:lnTo>
                  <a:lnTo>
                    <a:pt x="1175004" y="405206"/>
                  </a:lnTo>
                  <a:close/>
                </a:path>
                <a:path w="2525395" h="518794">
                  <a:moveTo>
                    <a:pt x="1595882" y="31623"/>
                  </a:moveTo>
                  <a:lnTo>
                    <a:pt x="1580972" y="25476"/>
                  </a:lnTo>
                  <a:lnTo>
                    <a:pt x="1559585" y="19989"/>
                  </a:lnTo>
                  <a:lnTo>
                    <a:pt x="1532509" y="16052"/>
                  </a:lnTo>
                  <a:lnTo>
                    <a:pt x="1500555" y="14554"/>
                  </a:lnTo>
                  <a:lnTo>
                    <a:pt x="1452029" y="18961"/>
                  </a:lnTo>
                  <a:lnTo>
                    <a:pt x="1407490" y="32004"/>
                  </a:lnTo>
                  <a:lnTo>
                    <a:pt x="1368221" y="53454"/>
                  </a:lnTo>
                  <a:lnTo>
                    <a:pt x="1335468" y="83058"/>
                  </a:lnTo>
                  <a:lnTo>
                    <a:pt x="1310513" y="120561"/>
                  </a:lnTo>
                  <a:lnTo>
                    <a:pt x="1294612" y="165722"/>
                  </a:lnTo>
                  <a:lnTo>
                    <a:pt x="1289024" y="218300"/>
                  </a:lnTo>
                  <a:lnTo>
                    <a:pt x="1293253" y="263525"/>
                  </a:lnTo>
                  <a:lnTo>
                    <a:pt x="1305864" y="304507"/>
                  </a:lnTo>
                  <a:lnTo>
                    <a:pt x="1326794" y="340258"/>
                  </a:lnTo>
                  <a:lnTo>
                    <a:pt x="1355966" y="369811"/>
                  </a:lnTo>
                  <a:lnTo>
                    <a:pt x="1393317" y="392137"/>
                  </a:lnTo>
                  <a:lnTo>
                    <a:pt x="1438757" y="406273"/>
                  </a:lnTo>
                  <a:lnTo>
                    <a:pt x="1492237" y="411200"/>
                  </a:lnTo>
                  <a:lnTo>
                    <a:pt x="1525168" y="409689"/>
                  </a:lnTo>
                  <a:lnTo>
                    <a:pt x="1575701" y="400456"/>
                  </a:lnTo>
                  <a:lnTo>
                    <a:pt x="1578178" y="326390"/>
                  </a:lnTo>
                  <a:lnTo>
                    <a:pt x="1563179" y="331368"/>
                  </a:lnTo>
                  <a:lnTo>
                    <a:pt x="1545120" y="335305"/>
                  </a:lnTo>
                  <a:lnTo>
                    <a:pt x="1525282" y="337896"/>
                  </a:lnTo>
                  <a:lnTo>
                    <a:pt x="1504975" y="338823"/>
                  </a:lnTo>
                  <a:lnTo>
                    <a:pt x="1452740" y="330047"/>
                  </a:lnTo>
                  <a:lnTo>
                    <a:pt x="1413865" y="304965"/>
                  </a:lnTo>
                  <a:lnTo>
                    <a:pt x="1389608" y="265417"/>
                  </a:lnTo>
                  <a:lnTo>
                    <a:pt x="1381239" y="213258"/>
                  </a:lnTo>
                  <a:lnTo>
                    <a:pt x="1390777" y="157302"/>
                  </a:lnTo>
                  <a:lnTo>
                    <a:pt x="1416939" y="117538"/>
                  </a:lnTo>
                  <a:lnTo>
                    <a:pt x="1456067" y="93814"/>
                  </a:lnTo>
                  <a:lnTo>
                    <a:pt x="1504467" y="85940"/>
                  </a:lnTo>
                  <a:lnTo>
                    <a:pt x="1526705" y="87134"/>
                  </a:lnTo>
                  <a:lnTo>
                    <a:pt x="1546440" y="90322"/>
                  </a:lnTo>
                  <a:lnTo>
                    <a:pt x="1563585" y="94932"/>
                  </a:lnTo>
                  <a:lnTo>
                    <a:pt x="1578025" y="100380"/>
                  </a:lnTo>
                  <a:lnTo>
                    <a:pt x="1595882" y="31623"/>
                  </a:lnTo>
                  <a:close/>
                </a:path>
                <a:path w="2525395" h="518794">
                  <a:moveTo>
                    <a:pt x="1886483" y="262750"/>
                  </a:moveTo>
                  <a:lnTo>
                    <a:pt x="1879841" y="215480"/>
                  </a:lnTo>
                  <a:lnTo>
                    <a:pt x="1863585" y="181622"/>
                  </a:lnTo>
                  <a:lnTo>
                    <a:pt x="1860854" y="175920"/>
                  </a:lnTo>
                  <a:lnTo>
                    <a:pt x="1830882" y="145719"/>
                  </a:lnTo>
                  <a:lnTo>
                    <a:pt x="1796376" y="128905"/>
                  </a:lnTo>
                  <a:lnTo>
                    <a:pt x="1796376" y="265163"/>
                  </a:lnTo>
                  <a:lnTo>
                    <a:pt x="1792566" y="298818"/>
                  </a:lnTo>
                  <a:lnTo>
                    <a:pt x="1792478" y="299593"/>
                  </a:lnTo>
                  <a:lnTo>
                    <a:pt x="1781327" y="326199"/>
                  </a:lnTo>
                  <a:lnTo>
                    <a:pt x="1763788" y="343369"/>
                  </a:lnTo>
                  <a:lnTo>
                    <a:pt x="1740712" y="349453"/>
                  </a:lnTo>
                  <a:lnTo>
                    <a:pt x="1716011" y="343052"/>
                  </a:lnTo>
                  <a:lnTo>
                    <a:pt x="1697977" y="325412"/>
                  </a:lnTo>
                  <a:lnTo>
                    <a:pt x="1686928" y="298818"/>
                  </a:lnTo>
                  <a:lnTo>
                    <a:pt x="1683181" y="265607"/>
                  </a:lnTo>
                  <a:lnTo>
                    <a:pt x="1686318" y="235013"/>
                  </a:lnTo>
                  <a:lnTo>
                    <a:pt x="1696351" y="208089"/>
                  </a:lnTo>
                  <a:lnTo>
                    <a:pt x="1714195" y="188925"/>
                  </a:lnTo>
                  <a:lnTo>
                    <a:pt x="1740789" y="181622"/>
                  </a:lnTo>
                  <a:lnTo>
                    <a:pt x="1766214" y="188925"/>
                  </a:lnTo>
                  <a:lnTo>
                    <a:pt x="1783435" y="207937"/>
                  </a:lnTo>
                  <a:lnTo>
                    <a:pt x="1793265" y="234721"/>
                  </a:lnTo>
                  <a:lnTo>
                    <a:pt x="1796376" y="265163"/>
                  </a:lnTo>
                  <a:lnTo>
                    <a:pt x="1796376" y="128905"/>
                  </a:lnTo>
                  <a:lnTo>
                    <a:pt x="1791220" y="126390"/>
                  </a:lnTo>
                  <a:lnTo>
                    <a:pt x="1743316" y="119595"/>
                  </a:lnTo>
                  <a:lnTo>
                    <a:pt x="1692567" y="126390"/>
                  </a:lnTo>
                  <a:lnTo>
                    <a:pt x="1692871" y="126390"/>
                  </a:lnTo>
                  <a:lnTo>
                    <a:pt x="1651393" y="145719"/>
                  </a:lnTo>
                  <a:lnTo>
                    <a:pt x="1619935" y="176542"/>
                  </a:lnTo>
                  <a:lnTo>
                    <a:pt x="1600034" y="217563"/>
                  </a:lnTo>
                  <a:lnTo>
                    <a:pt x="1593088" y="267563"/>
                  </a:lnTo>
                  <a:lnTo>
                    <a:pt x="1600327" y="317169"/>
                  </a:lnTo>
                  <a:lnTo>
                    <a:pt x="1620634" y="357187"/>
                  </a:lnTo>
                  <a:lnTo>
                    <a:pt x="1651825" y="386803"/>
                  </a:lnTo>
                  <a:lnTo>
                    <a:pt x="1691767" y="405180"/>
                  </a:lnTo>
                  <a:lnTo>
                    <a:pt x="1738287" y="411492"/>
                  </a:lnTo>
                  <a:lnTo>
                    <a:pt x="1782648" y="405815"/>
                  </a:lnTo>
                  <a:lnTo>
                    <a:pt x="1823021" y="388531"/>
                  </a:lnTo>
                  <a:lnTo>
                    <a:pt x="1856028" y="359206"/>
                  </a:lnTo>
                  <a:lnTo>
                    <a:pt x="1861223" y="349453"/>
                  </a:lnTo>
                  <a:lnTo>
                    <a:pt x="1878304" y="317411"/>
                  </a:lnTo>
                  <a:lnTo>
                    <a:pt x="1886483" y="262750"/>
                  </a:lnTo>
                  <a:close/>
                </a:path>
                <a:path w="2525395" h="518794">
                  <a:moveTo>
                    <a:pt x="2002345" y="0"/>
                  </a:moveTo>
                  <a:lnTo>
                    <a:pt x="1914791" y="0"/>
                  </a:lnTo>
                  <a:lnTo>
                    <a:pt x="1914791" y="405193"/>
                  </a:lnTo>
                  <a:lnTo>
                    <a:pt x="2002345" y="405193"/>
                  </a:lnTo>
                  <a:lnTo>
                    <a:pt x="2002345" y="0"/>
                  </a:lnTo>
                  <a:close/>
                </a:path>
                <a:path w="2525395" h="518794">
                  <a:moveTo>
                    <a:pt x="2324316" y="262750"/>
                  </a:moveTo>
                  <a:lnTo>
                    <a:pt x="2317673" y="215480"/>
                  </a:lnTo>
                  <a:lnTo>
                    <a:pt x="2301417" y="181622"/>
                  </a:lnTo>
                  <a:lnTo>
                    <a:pt x="2298687" y="175920"/>
                  </a:lnTo>
                  <a:lnTo>
                    <a:pt x="2268715" y="145719"/>
                  </a:lnTo>
                  <a:lnTo>
                    <a:pt x="2234209" y="128905"/>
                  </a:lnTo>
                  <a:lnTo>
                    <a:pt x="2234209" y="265163"/>
                  </a:lnTo>
                  <a:lnTo>
                    <a:pt x="2230399" y="298818"/>
                  </a:lnTo>
                  <a:lnTo>
                    <a:pt x="2230310" y="299593"/>
                  </a:lnTo>
                  <a:lnTo>
                    <a:pt x="2219160" y="326199"/>
                  </a:lnTo>
                  <a:lnTo>
                    <a:pt x="2201621" y="343369"/>
                  </a:lnTo>
                  <a:lnTo>
                    <a:pt x="2178545" y="349453"/>
                  </a:lnTo>
                  <a:lnTo>
                    <a:pt x="2153843" y="343052"/>
                  </a:lnTo>
                  <a:lnTo>
                    <a:pt x="2135809" y="325412"/>
                  </a:lnTo>
                  <a:lnTo>
                    <a:pt x="2124760" y="298818"/>
                  </a:lnTo>
                  <a:lnTo>
                    <a:pt x="2121014" y="265607"/>
                  </a:lnTo>
                  <a:lnTo>
                    <a:pt x="2124151" y="235013"/>
                  </a:lnTo>
                  <a:lnTo>
                    <a:pt x="2134184" y="208089"/>
                  </a:lnTo>
                  <a:lnTo>
                    <a:pt x="2152040" y="188925"/>
                  </a:lnTo>
                  <a:lnTo>
                    <a:pt x="2178621" y="181622"/>
                  </a:lnTo>
                  <a:lnTo>
                    <a:pt x="2204047" y="188925"/>
                  </a:lnTo>
                  <a:lnTo>
                    <a:pt x="2221268" y="207937"/>
                  </a:lnTo>
                  <a:lnTo>
                    <a:pt x="2231098" y="234721"/>
                  </a:lnTo>
                  <a:lnTo>
                    <a:pt x="2234209" y="265163"/>
                  </a:lnTo>
                  <a:lnTo>
                    <a:pt x="2234209" y="128905"/>
                  </a:lnTo>
                  <a:lnTo>
                    <a:pt x="2229053" y="126390"/>
                  </a:lnTo>
                  <a:lnTo>
                    <a:pt x="2181161" y="119595"/>
                  </a:lnTo>
                  <a:lnTo>
                    <a:pt x="2130399" y="126390"/>
                  </a:lnTo>
                  <a:lnTo>
                    <a:pt x="2130704" y="126390"/>
                  </a:lnTo>
                  <a:lnTo>
                    <a:pt x="2089226" y="145719"/>
                  </a:lnTo>
                  <a:lnTo>
                    <a:pt x="2057768" y="176542"/>
                  </a:lnTo>
                  <a:lnTo>
                    <a:pt x="2037867" y="217563"/>
                  </a:lnTo>
                  <a:lnTo>
                    <a:pt x="2030920" y="267563"/>
                  </a:lnTo>
                  <a:lnTo>
                    <a:pt x="2038159" y="317169"/>
                  </a:lnTo>
                  <a:lnTo>
                    <a:pt x="2058466" y="357187"/>
                  </a:lnTo>
                  <a:lnTo>
                    <a:pt x="2089658" y="386803"/>
                  </a:lnTo>
                  <a:lnTo>
                    <a:pt x="2129599" y="405180"/>
                  </a:lnTo>
                  <a:lnTo>
                    <a:pt x="2176119" y="411492"/>
                  </a:lnTo>
                  <a:lnTo>
                    <a:pt x="2220480" y="405815"/>
                  </a:lnTo>
                  <a:lnTo>
                    <a:pt x="2260854" y="388531"/>
                  </a:lnTo>
                  <a:lnTo>
                    <a:pt x="2293861" y="359206"/>
                  </a:lnTo>
                  <a:lnTo>
                    <a:pt x="2299068" y="349453"/>
                  </a:lnTo>
                  <a:lnTo>
                    <a:pt x="2316137" y="317411"/>
                  </a:lnTo>
                  <a:lnTo>
                    <a:pt x="2324316" y="262750"/>
                  </a:lnTo>
                  <a:close/>
                </a:path>
                <a:path w="2525395" h="518794">
                  <a:moveTo>
                    <a:pt x="2525331" y="121208"/>
                  </a:moveTo>
                  <a:lnTo>
                    <a:pt x="2518829" y="119799"/>
                  </a:lnTo>
                  <a:lnTo>
                    <a:pt x="2514727" y="119583"/>
                  </a:lnTo>
                  <a:lnTo>
                    <a:pt x="2506662" y="119583"/>
                  </a:lnTo>
                  <a:lnTo>
                    <a:pt x="2485339" y="122897"/>
                  </a:lnTo>
                  <a:lnTo>
                    <a:pt x="2463914" y="133248"/>
                  </a:lnTo>
                  <a:lnTo>
                    <a:pt x="2444877" y="151269"/>
                  </a:lnTo>
                  <a:lnTo>
                    <a:pt x="2430767" y="177571"/>
                  </a:lnTo>
                  <a:lnTo>
                    <a:pt x="2428621" y="177571"/>
                  </a:lnTo>
                  <a:lnTo>
                    <a:pt x="2425420" y="125869"/>
                  </a:lnTo>
                  <a:lnTo>
                    <a:pt x="2350300" y="125869"/>
                  </a:lnTo>
                  <a:lnTo>
                    <a:pt x="2351316" y="144640"/>
                  </a:lnTo>
                  <a:lnTo>
                    <a:pt x="2352027" y="165544"/>
                  </a:lnTo>
                  <a:lnTo>
                    <a:pt x="2352459" y="189636"/>
                  </a:lnTo>
                  <a:lnTo>
                    <a:pt x="2352598" y="217944"/>
                  </a:lnTo>
                  <a:lnTo>
                    <a:pt x="2352598" y="405206"/>
                  </a:lnTo>
                  <a:lnTo>
                    <a:pt x="2440152" y="405206"/>
                  </a:lnTo>
                  <a:lnTo>
                    <a:pt x="2440152" y="256832"/>
                  </a:lnTo>
                  <a:lnTo>
                    <a:pt x="2440673" y="250050"/>
                  </a:lnTo>
                  <a:lnTo>
                    <a:pt x="2461895" y="212293"/>
                  </a:lnTo>
                  <a:lnTo>
                    <a:pt x="2501709" y="200444"/>
                  </a:lnTo>
                  <a:lnTo>
                    <a:pt x="2511526" y="200444"/>
                  </a:lnTo>
                  <a:lnTo>
                    <a:pt x="2518575" y="201460"/>
                  </a:lnTo>
                  <a:lnTo>
                    <a:pt x="2525331" y="202882"/>
                  </a:lnTo>
                  <a:lnTo>
                    <a:pt x="2525331" y="1212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19841" y="5808225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026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19841" y="5808225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84112" y="381936"/>
                  </a:moveTo>
                  <a:lnTo>
                    <a:pt x="297917" y="382040"/>
                  </a:lnTo>
                  <a:lnTo>
                    <a:pt x="357397" y="357375"/>
                  </a:lnTo>
                  <a:lnTo>
                    <a:pt x="382134" y="297959"/>
                  </a:lnTo>
                  <a:lnTo>
                    <a:pt x="382239" y="8426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lnTo>
                    <a:pt x="84301" y="0"/>
                  </a:lnTo>
                  <a:lnTo>
                    <a:pt x="51607" y="6616"/>
                  </a:lnTo>
                  <a:lnTo>
                    <a:pt x="24844" y="24665"/>
                  </a:lnTo>
                  <a:lnTo>
                    <a:pt x="6763" y="51402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close/>
                </a:path>
              </a:pathLst>
            </a:custGeom>
            <a:ln w="10470">
              <a:solidFill>
                <a:srgbClr val="8121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19841" y="5808225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84112" y="381936"/>
                  </a:moveTo>
                  <a:lnTo>
                    <a:pt x="297917" y="382040"/>
                  </a:lnTo>
                  <a:lnTo>
                    <a:pt x="357397" y="357375"/>
                  </a:lnTo>
                  <a:lnTo>
                    <a:pt x="382134" y="297959"/>
                  </a:lnTo>
                  <a:lnTo>
                    <a:pt x="382239" y="8426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lnTo>
                    <a:pt x="84301" y="0"/>
                  </a:lnTo>
                  <a:lnTo>
                    <a:pt x="51607" y="6616"/>
                  </a:lnTo>
                  <a:lnTo>
                    <a:pt x="24844" y="24665"/>
                  </a:lnTo>
                  <a:lnTo>
                    <a:pt x="6763" y="51402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close/>
                </a:path>
              </a:pathLst>
            </a:custGeom>
            <a:ln w="83767">
              <a:solidFill>
                <a:srgbClr val="8121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19841" y="5808225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42889" y="649930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026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42889" y="649930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84112" y="381936"/>
                  </a:moveTo>
                  <a:lnTo>
                    <a:pt x="297917" y="382040"/>
                  </a:lnTo>
                  <a:lnTo>
                    <a:pt x="357397" y="357375"/>
                  </a:lnTo>
                  <a:lnTo>
                    <a:pt x="382134" y="297959"/>
                  </a:lnTo>
                  <a:lnTo>
                    <a:pt x="382239" y="8426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lnTo>
                    <a:pt x="84301" y="0"/>
                  </a:lnTo>
                  <a:lnTo>
                    <a:pt x="51607" y="6616"/>
                  </a:lnTo>
                  <a:lnTo>
                    <a:pt x="24844" y="24665"/>
                  </a:lnTo>
                  <a:lnTo>
                    <a:pt x="6763" y="51402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close/>
                </a:path>
              </a:pathLst>
            </a:custGeom>
            <a:ln w="83767">
              <a:solidFill>
                <a:srgbClr val="8121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42889" y="649930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2515673" y="5135622"/>
            <a:ext cx="248031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57960" algn="l"/>
              </a:tabLst>
            </a:pPr>
            <a:r>
              <a:rPr sz="2150" spc="-30" dirty="0">
                <a:latin typeface="Trebuchet MS"/>
                <a:cs typeface="Trebuchet MS"/>
              </a:rPr>
              <a:t>1000</a:t>
            </a:r>
            <a:r>
              <a:rPr sz="2150" spc="-165" dirty="0">
                <a:latin typeface="Trebuchet MS"/>
                <a:cs typeface="Trebuchet MS"/>
              </a:rPr>
              <a:t> </a:t>
            </a:r>
            <a:r>
              <a:rPr sz="2150" spc="-35" dirty="0">
                <a:latin typeface="Trebuchet MS"/>
                <a:cs typeface="Trebuchet MS"/>
              </a:rPr>
              <a:t>mL</a:t>
            </a:r>
            <a:r>
              <a:rPr sz="2150" dirty="0">
                <a:latin typeface="Trebuchet MS"/>
                <a:cs typeface="Trebuchet MS"/>
              </a:rPr>
              <a:t>	</a:t>
            </a:r>
            <a:r>
              <a:rPr sz="2150" spc="-140" dirty="0">
                <a:latin typeface="Trebuchet MS"/>
                <a:cs typeface="Trebuchet MS"/>
              </a:rPr>
              <a:t>Caja</a:t>
            </a:r>
            <a:r>
              <a:rPr sz="2150" spc="-175" dirty="0">
                <a:latin typeface="Trebuchet MS"/>
                <a:cs typeface="Trebuchet MS"/>
              </a:rPr>
              <a:t> </a:t>
            </a:r>
            <a:r>
              <a:rPr sz="2150" spc="-95" dirty="0">
                <a:latin typeface="Trebuchet MS"/>
                <a:cs typeface="Trebuchet MS"/>
              </a:rPr>
              <a:t>x</a:t>
            </a:r>
            <a:r>
              <a:rPr sz="2150" spc="-170" dirty="0">
                <a:latin typeface="Trebuchet MS"/>
                <a:cs typeface="Trebuchet MS"/>
              </a:rPr>
              <a:t> </a:t>
            </a:r>
            <a:r>
              <a:rPr sz="2150" spc="-25" dirty="0">
                <a:latin typeface="Trebuchet MS"/>
                <a:cs typeface="Trebuchet MS"/>
              </a:rPr>
              <a:t>12</a:t>
            </a:r>
            <a:endParaRPr sz="215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2451136" y="4249035"/>
            <a:ext cx="7102475" cy="1316355"/>
            <a:chOff x="12451136" y="4249035"/>
            <a:chExt cx="7102475" cy="1316355"/>
          </a:xfrm>
        </p:grpSpPr>
        <p:sp>
          <p:nvSpPr>
            <p:cNvPr id="40" name="object 40"/>
            <p:cNvSpPr/>
            <p:nvPr/>
          </p:nvSpPr>
          <p:spPr>
            <a:xfrm>
              <a:off x="12455587" y="4249035"/>
              <a:ext cx="7093584" cy="746125"/>
            </a:xfrm>
            <a:custGeom>
              <a:avLst/>
              <a:gdLst/>
              <a:ahLst/>
              <a:cxnLst/>
              <a:rect l="l" t="t" r="r" b="b"/>
              <a:pathLst>
                <a:path w="7093584" h="746125">
                  <a:moveTo>
                    <a:pt x="7009985" y="0"/>
                  </a:moveTo>
                  <a:lnTo>
                    <a:pt x="83568" y="0"/>
                  </a:lnTo>
                  <a:lnTo>
                    <a:pt x="51118" y="6593"/>
                  </a:lnTo>
                  <a:lnTo>
                    <a:pt x="24546" y="24546"/>
                  </a:lnTo>
                  <a:lnTo>
                    <a:pt x="6593" y="51118"/>
                  </a:lnTo>
                  <a:lnTo>
                    <a:pt x="0" y="83568"/>
                  </a:lnTo>
                  <a:lnTo>
                    <a:pt x="0" y="662492"/>
                  </a:lnTo>
                  <a:lnTo>
                    <a:pt x="6593" y="694938"/>
                  </a:lnTo>
                  <a:lnTo>
                    <a:pt x="24546" y="721510"/>
                  </a:lnTo>
                  <a:lnTo>
                    <a:pt x="51118" y="739466"/>
                  </a:lnTo>
                  <a:lnTo>
                    <a:pt x="83568" y="746061"/>
                  </a:lnTo>
                  <a:lnTo>
                    <a:pt x="7009985" y="746061"/>
                  </a:lnTo>
                  <a:lnTo>
                    <a:pt x="7042435" y="739466"/>
                  </a:lnTo>
                  <a:lnTo>
                    <a:pt x="7069007" y="721510"/>
                  </a:lnTo>
                  <a:lnTo>
                    <a:pt x="7086960" y="694938"/>
                  </a:lnTo>
                  <a:lnTo>
                    <a:pt x="7093553" y="662492"/>
                  </a:lnTo>
                  <a:lnTo>
                    <a:pt x="7093553" y="83568"/>
                  </a:lnTo>
                  <a:lnTo>
                    <a:pt x="7086960" y="51118"/>
                  </a:lnTo>
                  <a:lnTo>
                    <a:pt x="7069007" y="24546"/>
                  </a:lnTo>
                  <a:lnTo>
                    <a:pt x="7042435" y="6593"/>
                  </a:lnTo>
                  <a:lnTo>
                    <a:pt x="7009985" y="0"/>
                  </a:lnTo>
                  <a:close/>
                </a:path>
              </a:pathLst>
            </a:custGeom>
            <a:solidFill>
              <a:srgbClr val="8121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2455581" y="5087352"/>
              <a:ext cx="7093584" cy="473709"/>
            </a:xfrm>
            <a:custGeom>
              <a:avLst/>
              <a:gdLst/>
              <a:ahLst/>
              <a:cxnLst/>
              <a:rect l="l" t="t" r="r" b="b"/>
              <a:pathLst>
                <a:path w="7093584" h="473710">
                  <a:moveTo>
                    <a:pt x="7026990" y="473409"/>
                  </a:moveTo>
                  <a:lnTo>
                    <a:pt x="66573" y="473409"/>
                  </a:lnTo>
                  <a:lnTo>
                    <a:pt x="40724" y="468156"/>
                  </a:lnTo>
                  <a:lnTo>
                    <a:pt x="19555" y="453853"/>
                  </a:lnTo>
                  <a:lnTo>
                    <a:pt x="5252" y="432685"/>
                  </a:lnTo>
                  <a:lnTo>
                    <a:pt x="0" y="406835"/>
                  </a:lnTo>
                  <a:lnTo>
                    <a:pt x="0" y="66563"/>
                  </a:lnTo>
                  <a:lnTo>
                    <a:pt x="5252" y="40719"/>
                  </a:lnTo>
                  <a:lnTo>
                    <a:pt x="19555" y="19554"/>
                  </a:lnTo>
                  <a:lnTo>
                    <a:pt x="40724" y="5252"/>
                  </a:lnTo>
                  <a:lnTo>
                    <a:pt x="66573" y="0"/>
                  </a:lnTo>
                  <a:lnTo>
                    <a:pt x="7026990" y="0"/>
                  </a:lnTo>
                  <a:lnTo>
                    <a:pt x="7052840" y="5252"/>
                  </a:lnTo>
                  <a:lnTo>
                    <a:pt x="7074008" y="19554"/>
                  </a:lnTo>
                  <a:lnTo>
                    <a:pt x="7088311" y="40719"/>
                  </a:lnTo>
                  <a:lnTo>
                    <a:pt x="7093564" y="66563"/>
                  </a:lnTo>
                  <a:lnTo>
                    <a:pt x="7093564" y="406835"/>
                  </a:lnTo>
                  <a:lnTo>
                    <a:pt x="7088311" y="432685"/>
                  </a:lnTo>
                  <a:lnTo>
                    <a:pt x="7074008" y="453853"/>
                  </a:lnTo>
                  <a:lnTo>
                    <a:pt x="7052840" y="468156"/>
                  </a:lnTo>
                  <a:lnTo>
                    <a:pt x="7026990" y="473409"/>
                  </a:lnTo>
                  <a:close/>
                </a:path>
              </a:pathLst>
            </a:custGeom>
            <a:ln w="8387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3595600" y="4317301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3564186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34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5397873" y="4317301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7450167" y="4317301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397873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34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7450167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87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5502692" y="4433285"/>
            <a:ext cx="3977640" cy="1055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100"/>
              </a:spcBef>
              <a:tabLst>
                <a:tab pos="2028825" algn="l"/>
              </a:tabLst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EAN13</a:t>
            </a: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	EAN</a:t>
            </a:r>
            <a:r>
              <a:rPr sz="21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14</a:t>
            </a:r>
            <a:endParaRPr sz="2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2002789" algn="l"/>
              </a:tabLst>
            </a:pPr>
            <a:r>
              <a:rPr sz="2150" spc="-10" dirty="0">
                <a:latin typeface="Trebuchet MS"/>
                <a:cs typeface="Trebuchet MS"/>
              </a:rPr>
              <a:t>7707291393387</a:t>
            </a:r>
            <a:r>
              <a:rPr sz="2150" dirty="0">
                <a:latin typeface="Trebuchet MS"/>
                <a:cs typeface="Trebuchet MS"/>
              </a:rPr>
              <a:t>	</a:t>
            </a:r>
            <a:r>
              <a:rPr sz="2150" spc="-25" dirty="0">
                <a:latin typeface="Trebuchet MS"/>
                <a:cs typeface="Trebuchet MS"/>
              </a:rPr>
              <a:t>17707291393384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2663582" y="4433285"/>
            <a:ext cx="6496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65" dirty="0">
                <a:solidFill>
                  <a:srgbClr val="FFFFFF"/>
                </a:solidFill>
                <a:latin typeface="Trebuchet MS"/>
                <a:cs typeface="Trebuchet MS"/>
              </a:rPr>
              <a:t>Cont.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898133" y="4320234"/>
            <a:ext cx="1143000" cy="57848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00330" marR="5080" indent="-88265">
              <a:lnSpc>
                <a:spcPct val="68800"/>
              </a:lnSpc>
              <a:spcBef>
                <a:spcPts val="905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Unidades </a:t>
            </a: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15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Trebuchet MS"/>
                <a:cs typeface="Trebuchet MS"/>
              </a:rPr>
              <a:t>caja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4538827" y="3435833"/>
            <a:ext cx="5005705" cy="634365"/>
          </a:xfrm>
          <a:custGeom>
            <a:avLst/>
            <a:gdLst/>
            <a:ahLst/>
            <a:cxnLst/>
            <a:rect l="l" t="t" r="r" b="b"/>
            <a:pathLst>
              <a:path w="5005705" h="634364">
                <a:moveTo>
                  <a:pt x="4940373" y="633907"/>
                </a:moveTo>
                <a:lnTo>
                  <a:pt x="64699" y="633907"/>
                </a:lnTo>
                <a:lnTo>
                  <a:pt x="39579" y="628801"/>
                </a:lnTo>
                <a:lnTo>
                  <a:pt x="19007" y="614898"/>
                </a:lnTo>
                <a:lnTo>
                  <a:pt x="5105" y="594323"/>
                </a:lnTo>
                <a:lnTo>
                  <a:pt x="0" y="569197"/>
                </a:lnTo>
                <a:lnTo>
                  <a:pt x="0" y="64699"/>
                </a:lnTo>
                <a:lnTo>
                  <a:pt x="5105" y="39575"/>
                </a:lnTo>
                <a:lnTo>
                  <a:pt x="19007" y="19003"/>
                </a:lnTo>
                <a:lnTo>
                  <a:pt x="39579" y="5104"/>
                </a:lnTo>
                <a:lnTo>
                  <a:pt x="64699" y="0"/>
                </a:lnTo>
                <a:lnTo>
                  <a:pt x="4940373" y="0"/>
                </a:lnTo>
                <a:lnTo>
                  <a:pt x="4965498" y="5104"/>
                </a:lnTo>
                <a:lnTo>
                  <a:pt x="4986074" y="19003"/>
                </a:lnTo>
                <a:lnTo>
                  <a:pt x="4999977" y="39575"/>
                </a:lnTo>
                <a:lnTo>
                  <a:pt x="5005083" y="64699"/>
                </a:lnTo>
                <a:lnTo>
                  <a:pt x="5005083" y="569197"/>
                </a:lnTo>
                <a:lnTo>
                  <a:pt x="4999977" y="594323"/>
                </a:lnTo>
                <a:lnTo>
                  <a:pt x="4986074" y="614898"/>
                </a:lnTo>
                <a:lnTo>
                  <a:pt x="4965498" y="628801"/>
                </a:lnTo>
                <a:lnTo>
                  <a:pt x="4940373" y="633907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6651806" y="3571478"/>
            <a:ext cx="65214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95" dirty="0">
                <a:latin typeface="Trebuchet MS"/>
                <a:cs typeface="Trebuchet MS"/>
              </a:rPr>
              <a:t>Floral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2466055" y="3435826"/>
            <a:ext cx="1984375" cy="629285"/>
          </a:xfrm>
          <a:custGeom>
            <a:avLst/>
            <a:gdLst/>
            <a:ahLst/>
            <a:cxnLst/>
            <a:rect l="l" t="t" r="r" b="b"/>
            <a:pathLst>
              <a:path w="1984375" h="629285">
                <a:moveTo>
                  <a:pt x="1943186" y="0"/>
                </a:moveTo>
                <a:lnTo>
                  <a:pt x="40574" y="0"/>
                </a:lnTo>
                <a:lnTo>
                  <a:pt x="24821" y="3202"/>
                </a:lnTo>
                <a:lnTo>
                  <a:pt x="11919" y="11921"/>
                </a:lnTo>
                <a:lnTo>
                  <a:pt x="3201" y="24825"/>
                </a:lnTo>
                <a:lnTo>
                  <a:pt x="0" y="40585"/>
                </a:lnTo>
                <a:lnTo>
                  <a:pt x="0" y="588453"/>
                </a:lnTo>
                <a:lnTo>
                  <a:pt x="3201" y="604212"/>
                </a:lnTo>
                <a:lnTo>
                  <a:pt x="11919" y="617117"/>
                </a:lnTo>
                <a:lnTo>
                  <a:pt x="24821" y="625836"/>
                </a:lnTo>
                <a:lnTo>
                  <a:pt x="40574" y="629038"/>
                </a:lnTo>
                <a:lnTo>
                  <a:pt x="1943186" y="629038"/>
                </a:lnTo>
                <a:lnTo>
                  <a:pt x="1958940" y="625836"/>
                </a:lnTo>
                <a:lnTo>
                  <a:pt x="1971841" y="617117"/>
                </a:lnTo>
                <a:lnTo>
                  <a:pt x="1980559" y="604212"/>
                </a:lnTo>
                <a:lnTo>
                  <a:pt x="1983761" y="588453"/>
                </a:lnTo>
                <a:lnTo>
                  <a:pt x="1983761" y="40585"/>
                </a:lnTo>
                <a:lnTo>
                  <a:pt x="1980559" y="24825"/>
                </a:lnTo>
                <a:lnTo>
                  <a:pt x="1971841" y="11921"/>
                </a:lnTo>
                <a:lnTo>
                  <a:pt x="1958940" y="3202"/>
                </a:lnTo>
                <a:lnTo>
                  <a:pt x="1943186" y="0"/>
                </a:lnTo>
                <a:close/>
              </a:path>
            </a:pathLst>
          </a:custGeom>
          <a:solidFill>
            <a:srgbClr val="8121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2844943" y="3541624"/>
            <a:ext cx="117538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Fragancia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2555258" y="5868384"/>
            <a:ext cx="4377055" cy="1320800"/>
          </a:xfrm>
          <a:custGeom>
            <a:avLst/>
            <a:gdLst/>
            <a:ahLst/>
            <a:cxnLst/>
            <a:rect l="l" t="t" r="r" b="b"/>
            <a:pathLst>
              <a:path w="4377055" h="1320800">
                <a:moveTo>
                  <a:pt x="575322" y="1005014"/>
                </a:moveTo>
                <a:lnTo>
                  <a:pt x="555066" y="966812"/>
                </a:lnTo>
                <a:lnTo>
                  <a:pt x="481431" y="888403"/>
                </a:lnTo>
                <a:lnTo>
                  <a:pt x="453288" y="859066"/>
                </a:lnTo>
                <a:lnTo>
                  <a:pt x="452475" y="858227"/>
                </a:lnTo>
                <a:lnTo>
                  <a:pt x="452145" y="857681"/>
                </a:lnTo>
                <a:lnTo>
                  <a:pt x="451637" y="857008"/>
                </a:lnTo>
                <a:lnTo>
                  <a:pt x="449846" y="854608"/>
                </a:lnTo>
                <a:lnTo>
                  <a:pt x="448576" y="853668"/>
                </a:lnTo>
                <a:lnTo>
                  <a:pt x="460984" y="831875"/>
                </a:lnTo>
                <a:lnTo>
                  <a:pt x="476046" y="806538"/>
                </a:lnTo>
                <a:lnTo>
                  <a:pt x="477469" y="804976"/>
                </a:lnTo>
                <a:lnTo>
                  <a:pt x="474891" y="802297"/>
                </a:lnTo>
                <a:lnTo>
                  <a:pt x="473227" y="803490"/>
                </a:lnTo>
                <a:lnTo>
                  <a:pt x="460629" y="809802"/>
                </a:lnTo>
                <a:lnTo>
                  <a:pt x="449859" y="816229"/>
                </a:lnTo>
                <a:lnTo>
                  <a:pt x="439547" y="823353"/>
                </a:lnTo>
                <a:lnTo>
                  <a:pt x="429691" y="831164"/>
                </a:lnTo>
                <a:lnTo>
                  <a:pt x="412902" y="846620"/>
                </a:lnTo>
                <a:lnTo>
                  <a:pt x="376174" y="848106"/>
                </a:lnTo>
                <a:lnTo>
                  <a:pt x="133591" y="861352"/>
                </a:lnTo>
                <a:lnTo>
                  <a:pt x="121399" y="861936"/>
                </a:lnTo>
                <a:lnTo>
                  <a:pt x="109321" y="862838"/>
                </a:lnTo>
                <a:lnTo>
                  <a:pt x="44221" y="912329"/>
                </a:lnTo>
                <a:lnTo>
                  <a:pt x="5334" y="951928"/>
                </a:lnTo>
                <a:lnTo>
                  <a:pt x="0" y="957008"/>
                </a:lnTo>
                <a:lnTo>
                  <a:pt x="3238" y="966685"/>
                </a:lnTo>
                <a:lnTo>
                  <a:pt x="3276" y="966812"/>
                </a:lnTo>
                <a:lnTo>
                  <a:pt x="10617" y="967651"/>
                </a:lnTo>
                <a:lnTo>
                  <a:pt x="14935" y="968362"/>
                </a:lnTo>
                <a:lnTo>
                  <a:pt x="20015" y="969695"/>
                </a:lnTo>
                <a:lnTo>
                  <a:pt x="23418" y="965974"/>
                </a:lnTo>
                <a:lnTo>
                  <a:pt x="24371" y="965034"/>
                </a:lnTo>
                <a:lnTo>
                  <a:pt x="79260" y="910170"/>
                </a:lnTo>
                <a:lnTo>
                  <a:pt x="85394" y="903947"/>
                </a:lnTo>
                <a:lnTo>
                  <a:pt x="91846" y="897699"/>
                </a:lnTo>
                <a:lnTo>
                  <a:pt x="255320" y="878141"/>
                </a:lnTo>
                <a:lnTo>
                  <a:pt x="383108" y="869213"/>
                </a:lnTo>
                <a:lnTo>
                  <a:pt x="392849" y="868654"/>
                </a:lnTo>
                <a:lnTo>
                  <a:pt x="381939" y="881989"/>
                </a:lnTo>
                <a:lnTo>
                  <a:pt x="368071" y="900734"/>
                </a:lnTo>
                <a:lnTo>
                  <a:pt x="342112" y="939088"/>
                </a:lnTo>
                <a:lnTo>
                  <a:pt x="317855" y="978458"/>
                </a:lnTo>
                <a:lnTo>
                  <a:pt x="295262" y="1018806"/>
                </a:lnTo>
                <a:lnTo>
                  <a:pt x="274256" y="1060107"/>
                </a:lnTo>
                <a:lnTo>
                  <a:pt x="272237" y="1063713"/>
                </a:lnTo>
                <a:lnTo>
                  <a:pt x="248234" y="1024382"/>
                </a:lnTo>
                <a:lnTo>
                  <a:pt x="218186" y="992759"/>
                </a:lnTo>
                <a:lnTo>
                  <a:pt x="192443" y="984135"/>
                </a:lnTo>
                <a:lnTo>
                  <a:pt x="184010" y="985088"/>
                </a:lnTo>
                <a:lnTo>
                  <a:pt x="175679" y="988275"/>
                </a:lnTo>
                <a:lnTo>
                  <a:pt x="164490" y="997038"/>
                </a:lnTo>
                <a:lnTo>
                  <a:pt x="157340" y="1008646"/>
                </a:lnTo>
                <a:lnTo>
                  <a:pt x="154584" y="1022032"/>
                </a:lnTo>
                <a:lnTo>
                  <a:pt x="156591" y="1036154"/>
                </a:lnTo>
                <a:lnTo>
                  <a:pt x="238658" y="1157655"/>
                </a:lnTo>
                <a:lnTo>
                  <a:pt x="268706" y="1179461"/>
                </a:lnTo>
                <a:lnTo>
                  <a:pt x="279057" y="1179258"/>
                </a:lnTo>
                <a:lnTo>
                  <a:pt x="315010" y="1150848"/>
                </a:lnTo>
                <a:lnTo>
                  <a:pt x="339775" y="1086942"/>
                </a:lnTo>
                <a:lnTo>
                  <a:pt x="348881" y="1063117"/>
                </a:lnTo>
                <a:lnTo>
                  <a:pt x="378637" y="992695"/>
                </a:lnTo>
                <a:lnTo>
                  <a:pt x="400164" y="946581"/>
                </a:lnTo>
                <a:lnTo>
                  <a:pt x="422998" y="901090"/>
                </a:lnTo>
                <a:lnTo>
                  <a:pt x="435495" y="877836"/>
                </a:lnTo>
                <a:lnTo>
                  <a:pt x="461302" y="902957"/>
                </a:lnTo>
                <a:lnTo>
                  <a:pt x="544360" y="985304"/>
                </a:lnTo>
                <a:lnTo>
                  <a:pt x="550989" y="994333"/>
                </a:lnTo>
                <a:lnTo>
                  <a:pt x="551497" y="1003046"/>
                </a:lnTo>
                <a:lnTo>
                  <a:pt x="547065" y="1011377"/>
                </a:lnTo>
                <a:lnTo>
                  <a:pt x="538886" y="1019225"/>
                </a:lnTo>
                <a:lnTo>
                  <a:pt x="506222" y="1049616"/>
                </a:lnTo>
                <a:lnTo>
                  <a:pt x="336473" y="1209535"/>
                </a:lnTo>
                <a:lnTo>
                  <a:pt x="310108" y="1234846"/>
                </a:lnTo>
                <a:lnTo>
                  <a:pt x="286359" y="1258506"/>
                </a:lnTo>
                <a:lnTo>
                  <a:pt x="281635" y="1262087"/>
                </a:lnTo>
                <a:lnTo>
                  <a:pt x="268185" y="1261071"/>
                </a:lnTo>
                <a:lnTo>
                  <a:pt x="263410" y="1256245"/>
                </a:lnTo>
                <a:lnTo>
                  <a:pt x="126720" y="1142085"/>
                </a:lnTo>
                <a:lnTo>
                  <a:pt x="116865" y="1133881"/>
                </a:lnTo>
                <a:lnTo>
                  <a:pt x="112699" y="1133614"/>
                </a:lnTo>
                <a:lnTo>
                  <a:pt x="112699" y="1159827"/>
                </a:lnTo>
                <a:lnTo>
                  <a:pt x="112636" y="1160487"/>
                </a:lnTo>
                <a:lnTo>
                  <a:pt x="112547" y="1161351"/>
                </a:lnTo>
                <a:lnTo>
                  <a:pt x="112699" y="1159827"/>
                </a:lnTo>
                <a:lnTo>
                  <a:pt x="112699" y="1133614"/>
                </a:lnTo>
                <a:lnTo>
                  <a:pt x="111137" y="1133513"/>
                </a:lnTo>
                <a:lnTo>
                  <a:pt x="106807" y="1136573"/>
                </a:lnTo>
                <a:lnTo>
                  <a:pt x="104381" y="1138250"/>
                </a:lnTo>
                <a:lnTo>
                  <a:pt x="101612" y="1140447"/>
                </a:lnTo>
                <a:lnTo>
                  <a:pt x="99301" y="1142238"/>
                </a:lnTo>
                <a:lnTo>
                  <a:pt x="93548" y="1146810"/>
                </a:lnTo>
                <a:lnTo>
                  <a:pt x="93484" y="1155865"/>
                </a:lnTo>
                <a:lnTo>
                  <a:pt x="99199" y="1160487"/>
                </a:lnTo>
                <a:lnTo>
                  <a:pt x="252679" y="1286814"/>
                </a:lnTo>
                <a:lnTo>
                  <a:pt x="260794" y="1292974"/>
                </a:lnTo>
                <a:lnTo>
                  <a:pt x="270586" y="1296758"/>
                </a:lnTo>
                <a:lnTo>
                  <a:pt x="281063" y="1297901"/>
                </a:lnTo>
                <a:lnTo>
                  <a:pt x="291211" y="1296123"/>
                </a:lnTo>
                <a:lnTo>
                  <a:pt x="297662" y="1294053"/>
                </a:lnTo>
                <a:lnTo>
                  <a:pt x="304292" y="1290701"/>
                </a:lnTo>
                <a:lnTo>
                  <a:pt x="309232" y="1283373"/>
                </a:lnTo>
                <a:lnTo>
                  <a:pt x="308711" y="1284160"/>
                </a:lnTo>
                <a:lnTo>
                  <a:pt x="309422" y="1283373"/>
                </a:lnTo>
                <a:lnTo>
                  <a:pt x="309638" y="1283144"/>
                </a:lnTo>
                <a:lnTo>
                  <a:pt x="312648" y="1279855"/>
                </a:lnTo>
                <a:lnTo>
                  <a:pt x="320319" y="1271803"/>
                </a:lnTo>
                <a:lnTo>
                  <a:pt x="321119" y="1270952"/>
                </a:lnTo>
                <a:lnTo>
                  <a:pt x="325691" y="1266367"/>
                </a:lnTo>
                <a:lnTo>
                  <a:pt x="380809" y="1210348"/>
                </a:lnTo>
                <a:lnTo>
                  <a:pt x="560095" y="1027087"/>
                </a:lnTo>
                <a:lnTo>
                  <a:pt x="569836" y="1016723"/>
                </a:lnTo>
                <a:lnTo>
                  <a:pt x="575322" y="1005014"/>
                </a:lnTo>
                <a:close/>
              </a:path>
              <a:path w="4377055" h="1320800">
                <a:moveTo>
                  <a:pt x="575322" y="202717"/>
                </a:moveTo>
                <a:lnTo>
                  <a:pt x="575297" y="200748"/>
                </a:lnTo>
                <a:lnTo>
                  <a:pt x="575170" y="192036"/>
                </a:lnTo>
                <a:lnTo>
                  <a:pt x="575157" y="190461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193"/>
                </a:lnTo>
                <a:lnTo>
                  <a:pt x="460629" y="7505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2902" y="44323"/>
                </a:lnTo>
                <a:lnTo>
                  <a:pt x="376174" y="45808"/>
                </a:lnTo>
                <a:lnTo>
                  <a:pt x="133591" y="59055"/>
                </a:lnTo>
                <a:lnTo>
                  <a:pt x="121399" y="59639"/>
                </a:lnTo>
                <a:lnTo>
                  <a:pt x="109321" y="60540"/>
                </a:lnTo>
                <a:lnTo>
                  <a:pt x="44221" y="110032"/>
                </a:lnTo>
                <a:lnTo>
                  <a:pt x="5334" y="149631"/>
                </a:lnTo>
                <a:lnTo>
                  <a:pt x="0" y="154711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47" y="166052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46" y="95402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09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34" y="222097"/>
                </a:lnTo>
                <a:lnTo>
                  <a:pt x="218186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89" y="192036"/>
                </a:lnTo>
                <a:lnTo>
                  <a:pt x="551497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22" y="247319"/>
                </a:lnTo>
                <a:lnTo>
                  <a:pt x="336473" y="407238"/>
                </a:lnTo>
                <a:lnTo>
                  <a:pt x="310108" y="432549"/>
                </a:lnTo>
                <a:lnTo>
                  <a:pt x="286359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07" y="339775"/>
                </a:lnTo>
                <a:lnTo>
                  <a:pt x="116865" y="331584"/>
                </a:lnTo>
                <a:lnTo>
                  <a:pt x="112687" y="331317"/>
                </a:lnTo>
                <a:lnTo>
                  <a:pt x="112687" y="357632"/>
                </a:lnTo>
                <a:lnTo>
                  <a:pt x="112636" y="358190"/>
                </a:lnTo>
                <a:lnTo>
                  <a:pt x="112547" y="359054"/>
                </a:lnTo>
                <a:lnTo>
                  <a:pt x="112687" y="357632"/>
                </a:lnTo>
                <a:lnTo>
                  <a:pt x="112687" y="331317"/>
                </a:lnTo>
                <a:lnTo>
                  <a:pt x="111137" y="331216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25" y="338150"/>
                </a:lnTo>
                <a:lnTo>
                  <a:pt x="99301" y="339940"/>
                </a:lnTo>
                <a:lnTo>
                  <a:pt x="93548" y="344512"/>
                </a:lnTo>
                <a:lnTo>
                  <a:pt x="93484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56"/>
                </a:lnTo>
                <a:lnTo>
                  <a:pt x="304292" y="488403"/>
                </a:lnTo>
                <a:lnTo>
                  <a:pt x="309232" y="481076"/>
                </a:lnTo>
                <a:lnTo>
                  <a:pt x="308711" y="481863"/>
                </a:lnTo>
                <a:lnTo>
                  <a:pt x="309422" y="481076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  <a:path w="4377055" h="1320800">
                <a:moveTo>
                  <a:pt x="4376534" y="1027366"/>
                </a:moveTo>
                <a:lnTo>
                  <a:pt x="4376509" y="1025410"/>
                </a:lnTo>
                <a:lnTo>
                  <a:pt x="4376382" y="1016685"/>
                </a:lnTo>
                <a:lnTo>
                  <a:pt x="4376369" y="1015123"/>
                </a:lnTo>
                <a:lnTo>
                  <a:pt x="4282643" y="910767"/>
                </a:lnTo>
                <a:lnTo>
                  <a:pt x="4254500" y="881418"/>
                </a:lnTo>
                <a:lnTo>
                  <a:pt x="4253687" y="880579"/>
                </a:lnTo>
                <a:lnTo>
                  <a:pt x="4253357" y="880033"/>
                </a:lnTo>
                <a:lnTo>
                  <a:pt x="4252849" y="879360"/>
                </a:lnTo>
                <a:lnTo>
                  <a:pt x="4251058" y="876960"/>
                </a:lnTo>
                <a:lnTo>
                  <a:pt x="4249788" y="876020"/>
                </a:lnTo>
                <a:lnTo>
                  <a:pt x="4262196" y="854227"/>
                </a:lnTo>
                <a:lnTo>
                  <a:pt x="4277258" y="828903"/>
                </a:lnTo>
                <a:lnTo>
                  <a:pt x="4278681" y="827328"/>
                </a:lnTo>
                <a:lnTo>
                  <a:pt x="4276102" y="824649"/>
                </a:lnTo>
                <a:lnTo>
                  <a:pt x="4274439" y="825855"/>
                </a:lnTo>
                <a:lnTo>
                  <a:pt x="4261840" y="832167"/>
                </a:lnTo>
                <a:lnTo>
                  <a:pt x="4251071" y="838581"/>
                </a:lnTo>
                <a:lnTo>
                  <a:pt x="4240758" y="845705"/>
                </a:lnTo>
                <a:lnTo>
                  <a:pt x="4230903" y="853516"/>
                </a:lnTo>
                <a:lnTo>
                  <a:pt x="4214088" y="868972"/>
                </a:lnTo>
                <a:lnTo>
                  <a:pt x="4177398" y="870458"/>
                </a:lnTo>
                <a:lnTo>
                  <a:pt x="3934803" y="883691"/>
                </a:lnTo>
                <a:lnTo>
                  <a:pt x="3922611" y="884288"/>
                </a:lnTo>
                <a:lnTo>
                  <a:pt x="3910533" y="885190"/>
                </a:lnTo>
                <a:lnTo>
                  <a:pt x="3845433" y="934681"/>
                </a:lnTo>
                <a:lnTo>
                  <a:pt x="3806545" y="974293"/>
                </a:lnTo>
                <a:lnTo>
                  <a:pt x="3801211" y="979373"/>
                </a:lnTo>
                <a:lnTo>
                  <a:pt x="3804437" y="989037"/>
                </a:lnTo>
                <a:lnTo>
                  <a:pt x="3804475" y="989164"/>
                </a:lnTo>
                <a:lnTo>
                  <a:pt x="3811828" y="990003"/>
                </a:lnTo>
                <a:lnTo>
                  <a:pt x="3816159" y="990701"/>
                </a:lnTo>
                <a:lnTo>
                  <a:pt x="3821226" y="992047"/>
                </a:lnTo>
                <a:lnTo>
                  <a:pt x="3824630" y="988326"/>
                </a:lnTo>
                <a:lnTo>
                  <a:pt x="3825583" y="987386"/>
                </a:lnTo>
                <a:lnTo>
                  <a:pt x="3880459" y="932522"/>
                </a:lnTo>
                <a:lnTo>
                  <a:pt x="3886593" y="926299"/>
                </a:lnTo>
                <a:lnTo>
                  <a:pt x="3893045" y="920064"/>
                </a:lnTo>
                <a:lnTo>
                  <a:pt x="4056532" y="900493"/>
                </a:lnTo>
                <a:lnTo>
                  <a:pt x="4184319" y="891565"/>
                </a:lnTo>
                <a:lnTo>
                  <a:pt x="4194060" y="891006"/>
                </a:lnTo>
                <a:lnTo>
                  <a:pt x="4183138" y="904341"/>
                </a:lnTo>
                <a:lnTo>
                  <a:pt x="4169283" y="923086"/>
                </a:lnTo>
                <a:lnTo>
                  <a:pt x="4143324" y="961440"/>
                </a:lnTo>
                <a:lnTo>
                  <a:pt x="4119067" y="1000810"/>
                </a:lnTo>
                <a:lnTo>
                  <a:pt x="4096474" y="1041171"/>
                </a:lnTo>
                <a:lnTo>
                  <a:pt x="4075468" y="1082459"/>
                </a:lnTo>
                <a:lnTo>
                  <a:pt x="4073448" y="1086078"/>
                </a:lnTo>
                <a:lnTo>
                  <a:pt x="4049433" y="1046746"/>
                </a:lnTo>
                <a:lnTo>
                  <a:pt x="4019397" y="1015123"/>
                </a:lnTo>
                <a:lnTo>
                  <a:pt x="3993654" y="1006500"/>
                </a:lnTo>
                <a:lnTo>
                  <a:pt x="3985222" y="1007440"/>
                </a:lnTo>
                <a:lnTo>
                  <a:pt x="3976890" y="1010627"/>
                </a:lnTo>
                <a:lnTo>
                  <a:pt x="3965702" y="1019390"/>
                </a:lnTo>
                <a:lnTo>
                  <a:pt x="3958552" y="1030998"/>
                </a:lnTo>
                <a:lnTo>
                  <a:pt x="3955796" y="1044384"/>
                </a:lnTo>
                <a:lnTo>
                  <a:pt x="3957790" y="1058506"/>
                </a:lnTo>
                <a:lnTo>
                  <a:pt x="4039857" y="1180007"/>
                </a:lnTo>
                <a:lnTo>
                  <a:pt x="4069918" y="1201813"/>
                </a:lnTo>
                <a:lnTo>
                  <a:pt x="4080268" y="1201610"/>
                </a:lnTo>
                <a:lnTo>
                  <a:pt x="4116222" y="1173200"/>
                </a:lnTo>
                <a:lnTo>
                  <a:pt x="4140987" y="1109294"/>
                </a:lnTo>
                <a:lnTo>
                  <a:pt x="4150093" y="1085469"/>
                </a:lnTo>
                <a:lnTo>
                  <a:pt x="4179849" y="1015047"/>
                </a:lnTo>
                <a:lnTo>
                  <a:pt x="4201376" y="968933"/>
                </a:lnTo>
                <a:lnTo>
                  <a:pt x="4224210" y="923442"/>
                </a:lnTo>
                <a:lnTo>
                  <a:pt x="4236707" y="900188"/>
                </a:lnTo>
                <a:lnTo>
                  <a:pt x="4262513" y="925309"/>
                </a:lnTo>
                <a:lnTo>
                  <a:pt x="4345571" y="1007656"/>
                </a:lnTo>
                <a:lnTo>
                  <a:pt x="4352188" y="1016685"/>
                </a:lnTo>
                <a:lnTo>
                  <a:pt x="4352696" y="1025410"/>
                </a:lnTo>
                <a:lnTo>
                  <a:pt x="4348277" y="1033729"/>
                </a:lnTo>
                <a:lnTo>
                  <a:pt x="4340098" y="1041577"/>
                </a:lnTo>
                <a:lnTo>
                  <a:pt x="4307433" y="1071968"/>
                </a:lnTo>
                <a:lnTo>
                  <a:pt x="4137672" y="1231887"/>
                </a:lnTo>
                <a:lnTo>
                  <a:pt x="4111320" y="1257198"/>
                </a:lnTo>
                <a:lnTo>
                  <a:pt x="4087571" y="1280858"/>
                </a:lnTo>
                <a:lnTo>
                  <a:pt x="4082834" y="1284439"/>
                </a:lnTo>
                <a:lnTo>
                  <a:pt x="4069397" y="1283423"/>
                </a:lnTo>
                <a:lnTo>
                  <a:pt x="4064622" y="1278597"/>
                </a:lnTo>
                <a:lnTo>
                  <a:pt x="3927932" y="1164424"/>
                </a:lnTo>
                <a:lnTo>
                  <a:pt x="3918077" y="1156233"/>
                </a:lnTo>
                <a:lnTo>
                  <a:pt x="3912349" y="1155877"/>
                </a:lnTo>
                <a:lnTo>
                  <a:pt x="3908018" y="1158925"/>
                </a:lnTo>
                <a:lnTo>
                  <a:pt x="3905593" y="1160602"/>
                </a:lnTo>
                <a:lnTo>
                  <a:pt x="3902824" y="1162799"/>
                </a:lnTo>
                <a:lnTo>
                  <a:pt x="3900513" y="1164590"/>
                </a:lnTo>
                <a:lnTo>
                  <a:pt x="3894759" y="1169162"/>
                </a:lnTo>
                <a:lnTo>
                  <a:pt x="3894683" y="1178217"/>
                </a:lnTo>
                <a:lnTo>
                  <a:pt x="3900411" y="1182839"/>
                </a:lnTo>
                <a:lnTo>
                  <a:pt x="4053890" y="1309166"/>
                </a:lnTo>
                <a:lnTo>
                  <a:pt x="4062006" y="1315326"/>
                </a:lnTo>
                <a:lnTo>
                  <a:pt x="4071797" y="1319110"/>
                </a:lnTo>
                <a:lnTo>
                  <a:pt x="4082275" y="1320253"/>
                </a:lnTo>
                <a:lnTo>
                  <a:pt x="4092422" y="1318475"/>
                </a:lnTo>
                <a:lnTo>
                  <a:pt x="4098874" y="1316418"/>
                </a:lnTo>
                <a:lnTo>
                  <a:pt x="4105491" y="1313053"/>
                </a:lnTo>
                <a:lnTo>
                  <a:pt x="4109948" y="1306474"/>
                </a:lnTo>
                <a:lnTo>
                  <a:pt x="4110621" y="1305737"/>
                </a:lnTo>
                <a:lnTo>
                  <a:pt x="4110850" y="1305496"/>
                </a:lnTo>
                <a:lnTo>
                  <a:pt x="4113860" y="1302207"/>
                </a:lnTo>
                <a:lnTo>
                  <a:pt x="4121531" y="1294155"/>
                </a:lnTo>
                <a:lnTo>
                  <a:pt x="4122331" y="1293317"/>
                </a:lnTo>
                <a:lnTo>
                  <a:pt x="4126903" y="1288719"/>
                </a:lnTo>
                <a:lnTo>
                  <a:pt x="4361307" y="1049439"/>
                </a:lnTo>
                <a:lnTo>
                  <a:pt x="4371048" y="1039075"/>
                </a:lnTo>
                <a:lnTo>
                  <a:pt x="4376534" y="1027366"/>
                </a:lnTo>
                <a:close/>
              </a:path>
              <a:path w="4377055" h="1320800">
                <a:moveTo>
                  <a:pt x="4376534" y="202717"/>
                </a:moveTo>
                <a:lnTo>
                  <a:pt x="4376509" y="200748"/>
                </a:lnTo>
                <a:lnTo>
                  <a:pt x="4376382" y="192036"/>
                </a:lnTo>
                <a:lnTo>
                  <a:pt x="4376369" y="190461"/>
                </a:lnTo>
                <a:lnTo>
                  <a:pt x="4282643" y="86106"/>
                </a:lnTo>
                <a:lnTo>
                  <a:pt x="4254500" y="56769"/>
                </a:lnTo>
                <a:lnTo>
                  <a:pt x="4253687" y="55930"/>
                </a:lnTo>
                <a:lnTo>
                  <a:pt x="4253357" y="55384"/>
                </a:lnTo>
                <a:lnTo>
                  <a:pt x="4252849" y="54711"/>
                </a:lnTo>
                <a:lnTo>
                  <a:pt x="4251058" y="52311"/>
                </a:lnTo>
                <a:lnTo>
                  <a:pt x="4249788" y="51371"/>
                </a:lnTo>
                <a:lnTo>
                  <a:pt x="4262196" y="29578"/>
                </a:lnTo>
                <a:lnTo>
                  <a:pt x="4277258" y="4241"/>
                </a:lnTo>
                <a:lnTo>
                  <a:pt x="4278681" y="2679"/>
                </a:lnTo>
                <a:lnTo>
                  <a:pt x="4276102" y="0"/>
                </a:lnTo>
                <a:lnTo>
                  <a:pt x="4274439" y="1193"/>
                </a:lnTo>
                <a:lnTo>
                  <a:pt x="4261840" y="7505"/>
                </a:lnTo>
                <a:lnTo>
                  <a:pt x="4251071" y="13931"/>
                </a:lnTo>
                <a:lnTo>
                  <a:pt x="4240758" y="21056"/>
                </a:lnTo>
                <a:lnTo>
                  <a:pt x="4230903" y="28867"/>
                </a:lnTo>
                <a:lnTo>
                  <a:pt x="4214088" y="44323"/>
                </a:lnTo>
                <a:lnTo>
                  <a:pt x="4177398" y="45808"/>
                </a:lnTo>
                <a:lnTo>
                  <a:pt x="3934803" y="59042"/>
                </a:lnTo>
                <a:lnTo>
                  <a:pt x="3922611" y="59639"/>
                </a:lnTo>
                <a:lnTo>
                  <a:pt x="3910533" y="60540"/>
                </a:lnTo>
                <a:lnTo>
                  <a:pt x="3845433" y="110032"/>
                </a:lnTo>
                <a:lnTo>
                  <a:pt x="3806545" y="149631"/>
                </a:lnTo>
                <a:lnTo>
                  <a:pt x="3801211" y="154724"/>
                </a:lnTo>
                <a:lnTo>
                  <a:pt x="3804437" y="164388"/>
                </a:lnTo>
                <a:lnTo>
                  <a:pt x="3804475" y="164515"/>
                </a:lnTo>
                <a:lnTo>
                  <a:pt x="3811828" y="165354"/>
                </a:lnTo>
                <a:lnTo>
                  <a:pt x="3816159" y="166052"/>
                </a:lnTo>
                <a:lnTo>
                  <a:pt x="3821226" y="167398"/>
                </a:lnTo>
                <a:lnTo>
                  <a:pt x="3824630" y="163677"/>
                </a:lnTo>
                <a:lnTo>
                  <a:pt x="3825583" y="162737"/>
                </a:lnTo>
                <a:lnTo>
                  <a:pt x="3880459" y="107873"/>
                </a:lnTo>
                <a:lnTo>
                  <a:pt x="3886593" y="101650"/>
                </a:lnTo>
                <a:lnTo>
                  <a:pt x="3893045" y="95402"/>
                </a:lnTo>
                <a:lnTo>
                  <a:pt x="4056532" y="75844"/>
                </a:lnTo>
                <a:lnTo>
                  <a:pt x="4184319" y="66916"/>
                </a:lnTo>
                <a:lnTo>
                  <a:pt x="4194060" y="66357"/>
                </a:lnTo>
                <a:lnTo>
                  <a:pt x="4183138" y="79692"/>
                </a:lnTo>
                <a:lnTo>
                  <a:pt x="4169283" y="98437"/>
                </a:lnTo>
                <a:lnTo>
                  <a:pt x="4143324" y="136791"/>
                </a:lnTo>
                <a:lnTo>
                  <a:pt x="4119067" y="176161"/>
                </a:lnTo>
                <a:lnTo>
                  <a:pt x="4096474" y="216509"/>
                </a:lnTo>
                <a:lnTo>
                  <a:pt x="4075468" y="257810"/>
                </a:lnTo>
                <a:lnTo>
                  <a:pt x="4073448" y="261416"/>
                </a:lnTo>
                <a:lnTo>
                  <a:pt x="4049433" y="222097"/>
                </a:lnTo>
                <a:lnTo>
                  <a:pt x="4019397" y="190461"/>
                </a:lnTo>
                <a:lnTo>
                  <a:pt x="3993654" y="181838"/>
                </a:lnTo>
                <a:lnTo>
                  <a:pt x="3985222" y="182791"/>
                </a:lnTo>
                <a:lnTo>
                  <a:pt x="3976890" y="185978"/>
                </a:lnTo>
                <a:lnTo>
                  <a:pt x="3965702" y="194741"/>
                </a:lnTo>
                <a:lnTo>
                  <a:pt x="3958552" y="206349"/>
                </a:lnTo>
                <a:lnTo>
                  <a:pt x="3955796" y="219735"/>
                </a:lnTo>
                <a:lnTo>
                  <a:pt x="3957790" y="233857"/>
                </a:lnTo>
                <a:lnTo>
                  <a:pt x="4039857" y="355358"/>
                </a:lnTo>
                <a:lnTo>
                  <a:pt x="4069918" y="377164"/>
                </a:lnTo>
                <a:lnTo>
                  <a:pt x="4080268" y="376961"/>
                </a:lnTo>
                <a:lnTo>
                  <a:pt x="4116222" y="348551"/>
                </a:lnTo>
                <a:lnTo>
                  <a:pt x="4140987" y="284645"/>
                </a:lnTo>
                <a:lnTo>
                  <a:pt x="4150093" y="260819"/>
                </a:lnTo>
                <a:lnTo>
                  <a:pt x="4179849" y="190398"/>
                </a:lnTo>
                <a:lnTo>
                  <a:pt x="4201376" y="144284"/>
                </a:lnTo>
                <a:lnTo>
                  <a:pt x="4224210" y="98793"/>
                </a:lnTo>
                <a:lnTo>
                  <a:pt x="4236707" y="75539"/>
                </a:lnTo>
                <a:lnTo>
                  <a:pt x="4262513" y="100660"/>
                </a:lnTo>
                <a:lnTo>
                  <a:pt x="4345571" y="183007"/>
                </a:lnTo>
                <a:lnTo>
                  <a:pt x="4352188" y="192036"/>
                </a:lnTo>
                <a:lnTo>
                  <a:pt x="4352696" y="200748"/>
                </a:lnTo>
                <a:lnTo>
                  <a:pt x="4348277" y="209080"/>
                </a:lnTo>
                <a:lnTo>
                  <a:pt x="4340098" y="216928"/>
                </a:lnTo>
                <a:lnTo>
                  <a:pt x="4307433" y="247319"/>
                </a:lnTo>
                <a:lnTo>
                  <a:pt x="4137672" y="407238"/>
                </a:lnTo>
                <a:lnTo>
                  <a:pt x="4111320" y="432549"/>
                </a:lnTo>
                <a:lnTo>
                  <a:pt x="4087571" y="456209"/>
                </a:lnTo>
                <a:lnTo>
                  <a:pt x="4082834" y="459778"/>
                </a:lnTo>
                <a:lnTo>
                  <a:pt x="4069397" y="458774"/>
                </a:lnTo>
                <a:lnTo>
                  <a:pt x="4064622" y="453948"/>
                </a:lnTo>
                <a:lnTo>
                  <a:pt x="3927932" y="339775"/>
                </a:lnTo>
                <a:lnTo>
                  <a:pt x="3918077" y="331584"/>
                </a:lnTo>
                <a:lnTo>
                  <a:pt x="3912349" y="331216"/>
                </a:lnTo>
                <a:lnTo>
                  <a:pt x="3908018" y="334276"/>
                </a:lnTo>
                <a:lnTo>
                  <a:pt x="3905593" y="335953"/>
                </a:lnTo>
                <a:lnTo>
                  <a:pt x="3902824" y="338150"/>
                </a:lnTo>
                <a:lnTo>
                  <a:pt x="3900513" y="339940"/>
                </a:lnTo>
                <a:lnTo>
                  <a:pt x="3894759" y="344512"/>
                </a:lnTo>
                <a:lnTo>
                  <a:pt x="3894683" y="353568"/>
                </a:lnTo>
                <a:lnTo>
                  <a:pt x="3900411" y="358190"/>
                </a:lnTo>
                <a:lnTo>
                  <a:pt x="4053890" y="484517"/>
                </a:lnTo>
                <a:lnTo>
                  <a:pt x="4062006" y="490677"/>
                </a:lnTo>
                <a:lnTo>
                  <a:pt x="4071797" y="494461"/>
                </a:lnTo>
                <a:lnTo>
                  <a:pt x="4082275" y="495604"/>
                </a:lnTo>
                <a:lnTo>
                  <a:pt x="4092422" y="493826"/>
                </a:lnTo>
                <a:lnTo>
                  <a:pt x="4098874" y="491756"/>
                </a:lnTo>
                <a:lnTo>
                  <a:pt x="4105491" y="488403"/>
                </a:lnTo>
                <a:lnTo>
                  <a:pt x="4110444" y="481076"/>
                </a:lnTo>
                <a:lnTo>
                  <a:pt x="4109948" y="481825"/>
                </a:lnTo>
                <a:lnTo>
                  <a:pt x="4110621" y="481076"/>
                </a:lnTo>
                <a:lnTo>
                  <a:pt x="4110850" y="480847"/>
                </a:lnTo>
                <a:lnTo>
                  <a:pt x="4113860" y="477558"/>
                </a:lnTo>
                <a:lnTo>
                  <a:pt x="4121531" y="469506"/>
                </a:lnTo>
                <a:lnTo>
                  <a:pt x="4122331" y="468668"/>
                </a:lnTo>
                <a:lnTo>
                  <a:pt x="4126903" y="464070"/>
                </a:lnTo>
                <a:lnTo>
                  <a:pt x="4361307" y="224790"/>
                </a:lnTo>
                <a:lnTo>
                  <a:pt x="4371048" y="214426"/>
                </a:lnTo>
                <a:lnTo>
                  <a:pt x="4376534" y="202717"/>
                </a:lnTo>
                <a:close/>
              </a:path>
            </a:pathLst>
          </a:custGeom>
          <a:solidFill>
            <a:srgbClr val="8121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13191197" y="6565878"/>
            <a:ext cx="2258695" cy="70231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2420"/>
              </a:lnSpc>
              <a:spcBef>
                <a:spcPts val="585"/>
              </a:spcBef>
            </a:pPr>
            <a:r>
              <a:rPr sz="2400" spc="-10" dirty="0">
                <a:latin typeface="Trebuchet MS"/>
                <a:cs typeface="Trebuchet MS"/>
              </a:rPr>
              <a:t>Con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abrillantador </a:t>
            </a:r>
            <a:r>
              <a:rPr sz="2400" spc="-10" dirty="0">
                <a:latin typeface="Trebuchet MS"/>
                <a:cs typeface="Trebuchet MS"/>
              </a:rPr>
              <a:t>óptico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7007826" y="6691386"/>
            <a:ext cx="2236470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70" dirty="0">
                <a:latin typeface="Trebuchet MS"/>
                <a:cs typeface="Trebuchet MS"/>
              </a:rPr>
              <a:t>Colores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vibrantes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3200259" y="5876584"/>
            <a:ext cx="4907915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790950" algn="l"/>
              </a:tabLst>
            </a:pPr>
            <a:r>
              <a:rPr sz="3600" spc="-82" baseline="1157" dirty="0">
                <a:latin typeface="Trebuchet MS"/>
                <a:cs typeface="Trebuchet MS"/>
              </a:rPr>
              <a:t>Conserva</a:t>
            </a:r>
            <a:r>
              <a:rPr sz="3600" spc="-247" baseline="1157" dirty="0">
                <a:latin typeface="Trebuchet MS"/>
                <a:cs typeface="Trebuchet MS"/>
              </a:rPr>
              <a:t> </a:t>
            </a:r>
            <a:r>
              <a:rPr sz="3600" spc="-82" baseline="1157" dirty="0">
                <a:latin typeface="Trebuchet MS"/>
                <a:cs typeface="Trebuchet MS"/>
              </a:rPr>
              <a:t>los</a:t>
            </a:r>
            <a:r>
              <a:rPr sz="3600" spc="-247" baseline="1157" dirty="0">
                <a:latin typeface="Trebuchet MS"/>
                <a:cs typeface="Trebuchet MS"/>
              </a:rPr>
              <a:t> </a:t>
            </a:r>
            <a:r>
              <a:rPr sz="3600" spc="-15" baseline="1157" dirty="0">
                <a:latin typeface="Trebuchet MS"/>
                <a:cs typeface="Trebuchet MS"/>
              </a:rPr>
              <a:t>colores</a:t>
            </a:r>
            <a:r>
              <a:rPr sz="3600" baseline="1157" dirty="0">
                <a:latin typeface="Trebuchet MS"/>
                <a:cs typeface="Trebuchet MS"/>
              </a:rPr>
              <a:t>	</a:t>
            </a:r>
            <a:r>
              <a:rPr sz="2400" spc="-30" dirty="0">
                <a:latin typeface="Trebuchet MS"/>
                <a:cs typeface="Trebuchet MS"/>
              </a:rPr>
              <a:t>Sin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cloro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6670019" cy="11308715"/>
            <a:chOff x="0" y="0"/>
            <a:chExt cx="16670019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6669644" cy="113085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437007" y="9750838"/>
              <a:ext cx="13970" cy="10795"/>
            </a:xfrm>
            <a:custGeom>
              <a:avLst/>
              <a:gdLst/>
              <a:ahLst/>
              <a:cxnLst/>
              <a:rect l="l" t="t" r="r" b="b"/>
              <a:pathLst>
                <a:path w="13969" h="10795">
                  <a:moveTo>
                    <a:pt x="0" y="0"/>
                  </a:moveTo>
                  <a:lnTo>
                    <a:pt x="3905" y="3476"/>
                  </a:lnTo>
                  <a:lnTo>
                    <a:pt x="8418" y="6889"/>
                  </a:lnTo>
                  <a:lnTo>
                    <a:pt x="13612" y="10219"/>
                  </a:lnTo>
                  <a:lnTo>
                    <a:pt x="6649" y="4795"/>
                  </a:lnTo>
                  <a:lnTo>
                    <a:pt x="2209" y="1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4325393" y="9011750"/>
            <a:ext cx="4773930" cy="1929764"/>
            <a:chOff x="14325393" y="9011750"/>
            <a:chExt cx="4773930" cy="1929764"/>
          </a:xfrm>
        </p:grpSpPr>
        <p:sp>
          <p:nvSpPr>
            <p:cNvPr id="6" name="object 6"/>
            <p:cNvSpPr/>
            <p:nvPr/>
          </p:nvSpPr>
          <p:spPr>
            <a:xfrm>
              <a:off x="17000208" y="9011750"/>
              <a:ext cx="2098675" cy="1929764"/>
            </a:xfrm>
            <a:custGeom>
              <a:avLst/>
              <a:gdLst/>
              <a:ahLst/>
              <a:cxnLst/>
              <a:rect l="l" t="t" r="r" b="b"/>
              <a:pathLst>
                <a:path w="2098675" h="1929765">
                  <a:moveTo>
                    <a:pt x="36323" y="1271062"/>
                  </a:moveTo>
                  <a:lnTo>
                    <a:pt x="32135" y="1271764"/>
                  </a:lnTo>
                  <a:lnTo>
                    <a:pt x="27904" y="1272225"/>
                  </a:lnTo>
                  <a:lnTo>
                    <a:pt x="0" y="1273031"/>
                  </a:lnTo>
                  <a:lnTo>
                    <a:pt x="139456" y="1393142"/>
                  </a:lnTo>
                  <a:lnTo>
                    <a:pt x="383258" y="1606930"/>
                  </a:lnTo>
                  <a:lnTo>
                    <a:pt x="704564" y="1893850"/>
                  </a:lnTo>
                  <a:lnTo>
                    <a:pt x="708732" y="1897818"/>
                  </a:lnTo>
                  <a:lnTo>
                    <a:pt x="711611" y="1900645"/>
                  </a:lnTo>
                  <a:lnTo>
                    <a:pt x="713632" y="1902425"/>
                  </a:lnTo>
                  <a:lnTo>
                    <a:pt x="715695" y="1904153"/>
                  </a:lnTo>
                  <a:lnTo>
                    <a:pt x="760663" y="1926991"/>
                  </a:lnTo>
                  <a:lnTo>
                    <a:pt x="809950" y="1929252"/>
                  </a:lnTo>
                  <a:lnTo>
                    <a:pt x="854456" y="1914864"/>
                  </a:lnTo>
                  <a:lnTo>
                    <a:pt x="885082" y="1887756"/>
                  </a:lnTo>
                  <a:lnTo>
                    <a:pt x="891397" y="1880779"/>
                  </a:lnTo>
                  <a:lnTo>
                    <a:pt x="902606" y="1869063"/>
                  </a:lnTo>
                  <a:lnTo>
                    <a:pt x="908747" y="1862782"/>
                  </a:lnTo>
                  <a:lnTo>
                    <a:pt x="794902" y="1862782"/>
                  </a:lnTo>
                  <a:lnTo>
                    <a:pt x="746227" y="1858974"/>
                  </a:lnTo>
                  <a:lnTo>
                    <a:pt x="701413" y="1835223"/>
                  </a:lnTo>
                  <a:lnTo>
                    <a:pt x="36323" y="1271062"/>
                  </a:lnTo>
                  <a:close/>
                </a:path>
                <a:path w="2098675" h="1929765">
                  <a:moveTo>
                    <a:pt x="1423431" y="0"/>
                  </a:moveTo>
                  <a:lnTo>
                    <a:pt x="1412857" y="839"/>
                  </a:lnTo>
                  <a:lnTo>
                    <a:pt x="1393724" y="2085"/>
                  </a:lnTo>
                  <a:lnTo>
                    <a:pt x="1403287" y="2085"/>
                  </a:lnTo>
                  <a:lnTo>
                    <a:pt x="1452745" y="12251"/>
                  </a:lnTo>
                  <a:lnTo>
                    <a:pt x="1496425" y="44503"/>
                  </a:lnTo>
                  <a:lnTo>
                    <a:pt x="1970038" y="518304"/>
                  </a:lnTo>
                  <a:lnTo>
                    <a:pt x="1988733" y="536462"/>
                  </a:lnTo>
                  <a:lnTo>
                    <a:pt x="1998619" y="545660"/>
                  </a:lnTo>
                  <a:lnTo>
                    <a:pt x="2020692" y="573014"/>
                  </a:lnTo>
                  <a:lnTo>
                    <a:pt x="2035267" y="614263"/>
                  </a:lnTo>
                  <a:lnTo>
                    <a:pt x="2030304" y="663549"/>
                  </a:lnTo>
                  <a:lnTo>
                    <a:pt x="1993761" y="715016"/>
                  </a:lnTo>
                  <a:lnTo>
                    <a:pt x="1972708" y="735256"/>
                  </a:lnTo>
                  <a:lnTo>
                    <a:pt x="1730030" y="971413"/>
                  </a:lnTo>
                  <a:lnTo>
                    <a:pt x="902645" y="1788179"/>
                  </a:lnTo>
                  <a:lnTo>
                    <a:pt x="886592" y="1804634"/>
                  </a:lnTo>
                  <a:lnTo>
                    <a:pt x="875235" y="1816529"/>
                  </a:lnTo>
                  <a:lnTo>
                    <a:pt x="868884" y="1823559"/>
                  </a:lnTo>
                  <a:lnTo>
                    <a:pt x="838700" y="1849895"/>
                  </a:lnTo>
                  <a:lnTo>
                    <a:pt x="794902" y="1862782"/>
                  </a:lnTo>
                  <a:lnTo>
                    <a:pt x="908747" y="1862782"/>
                  </a:lnTo>
                  <a:lnTo>
                    <a:pt x="918414" y="1852896"/>
                  </a:lnTo>
                  <a:lnTo>
                    <a:pt x="1791521" y="994075"/>
                  </a:lnTo>
                  <a:lnTo>
                    <a:pt x="2033241" y="759732"/>
                  </a:lnTo>
                  <a:lnTo>
                    <a:pt x="2054377" y="739487"/>
                  </a:lnTo>
                  <a:lnTo>
                    <a:pt x="2087796" y="696851"/>
                  </a:lnTo>
                  <a:lnTo>
                    <a:pt x="2098604" y="654886"/>
                  </a:lnTo>
                  <a:lnTo>
                    <a:pt x="2093209" y="616696"/>
                  </a:lnTo>
                  <a:lnTo>
                    <a:pt x="2078019" y="585389"/>
                  </a:lnTo>
                  <a:lnTo>
                    <a:pt x="2059445" y="564068"/>
                  </a:lnTo>
                  <a:lnTo>
                    <a:pt x="2049168" y="554543"/>
                  </a:lnTo>
                  <a:lnTo>
                    <a:pt x="2029734" y="535737"/>
                  </a:lnTo>
                  <a:lnTo>
                    <a:pt x="1537481" y="45016"/>
                  </a:lnTo>
                  <a:lnTo>
                    <a:pt x="1532194" y="38189"/>
                  </a:lnTo>
                  <a:lnTo>
                    <a:pt x="1526288" y="32398"/>
                  </a:lnTo>
                  <a:lnTo>
                    <a:pt x="1520027" y="27488"/>
                  </a:lnTo>
                  <a:lnTo>
                    <a:pt x="1484764" y="8313"/>
                  </a:lnTo>
                  <a:lnTo>
                    <a:pt x="1450069" y="839"/>
                  </a:lnTo>
                  <a:lnTo>
                    <a:pt x="1450577" y="839"/>
                  </a:lnTo>
                  <a:lnTo>
                    <a:pt x="1423431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325393" y="9020336"/>
              <a:ext cx="4710430" cy="1854200"/>
            </a:xfrm>
            <a:custGeom>
              <a:avLst/>
              <a:gdLst/>
              <a:ahLst/>
              <a:cxnLst/>
              <a:rect l="l" t="t" r="r" b="b"/>
              <a:pathLst>
                <a:path w="4710430" h="1854200">
                  <a:moveTo>
                    <a:pt x="4186157" y="1181100"/>
                  </a:moveTo>
                  <a:lnTo>
                    <a:pt x="2481421" y="1181100"/>
                  </a:lnTo>
                  <a:lnTo>
                    <a:pt x="2487341" y="1193800"/>
                  </a:lnTo>
                  <a:lnTo>
                    <a:pt x="2494276" y="1206500"/>
                  </a:lnTo>
                  <a:lnTo>
                    <a:pt x="2502217" y="1219200"/>
                  </a:lnTo>
                  <a:lnTo>
                    <a:pt x="2511159" y="1231900"/>
                  </a:lnTo>
                  <a:lnTo>
                    <a:pt x="2524686" y="1231900"/>
                  </a:lnTo>
                  <a:lnTo>
                    <a:pt x="2539923" y="1244600"/>
                  </a:lnTo>
                  <a:lnTo>
                    <a:pt x="2556813" y="1257300"/>
                  </a:lnTo>
                  <a:lnTo>
                    <a:pt x="2575293" y="1257300"/>
                  </a:lnTo>
                  <a:lnTo>
                    <a:pt x="2584502" y="1270000"/>
                  </a:lnTo>
                  <a:lnTo>
                    <a:pt x="2711142" y="1270000"/>
                  </a:lnTo>
                  <a:lnTo>
                    <a:pt x="3050263" y="1549400"/>
                  </a:lnTo>
                  <a:lnTo>
                    <a:pt x="3136398" y="1625600"/>
                  </a:lnTo>
                  <a:lnTo>
                    <a:pt x="3176427" y="1663700"/>
                  </a:lnTo>
                  <a:lnTo>
                    <a:pt x="3214092" y="1689100"/>
                  </a:lnTo>
                  <a:lnTo>
                    <a:pt x="3249139" y="1727200"/>
                  </a:lnTo>
                  <a:lnTo>
                    <a:pt x="3281315" y="1752600"/>
                  </a:lnTo>
                  <a:lnTo>
                    <a:pt x="3310366" y="1778000"/>
                  </a:lnTo>
                  <a:lnTo>
                    <a:pt x="3336039" y="1803400"/>
                  </a:lnTo>
                  <a:lnTo>
                    <a:pt x="3358078" y="1816100"/>
                  </a:lnTo>
                  <a:lnTo>
                    <a:pt x="3376232" y="1828800"/>
                  </a:lnTo>
                  <a:lnTo>
                    <a:pt x="3421047" y="1854200"/>
                  </a:lnTo>
                  <a:lnTo>
                    <a:pt x="3469721" y="1854200"/>
                  </a:lnTo>
                  <a:lnTo>
                    <a:pt x="3513519" y="1841500"/>
                  </a:lnTo>
                  <a:lnTo>
                    <a:pt x="3543703" y="1816100"/>
                  </a:lnTo>
                  <a:lnTo>
                    <a:pt x="3550054" y="1816100"/>
                  </a:lnTo>
                  <a:lnTo>
                    <a:pt x="3561411" y="1803400"/>
                  </a:lnTo>
                  <a:lnTo>
                    <a:pt x="3577464" y="1790700"/>
                  </a:lnTo>
                  <a:lnTo>
                    <a:pt x="3597901" y="1765300"/>
                  </a:lnTo>
                  <a:lnTo>
                    <a:pt x="3622410" y="1739900"/>
                  </a:lnTo>
                  <a:lnTo>
                    <a:pt x="3650680" y="1714500"/>
                  </a:lnTo>
                  <a:lnTo>
                    <a:pt x="3682400" y="1676400"/>
                  </a:lnTo>
                  <a:lnTo>
                    <a:pt x="3717257" y="1651000"/>
                  </a:lnTo>
                  <a:lnTo>
                    <a:pt x="3754941" y="1612900"/>
                  </a:lnTo>
                  <a:lnTo>
                    <a:pt x="3795140" y="1574800"/>
                  </a:lnTo>
                  <a:lnTo>
                    <a:pt x="3837542" y="1524000"/>
                  </a:lnTo>
                  <a:lnTo>
                    <a:pt x="3881836" y="1485900"/>
                  </a:lnTo>
                  <a:lnTo>
                    <a:pt x="3927710" y="1435100"/>
                  </a:lnTo>
                  <a:lnTo>
                    <a:pt x="3974854" y="1397000"/>
                  </a:lnTo>
                  <a:lnTo>
                    <a:pt x="4022954" y="1346200"/>
                  </a:lnTo>
                  <a:lnTo>
                    <a:pt x="4169886" y="1193800"/>
                  </a:lnTo>
                  <a:lnTo>
                    <a:pt x="4186157" y="1181100"/>
                  </a:lnTo>
                  <a:close/>
                </a:path>
                <a:path w="4710430" h="1854200">
                  <a:moveTo>
                    <a:pt x="1500917" y="1498600"/>
                  </a:moveTo>
                  <a:lnTo>
                    <a:pt x="1277538" y="1498600"/>
                  </a:lnTo>
                  <a:lnTo>
                    <a:pt x="1294462" y="1511300"/>
                  </a:lnTo>
                  <a:lnTo>
                    <a:pt x="1312975" y="1524000"/>
                  </a:lnTo>
                  <a:lnTo>
                    <a:pt x="1463794" y="1524000"/>
                  </a:lnTo>
                  <a:lnTo>
                    <a:pt x="1482585" y="1511300"/>
                  </a:lnTo>
                  <a:lnTo>
                    <a:pt x="1500917" y="1498600"/>
                  </a:lnTo>
                  <a:close/>
                </a:path>
                <a:path w="4710430" h="1854200">
                  <a:moveTo>
                    <a:pt x="1530002" y="1270000"/>
                  </a:moveTo>
                  <a:lnTo>
                    <a:pt x="1202329" y="1270000"/>
                  </a:lnTo>
                  <a:lnTo>
                    <a:pt x="1201868" y="1295400"/>
                  </a:lnTo>
                  <a:lnTo>
                    <a:pt x="1201579" y="1320800"/>
                  </a:lnTo>
                  <a:lnTo>
                    <a:pt x="1201607" y="1358900"/>
                  </a:lnTo>
                  <a:lnTo>
                    <a:pt x="1202693" y="1371600"/>
                  </a:lnTo>
                  <a:lnTo>
                    <a:pt x="1204675" y="1397000"/>
                  </a:lnTo>
                  <a:lnTo>
                    <a:pt x="1207544" y="1409700"/>
                  </a:lnTo>
                  <a:lnTo>
                    <a:pt x="1211292" y="1422400"/>
                  </a:lnTo>
                  <a:lnTo>
                    <a:pt x="1217746" y="1435100"/>
                  </a:lnTo>
                  <a:lnTo>
                    <a:pt x="1226155" y="1460500"/>
                  </a:lnTo>
                  <a:lnTo>
                    <a:pt x="1236485" y="1473200"/>
                  </a:lnTo>
                  <a:lnTo>
                    <a:pt x="1248705" y="1485900"/>
                  </a:lnTo>
                  <a:lnTo>
                    <a:pt x="1262265" y="1498600"/>
                  </a:lnTo>
                  <a:lnTo>
                    <a:pt x="1501116" y="1498600"/>
                  </a:lnTo>
                  <a:lnTo>
                    <a:pt x="1521748" y="1460500"/>
                  </a:lnTo>
                  <a:lnTo>
                    <a:pt x="1525119" y="1409700"/>
                  </a:lnTo>
                  <a:lnTo>
                    <a:pt x="1526229" y="1397000"/>
                  </a:lnTo>
                  <a:lnTo>
                    <a:pt x="1527164" y="1371600"/>
                  </a:lnTo>
                  <a:lnTo>
                    <a:pt x="1527922" y="1358900"/>
                  </a:lnTo>
                  <a:lnTo>
                    <a:pt x="1528545" y="1333500"/>
                  </a:lnTo>
                  <a:lnTo>
                    <a:pt x="1530002" y="1270000"/>
                  </a:lnTo>
                  <a:close/>
                </a:path>
                <a:path w="4710430" h="1854200">
                  <a:moveTo>
                    <a:pt x="134082" y="863600"/>
                  </a:moveTo>
                  <a:lnTo>
                    <a:pt x="86121" y="863600"/>
                  </a:lnTo>
                  <a:lnTo>
                    <a:pt x="58866" y="876300"/>
                  </a:lnTo>
                  <a:lnTo>
                    <a:pt x="10449" y="952500"/>
                  </a:lnTo>
                  <a:lnTo>
                    <a:pt x="2382" y="1003300"/>
                  </a:lnTo>
                  <a:lnTo>
                    <a:pt x="504" y="1041400"/>
                  </a:lnTo>
                  <a:lnTo>
                    <a:pt x="0" y="1079500"/>
                  </a:lnTo>
                  <a:lnTo>
                    <a:pt x="2511" y="1104900"/>
                  </a:lnTo>
                  <a:lnTo>
                    <a:pt x="9849" y="1117600"/>
                  </a:lnTo>
                  <a:lnTo>
                    <a:pt x="21979" y="1143000"/>
                  </a:lnTo>
                  <a:lnTo>
                    <a:pt x="54506" y="1181100"/>
                  </a:lnTo>
                  <a:lnTo>
                    <a:pt x="92760" y="1206500"/>
                  </a:lnTo>
                  <a:lnTo>
                    <a:pt x="138080" y="1231900"/>
                  </a:lnTo>
                  <a:lnTo>
                    <a:pt x="162683" y="1244600"/>
                  </a:lnTo>
                  <a:lnTo>
                    <a:pt x="188963" y="1244600"/>
                  </a:lnTo>
                  <a:lnTo>
                    <a:pt x="216831" y="1257300"/>
                  </a:lnTo>
                  <a:lnTo>
                    <a:pt x="246015" y="1257300"/>
                  </a:lnTo>
                  <a:lnTo>
                    <a:pt x="276402" y="1270000"/>
                  </a:lnTo>
                  <a:lnTo>
                    <a:pt x="418280" y="1270000"/>
                  </a:lnTo>
                  <a:lnTo>
                    <a:pt x="485042" y="1244600"/>
                  </a:lnTo>
                  <a:lnTo>
                    <a:pt x="544531" y="1219200"/>
                  </a:lnTo>
                  <a:lnTo>
                    <a:pt x="570385" y="1193800"/>
                  </a:lnTo>
                  <a:lnTo>
                    <a:pt x="593521" y="1181100"/>
                  </a:lnTo>
                  <a:lnTo>
                    <a:pt x="601791" y="1168400"/>
                  </a:lnTo>
                  <a:lnTo>
                    <a:pt x="609655" y="1155700"/>
                  </a:lnTo>
                  <a:lnTo>
                    <a:pt x="617117" y="1155700"/>
                  </a:lnTo>
                  <a:lnTo>
                    <a:pt x="624179" y="1143000"/>
                  </a:lnTo>
                  <a:lnTo>
                    <a:pt x="1871286" y="1143000"/>
                  </a:lnTo>
                  <a:lnTo>
                    <a:pt x="1879105" y="1130300"/>
                  </a:lnTo>
                  <a:lnTo>
                    <a:pt x="1886062" y="1130300"/>
                  </a:lnTo>
                  <a:lnTo>
                    <a:pt x="1892727" y="1117600"/>
                  </a:lnTo>
                  <a:lnTo>
                    <a:pt x="1899110" y="1104900"/>
                  </a:lnTo>
                  <a:lnTo>
                    <a:pt x="1905219" y="1092200"/>
                  </a:lnTo>
                  <a:lnTo>
                    <a:pt x="4278741" y="1092200"/>
                  </a:lnTo>
                  <a:lnTo>
                    <a:pt x="4314219" y="1054100"/>
                  </a:lnTo>
                  <a:lnTo>
                    <a:pt x="4360299" y="1016000"/>
                  </a:lnTo>
                  <a:lnTo>
                    <a:pt x="4382572" y="990600"/>
                  </a:lnTo>
                  <a:lnTo>
                    <a:pt x="926505" y="990600"/>
                  </a:lnTo>
                  <a:lnTo>
                    <a:pt x="923793" y="977900"/>
                  </a:lnTo>
                  <a:lnTo>
                    <a:pt x="923217" y="965200"/>
                  </a:lnTo>
                  <a:lnTo>
                    <a:pt x="923647" y="952500"/>
                  </a:lnTo>
                  <a:lnTo>
                    <a:pt x="925769" y="876300"/>
                  </a:lnTo>
                  <a:lnTo>
                    <a:pt x="147901" y="876300"/>
                  </a:lnTo>
                  <a:lnTo>
                    <a:pt x="134082" y="863600"/>
                  </a:lnTo>
                  <a:close/>
                </a:path>
                <a:path w="4710430" h="1854200">
                  <a:moveTo>
                    <a:pt x="932149" y="1257300"/>
                  </a:moveTo>
                  <a:lnTo>
                    <a:pt x="775576" y="1257300"/>
                  </a:lnTo>
                  <a:lnTo>
                    <a:pt x="801137" y="1270000"/>
                  </a:lnTo>
                  <a:lnTo>
                    <a:pt x="916564" y="1270000"/>
                  </a:lnTo>
                  <a:lnTo>
                    <a:pt x="932149" y="1257300"/>
                  </a:lnTo>
                  <a:close/>
                </a:path>
                <a:path w="4710430" h="1854200">
                  <a:moveTo>
                    <a:pt x="1530696" y="1257300"/>
                  </a:moveTo>
                  <a:lnTo>
                    <a:pt x="1084050" y="1257300"/>
                  </a:lnTo>
                  <a:lnTo>
                    <a:pt x="1099282" y="1270000"/>
                  </a:lnTo>
                  <a:lnTo>
                    <a:pt x="1530257" y="1270000"/>
                  </a:lnTo>
                  <a:lnTo>
                    <a:pt x="1530696" y="1257300"/>
                  </a:lnTo>
                  <a:close/>
                </a:path>
                <a:path w="4710430" h="1854200">
                  <a:moveTo>
                    <a:pt x="1801716" y="1219200"/>
                  </a:moveTo>
                  <a:lnTo>
                    <a:pt x="1018607" y="1219200"/>
                  </a:lnTo>
                  <a:lnTo>
                    <a:pt x="1021016" y="1231900"/>
                  </a:lnTo>
                  <a:lnTo>
                    <a:pt x="1023508" y="1231900"/>
                  </a:lnTo>
                  <a:lnTo>
                    <a:pt x="1036525" y="1244600"/>
                  </a:lnTo>
                  <a:lnTo>
                    <a:pt x="1050991" y="1244600"/>
                  </a:lnTo>
                  <a:lnTo>
                    <a:pt x="1066851" y="1257300"/>
                  </a:lnTo>
                  <a:lnTo>
                    <a:pt x="1551299" y="1257300"/>
                  </a:lnTo>
                  <a:lnTo>
                    <a:pt x="1573158" y="1270000"/>
                  </a:lnTo>
                  <a:lnTo>
                    <a:pt x="1669810" y="1270000"/>
                  </a:lnTo>
                  <a:lnTo>
                    <a:pt x="1705094" y="1257300"/>
                  </a:lnTo>
                  <a:lnTo>
                    <a:pt x="1739004" y="1244600"/>
                  </a:lnTo>
                  <a:lnTo>
                    <a:pt x="1771422" y="1231900"/>
                  </a:lnTo>
                  <a:lnTo>
                    <a:pt x="1801716" y="1219200"/>
                  </a:lnTo>
                  <a:close/>
                </a:path>
                <a:path w="4710430" h="1854200">
                  <a:moveTo>
                    <a:pt x="4278741" y="1092200"/>
                  </a:moveTo>
                  <a:lnTo>
                    <a:pt x="1908256" y="1092200"/>
                  </a:lnTo>
                  <a:lnTo>
                    <a:pt x="1909910" y="1104900"/>
                  </a:lnTo>
                  <a:lnTo>
                    <a:pt x="1949485" y="1155700"/>
                  </a:lnTo>
                  <a:lnTo>
                    <a:pt x="1998640" y="1206500"/>
                  </a:lnTo>
                  <a:lnTo>
                    <a:pt x="2025874" y="1219200"/>
                  </a:lnTo>
                  <a:lnTo>
                    <a:pt x="2054734" y="1244600"/>
                  </a:lnTo>
                  <a:lnTo>
                    <a:pt x="2085120" y="1244600"/>
                  </a:lnTo>
                  <a:lnTo>
                    <a:pt x="2116930" y="1257300"/>
                  </a:lnTo>
                  <a:lnTo>
                    <a:pt x="2142787" y="1270000"/>
                  </a:lnTo>
                  <a:lnTo>
                    <a:pt x="2281895" y="1270000"/>
                  </a:lnTo>
                  <a:lnTo>
                    <a:pt x="2304839" y="1257300"/>
                  </a:lnTo>
                  <a:lnTo>
                    <a:pt x="2352090" y="1257300"/>
                  </a:lnTo>
                  <a:lnTo>
                    <a:pt x="2375219" y="1244600"/>
                  </a:lnTo>
                  <a:lnTo>
                    <a:pt x="2397254" y="1231900"/>
                  </a:lnTo>
                  <a:lnTo>
                    <a:pt x="2418114" y="1231900"/>
                  </a:lnTo>
                  <a:lnTo>
                    <a:pt x="2435906" y="1219200"/>
                  </a:lnTo>
                  <a:lnTo>
                    <a:pt x="2452403" y="1206500"/>
                  </a:lnTo>
                  <a:lnTo>
                    <a:pt x="2467582" y="1193800"/>
                  </a:lnTo>
                  <a:lnTo>
                    <a:pt x="2481421" y="1181100"/>
                  </a:lnTo>
                  <a:lnTo>
                    <a:pt x="4186157" y="1181100"/>
                  </a:lnTo>
                  <a:lnTo>
                    <a:pt x="4218701" y="1155700"/>
                  </a:lnTo>
                  <a:lnTo>
                    <a:pt x="4266916" y="1104900"/>
                  </a:lnTo>
                  <a:lnTo>
                    <a:pt x="4278741" y="1092200"/>
                  </a:lnTo>
                  <a:close/>
                </a:path>
                <a:path w="4710430" h="1854200">
                  <a:moveTo>
                    <a:pt x="1871286" y="1143000"/>
                  </a:moveTo>
                  <a:lnTo>
                    <a:pt x="624179" y="1143000"/>
                  </a:lnTo>
                  <a:lnTo>
                    <a:pt x="633834" y="1155700"/>
                  </a:lnTo>
                  <a:lnTo>
                    <a:pt x="644710" y="1181100"/>
                  </a:lnTo>
                  <a:lnTo>
                    <a:pt x="688281" y="1219200"/>
                  </a:lnTo>
                  <a:lnTo>
                    <a:pt x="729991" y="1244600"/>
                  </a:lnTo>
                  <a:lnTo>
                    <a:pt x="753327" y="1257300"/>
                  </a:lnTo>
                  <a:lnTo>
                    <a:pt x="948578" y="1257300"/>
                  </a:lnTo>
                  <a:lnTo>
                    <a:pt x="964780" y="1244600"/>
                  </a:lnTo>
                  <a:lnTo>
                    <a:pt x="980698" y="1244600"/>
                  </a:lnTo>
                  <a:lnTo>
                    <a:pt x="996273" y="1231900"/>
                  </a:lnTo>
                  <a:lnTo>
                    <a:pt x="1009969" y="1231900"/>
                  </a:lnTo>
                  <a:lnTo>
                    <a:pt x="1016304" y="1219200"/>
                  </a:lnTo>
                  <a:lnTo>
                    <a:pt x="1801716" y="1219200"/>
                  </a:lnTo>
                  <a:lnTo>
                    <a:pt x="1829822" y="1193800"/>
                  </a:lnTo>
                  <a:lnTo>
                    <a:pt x="1855649" y="1168400"/>
                  </a:lnTo>
                  <a:lnTo>
                    <a:pt x="1871286" y="1143000"/>
                  </a:lnTo>
                  <a:close/>
                </a:path>
                <a:path w="4710430" h="1854200">
                  <a:moveTo>
                    <a:pt x="1216098" y="469900"/>
                  </a:moveTo>
                  <a:lnTo>
                    <a:pt x="1041659" y="469900"/>
                  </a:lnTo>
                  <a:lnTo>
                    <a:pt x="1025696" y="482600"/>
                  </a:lnTo>
                  <a:lnTo>
                    <a:pt x="998946" y="520700"/>
                  </a:lnTo>
                  <a:lnTo>
                    <a:pt x="991520" y="571500"/>
                  </a:lnTo>
                  <a:lnTo>
                    <a:pt x="989874" y="622300"/>
                  </a:lnTo>
                  <a:lnTo>
                    <a:pt x="989003" y="673100"/>
                  </a:lnTo>
                  <a:lnTo>
                    <a:pt x="988492" y="698500"/>
                  </a:lnTo>
                  <a:lnTo>
                    <a:pt x="987767" y="736600"/>
                  </a:lnTo>
                  <a:lnTo>
                    <a:pt x="985921" y="774700"/>
                  </a:lnTo>
                  <a:lnTo>
                    <a:pt x="981914" y="825500"/>
                  </a:lnTo>
                  <a:lnTo>
                    <a:pt x="976049" y="876300"/>
                  </a:lnTo>
                  <a:lnTo>
                    <a:pt x="967926" y="914400"/>
                  </a:lnTo>
                  <a:lnTo>
                    <a:pt x="962965" y="939800"/>
                  </a:lnTo>
                  <a:lnTo>
                    <a:pt x="958462" y="952500"/>
                  </a:lnTo>
                  <a:lnTo>
                    <a:pt x="953385" y="965200"/>
                  </a:lnTo>
                  <a:lnTo>
                    <a:pt x="947753" y="977900"/>
                  </a:lnTo>
                  <a:lnTo>
                    <a:pt x="941583" y="990600"/>
                  </a:lnTo>
                  <a:lnTo>
                    <a:pt x="4382572" y="990600"/>
                  </a:lnTo>
                  <a:lnTo>
                    <a:pt x="4404845" y="965200"/>
                  </a:lnTo>
                  <a:lnTo>
                    <a:pt x="4447544" y="927100"/>
                  </a:lnTo>
                  <a:lnTo>
                    <a:pt x="4488086" y="889000"/>
                  </a:lnTo>
                  <a:lnTo>
                    <a:pt x="4526158" y="850900"/>
                  </a:lnTo>
                  <a:lnTo>
                    <a:pt x="4561450" y="812800"/>
                  </a:lnTo>
                  <a:lnTo>
                    <a:pt x="4593649" y="787400"/>
                  </a:lnTo>
                  <a:lnTo>
                    <a:pt x="4622445" y="762000"/>
                  </a:lnTo>
                  <a:lnTo>
                    <a:pt x="4647526" y="736600"/>
                  </a:lnTo>
                  <a:lnTo>
                    <a:pt x="4668580" y="711200"/>
                  </a:lnTo>
                  <a:lnTo>
                    <a:pt x="4705123" y="660400"/>
                  </a:lnTo>
                  <a:lnTo>
                    <a:pt x="1936768" y="660400"/>
                  </a:lnTo>
                  <a:lnTo>
                    <a:pt x="1925777" y="622300"/>
                  </a:lnTo>
                  <a:lnTo>
                    <a:pt x="1912812" y="596900"/>
                  </a:lnTo>
                  <a:lnTo>
                    <a:pt x="1897870" y="571500"/>
                  </a:lnTo>
                  <a:lnTo>
                    <a:pt x="1880947" y="546100"/>
                  </a:lnTo>
                  <a:lnTo>
                    <a:pt x="1848859" y="520700"/>
                  </a:lnTo>
                  <a:lnTo>
                    <a:pt x="1506236" y="520700"/>
                  </a:lnTo>
                  <a:lnTo>
                    <a:pt x="1503273" y="508000"/>
                  </a:lnTo>
                  <a:lnTo>
                    <a:pt x="1496886" y="508000"/>
                  </a:lnTo>
                  <a:lnTo>
                    <a:pt x="1471942" y="495300"/>
                  </a:lnTo>
                  <a:lnTo>
                    <a:pt x="1249783" y="495300"/>
                  </a:lnTo>
                  <a:lnTo>
                    <a:pt x="1239289" y="482600"/>
                  </a:lnTo>
                  <a:lnTo>
                    <a:pt x="1228058" y="482600"/>
                  </a:lnTo>
                  <a:lnTo>
                    <a:pt x="1216098" y="469900"/>
                  </a:lnTo>
                  <a:close/>
                </a:path>
                <a:path w="4710430" h="1854200">
                  <a:moveTo>
                    <a:pt x="476387" y="279400"/>
                  </a:moveTo>
                  <a:lnTo>
                    <a:pt x="345862" y="279400"/>
                  </a:lnTo>
                  <a:lnTo>
                    <a:pt x="313209" y="292100"/>
                  </a:lnTo>
                  <a:lnTo>
                    <a:pt x="280630" y="292100"/>
                  </a:lnTo>
                  <a:lnTo>
                    <a:pt x="214505" y="317500"/>
                  </a:lnTo>
                  <a:lnTo>
                    <a:pt x="155440" y="355600"/>
                  </a:lnTo>
                  <a:lnTo>
                    <a:pt x="103871" y="406400"/>
                  </a:lnTo>
                  <a:lnTo>
                    <a:pt x="62919" y="457200"/>
                  </a:lnTo>
                  <a:lnTo>
                    <a:pt x="46959" y="495300"/>
                  </a:lnTo>
                  <a:lnTo>
                    <a:pt x="35570" y="533400"/>
                  </a:lnTo>
                  <a:lnTo>
                    <a:pt x="28786" y="584200"/>
                  </a:lnTo>
                  <a:lnTo>
                    <a:pt x="26637" y="622300"/>
                  </a:lnTo>
                  <a:lnTo>
                    <a:pt x="28662" y="660400"/>
                  </a:lnTo>
                  <a:lnTo>
                    <a:pt x="34389" y="698500"/>
                  </a:lnTo>
                  <a:lnTo>
                    <a:pt x="43795" y="736600"/>
                  </a:lnTo>
                  <a:lnTo>
                    <a:pt x="72326" y="787400"/>
                  </a:lnTo>
                  <a:lnTo>
                    <a:pt x="109431" y="838200"/>
                  </a:lnTo>
                  <a:lnTo>
                    <a:pt x="130938" y="863600"/>
                  </a:lnTo>
                  <a:lnTo>
                    <a:pt x="145992" y="863600"/>
                  </a:lnTo>
                  <a:lnTo>
                    <a:pt x="153705" y="876300"/>
                  </a:lnTo>
                  <a:lnTo>
                    <a:pt x="925769" y="876300"/>
                  </a:lnTo>
                  <a:lnTo>
                    <a:pt x="926127" y="863600"/>
                  </a:lnTo>
                  <a:lnTo>
                    <a:pt x="930488" y="723900"/>
                  </a:lnTo>
                  <a:lnTo>
                    <a:pt x="932236" y="673100"/>
                  </a:lnTo>
                  <a:lnTo>
                    <a:pt x="933076" y="635000"/>
                  </a:lnTo>
                  <a:lnTo>
                    <a:pt x="933144" y="622300"/>
                  </a:lnTo>
                  <a:lnTo>
                    <a:pt x="932038" y="609600"/>
                  </a:lnTo>
                  <a:lnTo>
                    <a:pt x="929967" y="596900"/>
                  </a:lnTo>
                  <a:lnTo>
                    <a:pt x="926940" y="571500"/>
                  </a:lnTo>
                  <a:lnTo>
                    <a:pt x="907540" y="533400"/>
                  </a:lnTo>
                  <a:lnTo>
                    <a:pt x="870577" y="495300"/>
                  </a:lnTo>
                  <a:lnTo>
                    <a:pt x="855142" y="482600"/>
                  </a:lnTo>
                  <a:lnTo>
                    <a:pt x="838084" y="482600"/>
                  </a:lnTo>
                  <a:lnTo>
                    <a:pt x="819451" y="469900"/>
                  </a:lnTo>
                  <a:lnTo>
                    <a:pt x="690931" y="469900"/>
                  </a:lnTo>
                  <a:lnTo>
                    <a:pt x="680986" y="431800"/>
                  </a:lnTo>
                  <a:lnTo>
                    <a:pt x="665737" y="393700"/>
                  </a:lnTo>
                  <a:lnTo>
                    <a:pt x="645295" y="368300"/>
                  </a:lnTo>
                  <a:lnTo>
                    <a:pt x="619771" y="342900"/>
                  </a:lnTo>
                  <a:lnTo>
                    <a:pt x="579860" y="317500"/>
                  </a:lnTo>
                  <a:lnTo>
                    <a:pt x="532006" y="292100"/>
                  </a:lnTo>
                  <a:lnTo>
                    <a:pt x="476387" y="279400"/>
                  </a:lnTo>
                  <a:close/>
                </a:path>
                <a:path w="4710430" h="1854200">
                  <a:moveTo>
                    <a:pt x="4104011" y="0"/>
                  </a:moveTo>
                  <a:lnTo>
                    <a:pt x="4052651" y="0"/>
                  </a:lnTo>
                  <a:lnTo>
                    <a:pt x="2721990" y="88900"/>
                  </a:lnTo>
                  <a:lnTo>
                    <a:pt x="2687639" y="88900"/>
                  </a:lnTo>
                  <a:lnTo>
                    <a:pt x="2661274" y="101600"/>
                  </a:lnTo>
                  <a:lnTo>
                    <a:pt x="2644373" y="114300"/>
                  </a:lnTo>
                  <a:lnTo>
                    <a:pt x="2638411" y="127000"/>
                  </a:lnTo>
                  <a:lnTo>
                    <a:pt x="2271847" y="469900"/>
                  </a:lnTo>
                  <a:lnTo>
                    <a:pt x="2189043" y="469900"/>
                  </a:lnTo>
                  <a:lnTo>
                    <a:pt x="2151837" y="482600"/>
                  </a:lnTo>
                  <a:lnTo>
                    <a:pt x="2086119" y="508000"/>
                  </a:lnTo>
                  <a:lnTo>
                    <a:pt x="2030038" y="546100"/>
                  </a:lnTo>
                  <a:lnTo>
                    <a:pt x="2005656" y="571500"/>
                  </a:lnTo>
                  <a:lnTo>
                    <a:pt x="1985630" y="584200"/>
                  </a:lnTo>
                  <a:lnTo>
                    <a:pt x="1967450" y="609600"/>
                  </a:lnTo>
                  <a:lnTo>
                    <a:pt x="1951151" y="635000"/>
                  </a:lnTo>
                  <a:lnTo>
                    <a:pt x="1936768" y="660400"/>
                  </a:lnTo>
                  <a:lnTo>
                    <a:pt x="4705123" y="660400"/>
                  </a:lnTo>
                  <a:lnTo>
                    <a:pt x="4710086" y="609600"/>
                  </a:lnTo>
                  <a:lnTo>
                    <a:pt x="4695511" y="571500"/>
                  </a:lnTo>
                  <a:lnTo>
                    <a:pt x="4673438" y="546100"/>
                  </a:lnTo>
                  <a:lnTo>
                    <a:pt x="4663552" y="533400"/>
                  </a:lnTo>
                  <a:lnTo>
                    <a:pt x="4644856" y="520700"/>
                  </a:lnTo>
                  <a:lnTo>
                    <a:pt x="4618553" y="495300"/>
                  </a:lnTo>
                  <a:lnTo>
                    <a:pt x="4585846" y="457200"/>
                  </a:lnTo>
                  <a:lnTo>
                    <a:pt x="4547938" y="419100"/>
                  </a:lnTo>
                  <a:lnTo>
                    <a:pt x="4506032" y="381000"/>
                  </a:lnTo>
                  <a:lnTo>
                    <a:pt x="4461332" y="330200"/>
                  </a:lnTo>
                  <a:lnTo>
                    <a:pt x="4415041" y="292100"/>
                  </a:lnTo>
                  <a:lnTo>
                    <a:pt x="4368361" y="241300"/>
                  </a:lnTo>
                  <a:lnTo>
                    <a:pt x="4278648" y="152400"/>
                  </a:lnTo>
                  <a:lnTo>
                    <a:pt x="4171244" y="38100"/>
                  </a:lnTo>
                  <a:lnTo>
                    <a:pt x="4150755" y="25400"/>
                  </a:lnTo>
                  <a:lnTo>
                    <a:pt x="4104011" y="0"/>
                  </a:lnTo>
                  <a:close/>
                </a:path>
                <a:path w="4710430" h="1854200">
                  <a:moveTo>
                    <a:pt x="1725167" y="469900"/>
                  </a:moveTo>
                  <a:lnTo>
                    <a:pt x="1621657" y="469900"/>
                  </a:lnTo>
                  <a:lnTo>
                    <a:pt x="1585894" y="482600"/>
                  </a:lnTo>
                  <a:lnTo>
                    <a:pt x="1553091" y="495300"/>
                  </a:lnTo>
                  <a:lnTo>
                    <a:pt x="1523367" y="508000"/>
                  </a:lnTo>
                  <a:lnTo>
                    <a:pt x="1511765" y="508000"/>
                  </a:lnTo>
                  <a:lnTo>
                    <a:pt x="1506236" y="520700"/>
                  </a:lnTo>
                  <a:lnTo>
                    <a:pt x="1848859" y="520700"/>
                  </a:lnTo>
                  <a:lnTo>
                    <a:pt x="1812138" y="495300"/>
                  </a:lnTo>
                  <a:lnTo>
                    <a:pt x="1770877" y="482600"/>
                  </a:lnTo>
                  <a:lnTo>
                    <a:pt x="1725167" y="469900"/>
                  </a:lnTo>
                  <a:close/>
                </a:path>
                <a:path w="4710430" h="1854200">
                  <a:moveTo>
                    <a:pt x="1409125" y="469900"/>
                  </a:moveTo>
                  <a:lnTo>
                    <a:pt x="1285100" y="469900"/>
                  </a:lnTo>
                  <a:lnTo>
                    <a:pt x="1267159" y="482600"/>
                  </a:lnTo>
                  <a:lnTo>
                    <a:pt x="1249783" y="495300"/>
                  </a:lnTo>
                  <a:lnTo>
                    <a:pt x="1471942" y="495300"/>
                  </a:lnTo>
                  <a:lnTo>
                    <a:pt x="1442653" y="482600"/>
                  </a:lnTo>
                  <a:lnTo>
                    <a:pt x="1409125" y="4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675847" y="9046691"/>
              <a:ext cx="2308225" cy="1785620"/>
            </a:xfrm>
            <a:custGeom>
              <a:avLst/>
              <a:gdLst/>
              <a:ahLst/>
              <a:cxnLst/>
              <a:rect l="l" t="t" r="r" b="b"/>
              <a:pathLst>
                <a:path w="2308225" h="1785620">
                  <a:moveTo>
                    <a:pt x="415704" y="1205827"/>
                  </a:moveTo>
                  <a:lnTo>
                    <a:pt x="389925" y="1226172"/>
                  </a:lnTo>
                  <a:lnTo>
                    <a:pt x="1019923" y="1752364"/>
                  </a:lnTo>
                  <a:lnTo>
                    <a:pt x="1025675" y="1757391"/>
                  </a:lnTo>
                  <a:lnTo>
                    <a:pt x="1067442" y="1781498"/>
                  </a:lnTo>
                  <a:lnTo>
                    <a:pt x="1114276" y="1785047"/>
                  </a:lnTo>
                  <a:lnTo>
                    <a:pt x="1156988" y="1772007"/>
                  </a:lnTo>
                  <a:lnTo>
                    <a:pt x="1186393" y="1746344"/>
                  </a:lnTo>
                  <a:lnTo>
                    <a:pt x="1192784" y="1739301"/>
                  </a:lnTo>
                  <a:lnTo>
                    <a:pt x="1204302" y="1727290"/>
                  </a:lnTo>
                  <a:lnTo>
                    <a:pt x="1210569" y="1720891"/>
                  </a:lnTo>
                  <a:lnTo>
                    <a:pt x="1089096" y="1720891"/>
                  </a:lnTo>
                  <a:lnTo>
                    <a:pt x="1040236" y="1713010"/>
                  </a:lnTo>
                  <a:lnTo>
                    <a:pt x="998189" y="1688440"/>
                  </a:lnTo>
                  <a:lnTo>
                    <a:pt x="989163" y="1680821"/>
                  </a:lnTo>
                  <a:lnTo>
                    <a:pt x="415704" y="1205827"/>
                  </a:lnTo>
                  <a:close/>
                </a:path>
                <a:path w="2308225" h="1785620">
                  <a:moveTo>
                    <a:pt x="1792416" y="41914"/>
                  </a:moveTo>
                  <a:lnTo>
                    <a:pt x="1673657" y="41914"/>
                  </a:lnTo>
                  <a:lnTo>
                    <a:pt x="1699363" y="44070"/>
                  </a:lnTo>
                  <a:lnTo>
                    <a:pt x="1718505" y="56968"/>
                  </a:lnTo>
                  <a:lnTo>
                    <a:pt x="1741433" y="84081"/>
                  </a:lnTo>
                  <a:lnTo>
                    <a:pt x="2177746" y="505175"/>
                  </a:lnTo>
                  <a:lnTo>
                    <a:pt x="2197369" y="523597"/>
                  </a:lnTo>
                  <a:lnTo>
                    <a:pt x="2207608" y="532811"/>
                  </a:lnTo>
                  <a:lnTo>
                    <a:pt x="2228075" y="557314"/>
                  </a:lnTo>
                  <a:lnTo>
                    <a:pt x="2241499" y="594307"/>
                  </a:lnTo>
                  <a:lnTo>
                    <a:pt x="2236722" y="638148"/>
                  </a:lnTo>
                  <a:lnTo>
                    <a:pt x="2236677" y="638559"/>
                  </a:lnTo>
                  <a:lnTo>
                    <a:pt x="2202404" y="684837"/>
                  </a:lnTo>
                  <a:lnTo>
                    <a:pt x="2183045" y="702795"/>
                  </a:lnTo>
                  <a:lnTo>
                    <a:pt x="2104560" y="776840"/>
                  </a:lnTo>
                  <a:lnTo>
                    <a:pt x="1837502" y="1033064"/>
                  </a:lnTo>
                  <a:lnTo>
                    <a:pt x="1212875" y="1641757"/>
                  </a:lnTo>
                  <a:lnTo>
                    <a:pt x="1179050" y="1675689"/>
                  </a:lnTo>
                  <a:lnTo>
                    <a:pt x="1164163" y="1691278"/>
                  </a:lnTo>
                  <a:lnTo>
                    <a:pt x="1133996" y="1713256"/>
                  </a:lnTo>
                  <a:lnTo>
                    <a:pt x="1089096" y="1720891"/>
                  </a:lnTo>
                  <a:lnTo>
                    <a:pt x="1210569" y="1720891"/>
                  </a:lnTo>
                  <a:lnTo>
                    <a:pt x="1220617" y="1710634"/>
                  </a:lnTo>
                  <a:lnTo>
                    <a:pt x="2045586" y="898964"/>
                  </a:lnTo>
                  <a:lnTo>
                    <a:pt x="2246422" y="704212"/>
                  </a:lnTo>
                  <a:lnTo>
                    <a:pt x="2267396" y="684104"/>
                  </a:lnTo>
                  <a:lnTo>
                    <a:pt x="2301235" y="638148"/>
                  </a:lnTo>
                  <a:lnTo>
                    <a:pt x="2307979" y="594307"/>
                  </a:lnTo>
                  <a:lnTo>
                    <a:pt x="2308080" y="593653"/>
                  </a:lnTo>
                  <a:lnTo>
                    <a:pt x="2297268" y="555168"/>
                  </a:lnTo>
                  <a:lnTo>
                    <a:pt x="2278140" y="527240"/>
                  </a:lnTo>
                  <a:lnTo>
                    <a:pt x="2276119" y="525125"/>
                  </a:lnTo>
                  <a:lnTo>
                    <a:pt x="2274182" y="523282"/>
                  </a:lnTo>
                  <a:lnTo>
                    <a:pt x="2272307" y="521690"/>
                  </a:lnTo>
                  <a:lnTo>
                    <a:pt x="2261741" y="511811"/>
                  </a:lnTo>
                  <a:lnTo>
                    <a:pt x="2241488" y="492061"/>
                  </a:lnTo>
                  <a:lnTo>
                    <a:pt x="1792416" y="41914"/>
                  </a:lnTo>
                  <a:close/>
                </a:path>
                <a:path w="2308225" h="1785620">
                  <a:moveTo>
                    <a:pt x="1702496" y="0"/>
                  </a:moveTo>
                  <a:lnTo>
                    <a:pt x="1684702" y="0"/>
                  </a:lnTo>
                  <a:lnTo>
                    <a:pt x="1679268" y="397"/>
                  </a:lnTo>
                  <a:lnTo>
                    <a:pt x="1677404" y="649"/>
                  </a:lnTo>
                  <a:lnTo>
                    <a:pt x="400427" y="83180"/>
                  </a:lnTo>
                  <a:lnTo>
                    <a:pt x="342133" y="100618"/>
                  </a:lnTo>
                  <a:lnTo>
                    <a:pt x="0" y="434761"/>
                  </a:lnTo>
                  <a:lnTo>
                    <a:pt x="7319" y="435756"/>
                  </a:lnTo>
                  <a:lnTo>
                    <a:pt x="14449" y="436939"/>
                  </a:lnTo>
                  <a:lnTo>
                    <a:pt x="21371" y="438321"/>
                  </a:lnTo>
                  <a:lnTo>
                    <a:pt x="312199" y="158937"/>
                  </a:lnTo>
                  <a:lnTo>
                    <a:pt x="330847" y="142944"/>
                  </a:lnTo>
                  <a:lnTo>
                    <a:pt x="345193" y="134417"/>
                  </a:lnTo>
                  <a:lnTo>
                    <a:pt x="362555" y="130480"/>
                  </a:lnTo>
                  <a:lnTo>
                    <a:pt x="390249" y="128257"/>
                  </a:lnTo>
                  <a:lnTo>
                    <a:pt x="1631039" y="47024"/>
                  </a:lnTo>
                  <a:lnTo>
                    <a:pt x="1673657" y="41914"/>
                  </a:lnTo>
                  <a:lnTo>
                    <a:pt x="1792416" y="41914"/>
                  </a:lnTo>
                  <a:lnTo>
                    <a:pt x="1791139" y="40627"/>
                  </a:lnTo>
                  <a:lnTo>
                    <a:pt x="1770320" y="20888"/>
                  </a:lnTo>
                  <a:lnTo>
                    <a:pt x="1746745" y="8679"/>
                  </a:lnTo>
                  <a:lnTo>
                    <a:pt x="1723064" y="2270"/>
                  </a:lnTo>
                  <a:lnTo>
                    <a:pt x="1702496" y="0"/>
                  </a:lnTo>
                  <a:close/>
                </a:path>
              </a:pathLst>
            </a:custGeom>
            <a:solidFill>
              <a:srgbClr val="EE0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554123" y="9539509"/>
              <a:ext cx="1543685" cy="648335"/>
            </a:xfrm>
            <a:custGeom>
              <a:avLst/>
              <a:gdLst/>
              <a:ahLst/>
              <a:cxnLst/>
              <a:rect l="l" t="t" r="r" b="b"/>
              <a:pathLst>
                <a:path w="1543684" h="648334">
                  <a:moveTo>
                    <a:pt x="25" y="0"/>
                  </a:moveTo>
                  <a:close/>
                </a:path>
                <a:path w="1543684" h="648334">
                  <a:moveTo>
                    <a:pt x="1305636" y="5588"/>
                  </a:moveTo>
                  <a:close/>
                </a:path>
                <a:path w="1543684" h="648334">
                  <a:moveTo>
                    <a:pt x="1543608" y="647827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678470" y="9424896"/>
              <a:ext cx="276860" cy="68580"/>
            </a:xfrm>
            <a:custGeom>
              <a:avLst/>
              <a:gdLst/>
              <a:ahLst/>
              <a:cxnLst/>
              <a:rect l="l" t="t" r="r" b="b"/>
              <a:pathLst>
                <a:path w="276859" h="68579">
                  <a:moveTo>
                    <a:pt x="181419" y="0"/>
                  </a:moveTo>
                  <a:lnTo>
                    <a:pt x="169218" y="77"/>
                  </a:lnTo>
                  <a:lnTo>
                    <a:pt x="156913" y="753"/>
                  </a:lnTo>
                  <a:lnTo>
                    <a:pt x="144623" y="1945"/>
                  </a:lnTo>
                  <a:lnTo>
                    <a:pt x="0" y="19044"/>
                  </a:lnTo>
                  <a:lnTo>
                    <a:pt x="14418" y="55650"/>
                  </a:lnTo>
                  <a:lnTo>
                    <a:pt x="159021" y="38593"/>
                  </a:lnTo>
                  <a:lnTo>
                    <a:pt x="171316" y="37377"/>
                  </a:lnTo>
                  <a:lnTo>
                    <a:pt x="183623" y="36687"/>
                  </a:lnTo>
                  <a:lnTo>
                    <a:pt x="195831" y="36602"/>
                  </a:lnTo>
                  <a:lnTo>
                    <a:pt x="207826" y="37200"/>
                  </a:lnTo>
                  <a:lnTo>
                    <a:pt x="228232" y="40236"/>
                  </a:lnTo>
                  <a:lnTo>
                    <a:pt x="246870" y="46193"/>
                  </a:lnTo>
                  <a:lnTo>
                    <a:pt x="263104" y="55478"/>
                  </a:lnTo>
                  <a:lnTo>
                    <a:pt x="276295" y="68498"/>
                  </a:lnTo>
                  <a:lnTo>
                    <a:pt x="275237" y="60351"/>
                  </a:lnTo>
                  <a:lnTo>
                    <a:pt x="255719" y="24593"/>
                  </a:lnTo>
                  <a:lnTo>
                    <a:pt x="214558" y="3746"/>
                  </a:lnTo>
                  <a:lnTo>
                    <a:pt x="193397" y="604"/>
                  </a:lnTo>
                  <a:lnTo>
                    <a:pt x="181419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66432" y="9443936"/>
              <a:ext cx="26670" cy="224154"/>
            </a:xfrm>
            <a:custGeom>
              <a:avLst/>
              <a:gdLst/>
              <a:ahLst/>
              <a:cxnLst/>
              <a:rect l="l" t="t" r="r" b="b"/>
              <a:pathLst>
                <a:path w="26669" h="224154">
                  <a:moveTo>
                    <a:pt x="12041" y="0"/>
                  </a:moveTo>
                  <a:lnTo>
                    <a:pt x="0" y="224118"/>
                  </a:lnTo>
                  <a:lnTo>
                    <a:pt x="16460" y="222223"/>
                  </a:lnTo>
                  <a:lnTo>
                    <a:pt x="26459" y="36606"/>
                  </a:lnTo>
                  <a:lnTo>
                    <a:pt x="12041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656468" y="9365913"/>
              <a:ext cx="570865" cy="541020"/>
            </a:xfrm>
            <a:custGeom>
              <a:avLst/>
              <a:gdLst/>
              <a:ahLst/>
              <a:cxnLst/>
              <a:rect l="l" t="t" r="r" b="b"/>
              <a:pathLst>
                <a:path w="570865" h="541020">
                  <a:moveTo>
                    <a:pt x="312191" y="540499"/>
                  </a:moveTo>
                  <a:lnTo>
                    <a:pt x="297840" y="503440"/>
                  </a:lnTo>
                  <a:lnTo>
                    <a:pt x="268122" y="478726"/>
                  </a:lnTo>
                  <a:lnTo>
                    <a:pt x="227825" y="467194"/>
                  </a:lnTo>
                  <a:lnTo>
                    <a:pt x="207073" y="465683"/>
                  </a:lnTo>
                  <a:lnTo>
                    <a:pt x="194589" y="465721"/>
                  </a:lnTo>
                  <a:lnTo>
                    <a:pt x="182003" y="466369"/>
                  </a:lnTo>
                  <a:lnTo>
                    <a:pt x="169430" y="467563"/>
                  </a:lnTo>
                  <a:lnTo>
                    <a:pt x="0" y="486968"/>
                  </a:lnTo>
                  <a:lnTo>
                    <a:pt x="14389" y="523570"/>
                  </a:lnTo>
                  <a:lnTo>
                    <a:pt x="183845" y="504177"/>
                  </a:lnTo>
                  <a:lnTo>
                    <a:pt x="196405" y="502970"/>
                  </a:lnTo>
                  <a:lnTo>
                    <a:pt x="208978" y="502323"/>
                  </a:lnTo>
                  <a:lnTo>
                    <a:pt x="221462" y="502285"/>
                  </a:lnTo>
                  <a:lnTo>
                    <a:pt x="233756" y="502920"/>
                  </a:lnTo>
                  <a:lnTo>
                    <a:pt x="257263" y="506514"/>
                  </a:lnTo>
                  <a:lnTo>
                    <a:pt x="278714" y="513638"/>
                  </a:lnTo>
                  <a:lnTo>
                    <a:pt x="297281" y="524802"/>
                  </a:lnTo>
                  <a:lnTo>
                    <a:pt x="312191" y="540499"/>
                  </a:lnTo>
                  <a:close/>
                </a:path>
                <a:path w="570865" h="541020">
                  <a:moveTo>
                    <a:pt x="570407" y="139954"/>
                  </a:moveTo>
                  <a:lnTo>
                    <a:pt x="565797" y="84632"/>
                  </a:lnTo>
                  <a:lnTo>
                    <a:pt x="554355" y="41122"/>
                  </a:lnTo>
                  <a:lnTo>
                    <a:pt x="538670" y="0"/>
                  </a:lnTo>
                  <a:lnTo>
                    <a:pt x="538873" y="952"/>
                  </a:lnTo>
                  <a:lnTo>
                    <a:pt x="539216" y="1905"/>
                  </a:lnTo>
                  <a:lnTo>
                    <a:pt x="540829" y="6134"/>
                  </a:lnTo>
                  <a:lnTo>
                    <a:pt x="542175" y="10642"/>
                  </a:lnTo>
                  <a:lnTo>
                    <a:pt x="544626" y="18656"/>
                  </a:lnTo>
                  <a:lnTo>
                    <a:pt x="545795" y="22123"/>
                  </a:lnTo>
                  <a:lnTo>
                    <a:pt x="547814" y="30035"/>
                  </a:lnTo>
                  <a:lnTo>
                    <a:pt x="548665" y="34645"/>
                  </a:lnTo>
                  <a:lnTo>
                    <a:pt x="550329" y="43091"/>
                  </a:lnTo>
                  <a:lnTo>
                    <a:pt x="551180" y="46901"/>
                  </a:lnTo>
                  <a:lnTo>
                    <a:pt x="551751" y="50800"/>
                  </a:lnTo>
                  <a:lnTo>
                    <a:pt x="552462" y="55270"/>
                  </a:lnTo>
                  <a:lnTo>
                    <a:pt x="553872" y="69075"/>
                  </a:lnTo>
                  <a:lnTo>
                    <a:pt x="554342" y="73406"/>
                  </a:lnTo>
                  <a:lnTo>
                    <a:pt x="554901" y="81876"/>
                  </a:lnTo>
                  <a:lnTo>
                    <a:pt x="555218" y="90360"/>
                  </a:lnTo>
                  <a:lnTo>
                    <a:pt x="555294" y="93052"/>
                  </a:lnTo>
                  <a:lnTo>
                    <a:pt x="555536" y="95732"/>
                  </a:lnTo>
                  <a:lnTo>
                    <a:pt x="554863" y="139954"/>
                  </a:lnTo>
                  <a:lnTo>
                    <a:pt x="552881" y="163220"/>
                  </a:lnTo>
                  <a:lnTo>
                    <a:pt x="552818" y="163766"/>
                  </a:lnTo>
                  <a:lnTo>
                    <a:pt x="540118" y="216230"/>
                  </a:lnTo>
                  <a:lnTo>
                    <a:pt x="516636" y="261251"/>
                  </a:lnTo>
                  <a:lnTo>
                    <a:pt x="483831" y="299415"/>
                  </a:lnTo>
                  <a:lnTo>
                    <a:pt x="443230" y="331190"/>
                  </a:lnTo>
                  <a:lnTo>
                    <a:pt x="429348" y="339801"/>
                  </a:lnTo>
                  <a:lnTo>
                    <a:pt x="440601" y="343255"/>
                  </a:lnTo>
                  <a:lnTo>
                    <a:pt x="451789" y="347091"/>
                  </a:lnTo>
                  <a:lnTo>
                    <a:pt x="462889" y="351345"/>
                  </a:lnTo>
                  <a:lnTo>
                    <a:pt x="473849" y="356057"/>
                  </a:lnTo>
                  <a:lnTo>
                    <a:pt x="489369" y="343585"/>
                  </a:lnTo>
                  <a:lnTo>
                    <a:pt x="517461" y="315493"/>
                  </a:lnTo>
                  <a:lnTo>
                    <a:pt x="544271" y="275767"/>
                  </a:lnTo>
                  <a:lnTo>
                    <a:pt x="563346" y="223240"/>
                  </a:lnTo>
                  <a:lnTo>
                    <a:pt x="569887" y="167932"/>
                  </a:lnTo>
                  <a:lnTo>
                    <a:pt x="570407" y="140169"/>
                  </a:lnTo>
                  <a:lnTo>
                    <a:pt x="570407" y="13995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641349" y="9852878"/>
              <a:ext cx="29845" cy="260350"/>
            </a:xfrm>
            <a:custGeom>
              <a:avLst/>
              <a:gdLst/>
              <a:ahLst/>
              <a:cxnLst/>
              <a:rect l="l" t="t" r="r" b="b"/>
              <a:pathLst>
                <a:path w="29844" h="260350">
                  <a:moveTo>
                    <a:pt x="15119" y="0"/>
                  </a:moveTo>
                  <a:lnTo>
                    <a:pt x="0" y="260159"/>
                  </a:lnTo>
                  <a:lnTo>
                    <a:pt x="16575" y="258986"/>
                  </a:lnTo>
                  <a:lnTo>
                    <a:pt x="29506" y="36595"/>
                  </a:lnTo>
                  <a:lnTo>
                    <a:pt x="15119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896340" y="9429476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69" h="634">
                  <a:moveTo>
                    <a:pt x="0" y="0"/>
                  </a:moveTo>
                  <a:lnTo>
                    <a:pt x="513" y="125"/>
                  </a:lnTo>
                  <a:lnTo>
                    <a:pt x="764" y="178"/>
                  </a:lnTo>
                  <a:lnTo>
                    <a:pt x="251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3248" y="9426864"/>
              <a:ext cx="13850" cy="278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7907299" y="9432979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1664" y="628"/>
                  </a:lnTo>
                  <a:lnTo>
                    <a:pt x="2492" y="963"/>
                  </a:lnTo>
                  <a:lnTo>
                    <a:pt x="827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7298" y="9432979"/>
              <a:ext cx="2492" cy="96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7951705" y="9367805"/>
              <a:ext cx="258445" cy="135890"/>
            </a:xfrm>
            <a:custGeom>
              <a:avLst/>
              <a:gdLst/>
              <a:ahLst/>
              <a:cxnLst/>
              <a:rect l="l" t="t" r="r" b="b"/>
              <a:pathLst>
                <a:path w="258444" h="135890">
                  <a:moveTo>
                    <a:pt x="9956" y="135610"/>
                  </a:moveTo>
                  <a:lnTo>
                    <a:pt x="0" y="110337"/>
                  </a:lnTo>
                  <a:lnTo>
                    <a:pt x="2006" y="117462"/>
                  </a:lnTo>
                  <a:lnTo>
                    <a:pt x="3060" y="125590"/>
                  </a:lnTo>
                  <a:lnTo>
                    <a:pt x="6705" y="130390"/>
                  </a:lnTo>
                  <a:lnTo>
                    <a:pt x="9956" y="135610"/>
                  </a:lnTo>
                  <a:close/>
                </a:path>
                <a:path w="258444" h="135890">
                  <a:moveTo>
                    <a:pt x="246837" y="8458"/>
                  </a:moveTo>
                  <a:lnTo>
                    <a:pt x="245643" y="4356"/>
                  </a:lnTo>
                  <a:lnTo>
                    <a:pt x="243979" y="0"/>
                  </a:lnTo>
                  <a:lnTo>
                    <a:pt x="245579" y="4241"/>
                  </a:lnTo>
                  <a:lnTo>
                    <a:pt x="246837" y="8458"/>
                  </a:lnTo>
                  <a:close/>
                </a:path>
                <a:path w="258444" h="135890">
                  <a:moveTo>
                    <a:pt x="257225" y="53517"/>
                  </a:moveTo>
                  <a:lnTo>
                    <a:pt x="257213" y="53390"/>
                  </a:lnTo>
                  <a:lnTo>
                    <a:pt x="256514" y="48907"/>
                  </a:lnTo>
                  <a:lnTo>
                    <a:pt x="257225" y="53517"/>
                  </a:lnTo>
                  <a:close/>
                </a:path>
                <a:path w="258444" h="135890">
                  <a:moveTo>
                    <a:pt x="258178" y="62839"/>
                  </a:moveTo>
                  <a:lnTo>
                    <a:pt x="257225" y="53517"/>
                  </a:lnTo>
                  <a:lnTo>
                    <a:pt x="257683" y="58178"/>
                  </a:lnTo>
                  <a:lnTo>
                    <a:pt x="258178" y="62839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85744" y="9529775"/>
              <a:ext cx="123523" cy="21253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085827" y="9698541"/>
              <a:ext cx="11664" cy="717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7962767" y="9885114"/>
              <a:ext cx="12700" cy="31750"/>
            </a:xfrm>
            <a:custGeom>
              <a:avLst/>
              <a:gdLst/>
              <a:ahLst/>
              <a:cxnLst/>
              <a:rect l="l" t="t" r="r" b="b"/>
              <a:pathLst>
                <a:path w="12700" h="31750">
                  <a:moveTo>
                    <a:pt x="2425" y="5702"/>
                  </a:moveTo>
                  <a:lnTo>
                    <a:pt x="355" y="469"/>
                  </a:lnTo>
                  <a:lnTo>
                    <a:pt x="0" y="0"/>
                  </a:lnTo>
                  <a:lnTo>
                    <a:pt x="2425" y="5702"/>
                  </a:lnTo>
                  <a:close/>
                </a:path>
                <a:path w="12700" h="31750">
                  <a:moveTo>
                    <a:pt x="12573" y="31534"/>
                  </a:moveTo>
                  <a:lnTo>
                    <a:pt x="2552" y="6019"/>
                  </a:lnTo>
                  <a:lnTo>
                    <a:pt x="4610" y="13220"/>
                  </a:lnTo>
                  <a:lnTo>
                    <a:pt x="5892" y="21297"/>
                  </a:lnTo>
                  <a:lnTo>
                    <a:pt x="9398" y="26238"/>
                  </a:lnTo>
                  <a:lnTo>
                    <a:pt x="12573" y="3153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55369" y="9237079"/>
              <a:ext cx="1403148" cy="113382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4390396" y="9355842"/>
              <a:ext cx="2438400" cy="1121410"/>
            </a:xfrm>
            <a:custGeom>
              <a:avLst/>
              <a:gdLst/>
              <a:ahLst/>
              <a:cxnLst/>
              <a:rect l="l" t="t" r="r" b="b"/>
              <a:pathLst>
                <a:path w="2438400" h="1121409">
                  <a:moveTo>
                    <a:pt x="565759" y="174256"/>
                  </a:moveTo>
                  <a:lnTo>
                    <a:pt x="552018" y="103619"/>
                  </a:lnTo>
                  <a:lnTo>
                    <a:pt x="511429" y="47866"/>
                  </a:lnTo>
                  <a:lnTo>
                    <a:pt x="443090" y="11747"/>
                  </a:lnTo>
                  <a:lnTo>
                    <a:pt x="398208" y="2819"/>
                  </a:lnTo>
                  <a:lnTo>
                    <a:pt x="346189" y="0"/>
                  </a:lnTo>
                  <a:lnTo>
                    <a:pt x="317754" y="1028"/>
                  </a:lnTo>
                  <a:lnTo>
                    <a:pt x="260692" y="8636"/>
                  </a:lnTo>
                  <a:lnTo>
                    <a:pt x="204139" y="23901"/>
                  </a:lnTo>
                  <a:lnTo>
                    <a:pt x="152768" y="48361"/>
                  </a:lnTo>
                  <a:lnTo>
                    <a:pt x="107645" y="82296"/>
                  </a:lnTo>
                  <a:lnTo>
                    <a:pt x="70535" y="125920"/>
                  </a:lnTo>
                  <a:lnTo>
                    <a:pt x="42532" y="179539"/>
                  </a:lnTo>
                  <a:lnTo>
                    <a:pt x="28295" y="244665"/>
                  </a:lnTo>
                  <a:lnTo>
                    <a:pt x="26631" y="281647"/>
                  </a:lnTo>
                  <a:lnTo>
                    <a:pt x="28155" y="314401"/>
                  </a:lnTo>
                  <a:lnTo>
                    <a:pt x="39611" y="370560"/>
                  </a:lnTo>
                  <a:lnTo>
                    <a:pt x="61595" y="414807"/>
                  </a:lnTo>
                  <a:lnTo>
                    <a:pt x="90131" y="450494"/>
                  </a:lnTo>
                  <a:lnTo>
                    <a:pt x="124155" y="478421"/>
                  </a:lnTo>
                  <a:lnTo>
                    <a:pt x="161213" y="500176"/>
                  </a:lnTo>
                  <a:lnTo>
                    <a:pt x="219087" y="524344"/>
                  </a:lnTo>
                  <a:lnTo>
                    <a:pt x="254800" y="539292"/>
                  </a:lnTo>
                  <a:lnTo>
                    <a:pt x="299707" y="562965"/>
                  </a:lnTo>
                  <a:lnTo>
                    <a:pt x="328650" y="592251"/>
                  </a:lnTo>
                  <a:lnTo>
                    <a:pt x="334378" y="618845"/>
                  </a:lnTo>
                  <a:lnTo>
                    <a:pt x="333933" y="626846"/>
                  </a:lnTo>
                  <a:lnTo>
                    <a:pt x="312661" y="662419"/>
                  </a:lnTo>
                  <a:lnTo>
                    <a:pt x="270383" y="677786"/>
                  </a:lnTo>
                  <a:lnTo>
                    <a:pt x="245884" y="679538"/>
                  </a:lnTo>
                  <a:lnTo>
                    <a:pt x="225793" y="678738"/>
                  </a:lnTo>
                  <a:lnTo>
                    <a:pt x="173062" y="665619"/>
                  </a:lnTo>
                  <a:lnTo>
                    <a:pt x="130263" y="642493"/>
                  </a:lnTo>
                  <a:lnTo>
                    <a:pt x="75793" y="602119"/>
                  </a:lnTo>
                  <a:lnTo>
                    <a:pt x="66700" y="595934"/>
                  </a:lnTo>
                  <a:lnTo>
                    <a:pt x="20891" y="596696"/>
                  </a:lnTo>
                  <a:lnTo>
                    <a:pt x="4622" y="642391"/>
                  </a:lnTo>
                  <a:lnTo>
                    <a:pt x="406" y="698601"/>
                  </a:lnTo>
                  <a:lnTo>
                    <a:pt x="0" y="734923"/>
                  </a:lnTo>
                  <a:lnTo>
                    <a:pt x="1358" y="744639"/>
                  </a:lnTo>
                  <a:lnTo>
                    <a:pt x="33134" y="788111"/>
                  </a:lnTo>
                  <a:lnTo>
                    <a:pt x="80175" y="819213"/>
                  </a:lnTo>
                  <a:lnTo>
                    <a:pt x="120764" y="836942"/>
                  </a:lnTo>
                  <a:lnTo>
                    <a:pt x="167855" y="851395"/>
                  </a:lnTo>
                  <a:lnTo>
                    <a:pt x="220395" y="860958"/>
                  </a:lnTo>
                  <a:lnTo>
                    <a:pt x="277355" y="864006"/>
                  </a:lnTo>
                  <a:lnTo>
                    <a:pt x="310591" y="862685"/>
                  </a:lnTo>
                  <a:lnTo>
                    <a:pt x="370598" y="852982"/>
                  </a:lnTo>
                  <a:lnTo>
                    <a:pt x="421957" y="834123"/>
                  </a:lnTo>
                  <a:lnTo>
                    <a:pt x="464451" y="807618"/>
                  </a:lnTo>
                  <a:lnTo>
                    <a:pt x="498119" y="773950"/>
                  </a:lnTo>
                  <a:lnTo>
                    <a:pt x="523392" y="734225"/>
                  </a:lnTo>
                  <a:lnTo>
                    <a:pt x="540334" y="688936"/>
                  </a:lnTo>
                  <a:lnTo>
                    <a:pt x="548728" y="640105"/>
                  </a:lnTo>
                  <a:lnTo>
                    <a:pt x="549706" y="614476"/>
                  </a:lnTo>
                  <a:lnTo>
                    <a:pt x="548068" y="582790"/>
                  </a:lnTo>
                  <a:lnTo>
                    <a:pt x="535724" y="528116"/>
                  </a:lnTo>
                  <a:lnTo>
                    <a:pt x="512038" y="484466"/>
                  </a:lnTo>
                  <a:lnTo>
                    <a:pt x="481431" y="448500"/>
                  </a:lnTo>
                  <a:lnTo>
                    <a:pt x="445020" y="419468"/>
                  </a:lnTo>
                  <a:lnTo>
                    <a:pt x="405003" y="396240"/>
                  </a:lnTo>
                  <a:lnTo>
                    <a:pt x="362546" y="378002"/>
                  </a:lnTo>
                  <a:lnTo>
                    <a:pt x="342138" y="369316"/>
                  </a:lnTo>
                  <a:lnTo>
                    <a:pt x="303771" y="352158"/>
                  </a:lnTo>
                  <a:lnTo>
                    <a:pt x="255625" y="324954"/>
                  </a:lnTo>
                  <a:lnTo>
                    <a:pt x="224409" y="292125"/>
                  </a:lnTo>
                  <a:lnTo>
                    <a:pt x="218236" y="263156"/>
                  </a:lnTo>
                  <a:lnTo>
                    <a:pt x="220014" y="245668"/>
                  </a:lnTo>
                  <a:lnTo>
                    <a:pt x="247573" y="203288"/>
                  </a:lnTo>
                  <a:lnTo>
                    <a:pt x="296519" y="181470"/>
                  </a:lnTo>
                  <a:lnTo>
                    <a:pt x="314934" y="179959"/>
                  </a:lnTo>
                  <a:lnTo>
                    <a:pt x="327799" y="180682"/>
                  </a:lnTo>
                  <a:lnTo>
                    <a:pt x="364769" y="198729"/>
                  </a:lnTo>
                  <a:lnTo>
                    <a:pt x="386016" y="240334"/>
                  </a:lnTo>
                  <a:lnTo>
                    <a:pt x="390956" y="283349"/>
                  </a:lnTo>
                  <a:lnTo>
                    <a:pt x="391121" y="298386"/>
                  </a:lnTo>
                  <a:lnTo>
                    <a:pt x="393103" y="304088"/>
                  </a:lnTo>
                  <a:lnTo>
                    <a:pt x="424307" y="310883"/>
                  </a:lnTo>
                  <a:lnTo>
                    <a:pt x="456603" y="308571"/>
                  </a:lnTo>
                  <a:lnTo>
                    <a:pt x="509181" y="290918"/>
                  </a:lnTo>
                  <a:lnTo>
                    <a:pt x="545426" y="256095"/>
                  </a:lnTo>
                  <a:lnTo>
                    <a:pt x="563575" y="205447"/>
                  </a:lnTo>
                  <a:lnTo>
                    <a:pt x="565759" y="174256"/>
                  </a:lnTo>
                  <a:close/>
                </a:path>
                <a:path w="2438400" h="1121409">
                  <a:moveTo>
                    <a:pt x="1185037" y="305968"/>
                  </a:moveTo>
                  <a:lnTo>
                    <a:pt x="1180630" y="259537"/>
                  </a:lnTo>
                  <a:lnTo>
                    <a:pt x="1164209" y="220230"/>
                  </a:lnTo>
                  <a:lnTo>
                    <a:pt x="1131265" y="196329"/>
                  </a:lnTo>
                  <a:lnTo>
                    <a:pt x="1093495" y="187731"/>
                  </a:lnTo>
                  <a:lnTo>
                    <a:pt x="1077658" y="186880"/>
                  </a:lnTo>
                  <a:lnTo>
                    <a:pt x="1060170" y="187071"/>
                  </a:lnTo>
                  <a:lnTo>
                    <a:pt x="1008926" y="189014"/>
                  </a:lnTo>
                  <a:lnTo>
                    <a:pt x="991476" y="234315"/>
                  </a:lnTo>
                  <a:lnTo>
                    <a:pt x="989291" y="311632"/>
                  </a:lnTo>
                  <a:lnTo>
                    <a:pt x="987958" y="389610"/>
                  </a:lnTo>
                  <a:lnTo>
                    <a:pt x="987120" y="416242"/>
                  </a:lnTo>
                  <a:lnTo>
                    <a:pt x="983957" y="469341"/>
                  </a:lnTo>
                  <a:lnTo>
                    <a:pt x="978712" y="521944"/>
                  </a:lnTo>
                  <a:lnTo>
                    <a:pt x="970965" y="571525"/>
                  </a:lnTo>
                  <a:lnTo>
                    <a:pt x="960361" y="615581"/>
                  </a:lnTo>
                  <a:lnTo>
                    <a:pt x="946099" y="653135"/>
                  </a:lnTo>
                  <a:lnTo>
                    <a:pt x="916266" y="694702"/>
                  </a:lnTo>
                  <a:lnTo>
                    <a:pt x="874585" y="710603"/>
                  </a:lnTo>
                  <a:lnTo>
                    <a:pt x="857199" y="709828"/>
                  </a:lnTo>
                  <a:lnTo>
                    <a:pt x="816356" y="689724"/>
                  </a:lnTo>
                  <a:lnTo>
                    <a:pt x="795261" y="645591"/>
                  </a:lnTo>
                  <a:lnTo>
                    <a:pt x="793229" y="626084"/>
                  </a:lnTo>
                  <a:lnTo>
                    <a:pt x="793661" y="603973"/>
                  </a:lnTo>
                  <a:lnTo>
                    <a:pt x="802805" y="306527"/>
                  </a:lnTo>
                  <a:lnTo>
                    <a:pt x="803186" y="282968"/>
                  </a:lnTo>
                  <a:lnTo>
                    <a:pt x="796277" y="241198"/>
                  </a:lnTo>
                  <a:lnTo>
                    <a:pt x="768502" y="204724"/>
                  </a:lnTo>
                  <a:lnTo>
                    <a:pt x="725398" y="189268"/>
                  </a:lnTo>
                  <a:lnTo>
                    <a:pt x="695109" y="186867"/>
                  </a:lnTo>
                  <a:lnTo>
                    <a:pt x="677595" y="187096"/>
                  </a:lnTo>
                  <a:lnTo>
                    <a:pt x="628700" y="188950"/>
                  </a:lnTo>
                  <a:lnTo>
                    <a:pt x="608037" y="226441"/>
                  </a:lnTo>
                  <a:lnTo>
                    <a:pt x="604875" y="291172"/>
                  </a:lnTo>
                  <a:lnTo>
                    <a:pt x="602716" y="350964"/>
                  </a:lnTo>
                  <a:lnTo>
                    <a:pt x="600760" y="439585"/>
                  </a:lnTo>
                  <a:lnTo>
                    <a:pt x="598398" y="515378"/>
                  </a:lnTo>
                  <a:lnTo>
                    <a:pt x="595541" y="621347"/>
                  </a:lnTo>
                  <a:lnTo>
                    <a:pt x="595083" y="669442"/>
                  </a:lnTo>
                  <a:lnTo>
                    <a:pt x="595414" y="689698"/>
                  </a:lnTo>
                  <a:lnTo>
                    <a:pt x="604088" y="740676"/>
                  </a:lnTo>
                  <a:lnTo>
                    <a:pt x="627329" y="788377"/>
                  </a:lnTo>
                  <a:lnTo>
                    <a:pt x="663054" y="826046"/>
                  </a:lnTo>
                  <a:lnTo>
                    <a:pt x="711009" y="852093"/>
                  </a:lnTo>
                  <a:lnTo>
                    <a:pt x="754697" y="861733"/>
                  </a:lnTo>
                  <a:lnTo>
                    <a:pt x="802830" y="863815"/>
                  </a:lnTo>
                  <a:lnTo>
                    <a:pt x="814717" y="863028"/>
                  </a:lnTo>
                  <a:lnTo>
                    <a:pt x="863320" y="853071"/>
                  </a:lnTo>
                  <a:lnTo>
                    <a:pt x="898906" y="837057"/>
                  </a:lnTo>
                  <a:lnTo>
                    <a:pt x="941222" y="806297"/>
                  </a:lnTo>
                  <a:lnTo>
                    <a:pt x="970800" y="771588"/>
                  </a:lnTo>
                  <a:lnTo>
                    <a:pt x="972045" y="780935"/>
                  </a:lnTo>
                  <a:lnTo>
                    <a:pt x="987907" y="824217"/>
                  </a:lnTo>
                  <a:lnTo>
                    <a:pt x="1017422" y="849160"/>
                  </a:lnTo>
                  <a:lnTo>
                    <a:pt x="1065022" y="863028"/>
                  </a:lnTo>
                  <a:lnTo>
                    <a:pt x="1080490" y="863993"/>
                  </a:lnTo>
                  <a:lnTo>
                    <a:pt x="1097457" y="863854"/>
                  </a:lnTo>
                  <a:lnTo>
                    <a:pt x="1154607" y="861695"/>
                  </a:lnTo>
                  <a:lnTo>
                    <a:pt x="1176299" y="565899"/>
                  </a:lnTo>
                  <a:lnTo>
                    <a:pt x="1182509" y="410997"/>
                  </a:lnTo>
                  <a:lnTo>
                    <a:pt x="1185037" y="318249"/>
                  </a:lnTo>
                  <a:lnTo>
                    <a:pt x="1185037" y="305968"/>
                  </a:lnTo>
                  <a:close/>
                </a:path>
                <a:path w="2438400" h="1121409">
                  <a:moveTo>
                    <a:pt x="1831441" y="513041"/>
                  </a:moveTo>
                  <a:lnTo>
                    <a:pt x="1831378" y="501954"/>
                  </a:lnTo>
                  <a:lnTo>
                    <a:pt x="1831289" y="487426"/>
                  </a:lnTo>
                  <a:lnTo>
                    <a:pt x="1831174" y="468515"/>
                  </a:lnTo>
                  <a:lnTo>
                    <a:pt x="1826945" y="412813"/>
                  </a:lnTo>
                  <a:lnTo>
                    <a:pt x="1818436" y="363105"/>
                  </a:lnTo>
                  <a:lnTo>
                    <a:pt x="1815566" y="353364"/>
                  </a:lnTo>
                  <a:lnTo>
                    <a:pt x="1815477" y="353060"/>
                  </a:lnTo>
                  <a:lnTo>
                    <a:pt x="1795703" y="298145"/>
                  </a:lnTo>
                  <a:lnTo>
                    <a:pt x="1767332" y="252933"/>
                  </a:lnTo>
                  <a:lnTo>
                    <a:pt x="1734743" y="224332"/>
                  </a:lnTo>
                  <a:lnTo>
                    <a:pt x="1695589" y="204470"/>
                  </a:lnTo>
                  <a:lnTo>
                    <a:pt x="1649869" y="193344"/>
                  </a:lnTo>
                  <a:lnTo>
                    <a:pt x="1619262" y="191960"/>
                  </a:lnTo>
                  <a:lnTo>
                    <a:pt x="1619262" y="501954"/>
                  </a:lnTo>
                  <a:lnTo>
                    <a:pt x="1618894" y="549490"/>
                  </a:lnTo>
                  <a:lnTo>
                    <a:pt x="1613966" y="593686"/>
                  </a:lnTo>
                  <a:lnTo>
                    <a:pt x="1590509" y="657898"/>
                  </a:lnTo>
                  <a:lnTo>
                    <a:pt x="1553400" y="696201"/>
                  </a:lnTo>
                  <a:lnTo>
                    <a:pt x="1507147" y="710184"/>
                  </a:lnTo>
                  <a:lnTo>
                    <a:pt x="1493558" y="709790"/>
                  </a:lnTo>
                  <a:lnTo>
                    <a:pt x="1450975" y="690486"/>
                  </a:lnTo>
                  <a:lnTo>
                    <a:pt x="1424279" y="649427"/>
                  </a:lnTo>
                  <a:lnTo>
                    <a:pt x="1412951" y="609117"/>
                  </a:lnTo>
                  <a:lnTo>
                    <a:pt x="1407477" y="564654"/>
                  </a:lnTo>
                  <a:lnTo>
                    <a:pt x="1406677" y="549490"/>
                  </a:lnTo>
                  <a:lnTo>
                    <a:pt x="1406906" y="513041"/>
                  </a:lnTo>
                  <a:lnTo>
                    <a:pt x="1406931" y="507238"/>
                  </a:lnTo>
                  <a:lnTo>
                    <a:pt x="1418602" y="436397"/>
                  </a:lnTo>
                  <a:lnTo>
                    <a:pt x="1445387" y="384670"/>
                  </a:lnTo>
                  <a:lnTo>
                    <a:pt x="1488808" y="357289"/>
                  </a:lnTo>
                  <a:lnTo>
                    <a:pt x="1516849" y="353060"/>
                  </a:lnTo>
                  <a:lnTo>
                    <a:pt x="1530985" y="353364"/>
                  </a:lnTo>
                  <a:lnTo>
                    <a:pt x="1574977" y="370852"/>
                  </a:lnTo>
                  <a:lnTo>
                    <a:pt x="1601876" y="407924"/>
                  </a:lnTo>
                  <a:lnTo>
                    <a:pt x="1613103" y="445249"/>
                  </a:lnTo>
                  <a:lnTo>
                    <a:pt x="1618488" y="487426"/>
                  </a:lnTo>
                  <a:lnTo>
                    <a:pt x="1619262" y="501954"/>
                  </a:lnTo>
                  <a:lnTo>
                    <a:pt x="1619262" y="191960"/>
                  </a:lnTo>
                  <a:lnTo>
                    <a:pt x="1567002" y="193535"/>
                  </a:lnTo>
                  <a:lnTo>
                    <a:pt x="1513840" y="207213"/>
                  </a:lnTo>
                  <a:lnTo>
                    <a:pt x="1471320" y="232625"/>
                  </a:lnTo>
                  <a:lnTo>
                    <a:pt x="1437525" y="272567"/>
                  </a:lnTo>
                  <a:lnTo>
                    <a:pt x="1423835" y="298145"/>
                  </a:lnTo>
                  <a:lnTo>
                    <a:pt x="1420964" y="277202"/>
                  </a:lnTo>
                  <a:lnTo>
                    <a:pt x="1403451" y="231101"/>
                  </a:lnTo>
                  <a:lnTo>
                    <a:pt x="1372768" y="203339"/>
                  </a:lnTo>
                  <a:lnTo>
                    <a:pt x="1325892" y="191833"/>
                  </a:lnTo>
                  <a:lnTo>
                    <a:pt x="1296085" y="191249"/>
                  </a:lnTo>
                  <a:lnTo>
                    <a:pt x="1237627" y="193344"/>
                  </a:lnTo>
                  <a:lnTo>
                    <a:pt x="1239393" y="193344"/>
                  </a:lnTo>
                  <a:lnTo>
                    <a:pt x="1233462" y="194678"/>
                  </a:lnTo>
                  <a:lnTo>
                    <a:pt x="1225981" y="244703"/>
                  </a:lnTo>
                  <a:lnTo>
                    <a:pt x="1226070" y="300520"/>
                  </a:lnTo>
                  <a:lnTo>
                    <a:pt x="1225511" y="331089"/>
                  </a:lnTo>
                  <a:lnTo>
                    <a:pt x="1223175" y="395655"/>
                  </a:lnTo>
                  <a:lnTo>
                    <a:pt x="1220279" y="468515"/>
                  </a:lnTo>
                  <a:lnTo>
                    <a:pt x="1211910" y="667016"/>
                  </a:lnTo>
                  <a:lnTo>
                    <a:pt x="1210411" y="703605"/>
                  </a:lnTo>
                  <a:lnTo>
                    <a:pt x="1208697" y="746912"/>
                  </a:lnTo>
                  <a:lnTo>
                    <a:pt x="1205979" y="818591"/>
                  </a:lnTo>
                  <a:lnTo>
                    <a:pt x="1203756" y="880579"/>
                  </a:lnTo>
                  <a:lnTo>
                    <a:pt x="1202169" y="935685"/>
                  </a:lnTo>
                  <a:lnTo>
                    <a:pt x="1202118" y="937717"/>
                  </a:lnTo>
                  <a:lnTo>
                    <a:pt x="1201674" y="970699"/>
                  </a:lnTo>
                  <a:lnTo>
                    <a:pt x="1201559" y="1013688"/>
                  </a:lnTo>
                  <a:lnTo>
                    <a:pt x="1202359" y="1026756"/>
                  </a:lnTo>
                  <a:lnTo>
                    <a:pt x="1212113" y="1070711"/>
                  </a:lnTo>
                  <a:lnTo>
                    <a:pt x="1236357" y="1101229"/>
                  </a:lnTo>
                  <a:lnTo>
                    <a:pt x="1278661" y="1118108"/>
                  </a:lnTo>
                  <a:lnTo>
                    <a:pt x="1308658" y="1120851"/>
                  </a:lnTo>
                  <a:lnTo>
                    <a:pt x="1326159" y="1120698"/>
                  </a:lnTo>
                  <a:lnTo>
                    <a:pt x="1378966" y="1118806"/>
                  </a:lnTo>
                  <a:lnTo>
                    <a:pt x="1394269" y="1087653"/>
                  </a:lnTo>
                  <a:lnTo>
                    <a:pt x="1395120" y="1070711"/>
                  </a:lnTo>
                  <a:lnTo>
                    <a:pt x="1397241" y="1026896"/>
                  </a:lnTo>
                  <a:lnTo>
                    <a:pt x="1399768" y="937717"/>
                  </a:lnTo>
                  <a:lnTo>
                    <a:pt x="1399819" y="935685"/>
                  </a:lnTo>
                  <a:lnTo>
                    <a:pt x="1400390" y="919403"/>
                  </a:lnTo>
                  <a:lnTo>
                    <a:pt x="1400898" y="911021"/>
                  </a:lnTo>
                  <a:lnTo>
                    <a:pt x="1401292" y="903528"/>
                  </a:lnTo>
                  <a:lnTo>
                    <a:pt x="1401572" y="896912"/>
                  </a:lnTo>
                  <a:lnTo>
                    <a:pt x="1401737" y="891184"/>
                  </a:lnTo>
                  <a:lnTo>
                    <a:pt x="1401889" y="884135"/>
                  </a:lnTo>
                  <a:lnTo>
                    <a:pt x="1402194" y="876096"/>
                  </a:lnTo>
                  <a:lnTo>
                    <a:pt x="1402816" y="864158"/>
                  </a:lnTo>
                  <a:lnTo>
                    <a:pt x="1403540" y="851814"/>
                  </a:lnTo>
                  <a:lnTo>
                    <a:pt x="1404188" y="841844"/>
                  </a:lnTo>
                  <a:lnTo>
                    <a:pt x="1404924" y="831215"/>
                  </a:lnTo>
                  <a:lnTo>
                    <a:pt x="1405712" y="819150"/>
                  </a:lnTo>
                  <a:lnTo>
                    <a:pt x="1406613" y="803871"/>
                  </a:lnTo>
                  <a:lnTo>
                    <a:pt x="1407541" y="786447"/>
                  </a:lnTo>
                  <a:lnTo>
                    <a:pt x="1408531" y="766533"/>
                  </a:lnTo>
                  <a:lnTo>
                    <a:pt x="1420368" y="789368"/>
                  </a:lnTo>
                  <a:lnTo>
                    <a:pt x="1449527" y="826465"/>
                  </a:lnTo>
                  <a:lnTo>
                    <a:pt x="1486687" y="851814"/>
                  </a:lnTo>
                  <a:lnTo>
                    <a:pt x="1536242" y="863536"/>
                  </a:lnTo>
                  <a:lnTo>
                    <a:pt x="1565935" y="864158"/>
                  </a:lnTo>
                  <a:lnTo>
                    <a:pt x="1594916" y="861504"/>
                  </a:lnTo>
                  <a:lnTo>
                    <a:pt x="1649437" y="846632"/>
                  </a:lnTo>
                  <a:lnTo>
                    <a:pt x="1699069" y="819150"/>
                  </a:lnTo>
                  <a:lnTo>
                    <a:pt x="1742059" y="779754"/>
                  </a:lnTo>
                  <a:lnTo>
                    <a:pt x="1777898" y="728726"/>
                  </a:lnTo>
                  <a:lnTo>
                    <a:pt x="1805292" y="667016"/>
                  </a:lnTo>
                  <a:lnTo>
                    <a:pt x="1823720" y="594880"/>
                  </a:lnTo>
                  <a:lnTo>
                    <a:pt x="1828952" y="555155"/>
                  </a:lnTo>
                  <a:lnTo>
                    <a:pt x="1831441" y="513041"/>
                  </a:lnTo>
                  <a:close/>
                </a:path>
                <a:path w="2438400" h="1121409">
                  <a:moveTo>
                    <a:pt x="2437904" y="357022"/>
                  </a:moveTo>
                  <a:lnTo>
                    <a:pt x="2437155" y="347091"/>
                  </a:lnTo>
                  <a:lnTo>
                    <a:pt x="2437053" y="345744"/>
                  </a:lnTo>
                  <a:lnTo>
                    <a:pt x="2436558" y="339013"/>
                  </a:lnTo>
                  <a:lnTo>
                    <a:pt x="2423769" y="288836"/>
                  </a:lnTo>
                  <a:lnTo>
                    <a:pt x="2396579" y="246126"/>
                  </a:lnTo>
                  <a:lnTo>
                    <a:pt x="2353145" y="213220"/>
                  </a:lnTo>
                  <a:lnTo>
                    <a:pt x="2314156" y="197815"/>
                  </a:lnTo>
                  <a:lnTo>
                    <a:pt x="2266492" y="188760"/>
                  </a:lnTo>
                  <a:lnTo>
                    <a:pt x="2240826" y="187121"/>
                  </a:lnTo>
                  <a:lnTo>
                    <a:pt x="2237079" y="187121"/>
                  </a:lnTo>
                  <a:lnTo>
                    <a:pt x="2237079" y="405206"/>
                  </a:lnTo>
                  <a:lnTo>
                    <a:pt x="2234933" y="425932"/>
                  </a:lnTo>
                  <a:lnTo>
                    <a:pt x="2213292" y="460400"/>
                  </a:lnTo>
                  <a:lnTo>
                    <a:pt x="2169668" y="485394"/>
                  </a:lnTo>
                  <a:lnTo>
                    <a:pt x="2110663" y="499821"/>
                  </a:lnTo>
                  <a:lnTo>
                    <a:pt x="2075827" y="502983"/>
                  </a:lnTo>
                  <a:lnTo>
                    <a:pt x="2077351" y="490359"/>
                  </a:lnTo>
                  <a:lnTo>
                    <a:pt x="2084120" y="450608"/>
                  </a:lnTo>
                  <a:lnTo>
                    <a:pt x="2095919" y="412038"/>
                  </a:lnTo>
                  <a:lnTo>
                    <a:pt x="2122322" y="370192"/>
                  </a:lnTo>
                  <a:lnTo>
                    <a:pt x="2162213" y="347091"/>
                  </a:lnTo>
                  <a:lnTo>
                    <a:pt x="2174710" y="345744"/>
                  </a:lnTo>
                  <a:lnTo>
                    <a:pt x="2189111" y="346443"/>
                  </a:lnTo>
                  <a:lnTo>
                    <a:pt x="2227656" y="372681"/>
                  </a:lnTo>
                  <a:lnTo>
                    <a:pt x="2237079" y="405206"/>
                  </a:lnTo>
                  <a:lnTo>
                    <a:pt x="2237079" y="187121"/>
                  </a:lnTo>
                  <a:lnTo>
                    <a:pt x="2209622" y="187121"/>
                  </a:lnTo>
                  <a:lnTo>
                    <a:pt x="2172551" y="189699"/>
                  </a:lnTo>
                  <a:lnTo>
                    <a:pt x="2106688" y="202577"/>
                  </a:lnTo>
                  <a:lnTo>
                    <a:pt x="2051519" y="225221"/>
                  </a:lnTo>
                  <a:lnTo>
                    <a:pt x="2005152" y="254609"/>
                  </a:lnTo>
                  <a:lnTo>
                    <a:pt x="1967166" y="289953"/>
                  </a:lnTo>
                  <a:lnTo>
                    <a:pt x="1936838" y="329742"/>
                  </a:lnTo>
                  <a:lnTo>
                    <a:pt x="1913775" y="373214"/>
                  </a:lnTo>
                  <a:lnTo>
                    <a:pt x="1896300" y="417322"/>
                  </a:lnTo>
                  <a:lnTo>
                    <a:pt x="1884057" y="461340"/>
                  </a:lnTo>
                  <a:lnTo>
                    <a:pt x="1876336" y="504228"/>
                  </a:lnTo>
                  <a:lnTo>
                    <a:pt x="1872716" y="545198"/>
                  </a:lnTo>
                  <a:lnTo>
                    <a:pt x="1871865" y="563714"/>
                  </a:lnTo>
                  <a:lnTo>
                    <a:pt x="1871878" y="597700"/>
                  </a:lnTo>
                  <a:lnTo>
                    <a:pt x="1874583" y="633196"/>
                  </a:lnTo>
                  <a:lnTo>
                    <a:pt x="1874697" y="634733"/>
                  </a:lnTo>
                  <a:lnTo>
                    <a:pt x="1889950" y="701103"/>
                  </a:lnTo>
                  <a:lnTo>
                    <a:pt x="1917065" y="753821"/>
                  </a:lnTo>
                  <a:lnTo>
                    <a:pt x="1951901" y="795274"/>
                  </a:lnTo>
                  <a:lnTo>
                    <a:pt x="1993531" y="825995"/>
                  </a:lnTo>
                  <a:lnTo>
                    <a:pt x="2040407" y="846899"/>
                  </a:lnTo>
                  <a:lnTo>
                    <a:pt x="2091664" y="858570"/>
                  </a:lnTo>
                  <a:lnTo>
                    <a:pt x="2143620" y="863333"/>
                  </a:lnTo>
                  <a:lnTo>
                    <a:pt x="2168614" y="863333"/>
                  </a:lnTo>
                  <a:lnTo>
                    <a:pt x="2209177" y="860171"/>
                  </a:lnTo>
                  <a:lnTo>
                    <a:pt x="2249792" y="853465"/>
                  </a:lnTo>
                  <a:lnTo>
                    <a:pt x="2288959" y="842975"/>
                  </a:lnTo>
                  <a:lnTo>
                    <a:pt x="2339937" y="819658"/>
                  </a:lnTo>
                  <a:lnTo>
                    <a:pt x="2377783" y="786409"/>
                  </a:lnTo>
                  <a:lnTo>
                    <a:pt x="2396299" y="743178"/>
                  </a:lnTo>
                  <a:lnTo>
                    <a:pt x="2397074" y="726567"/>
                  </a:lnTo>
                  <a:lnTo>
                    <a:pt x="2395893" y="712838"/>
                  </a:lnTo>
                  <a:lnTo>
                    <a:pt x="2394597" y="705904"/>
                  </a:lnTo>
                  <a:lnTo>
                    <a:pt x="2393315" y="698957"/>
                  </a:lnTo>
                  <a:lnTo>
                    <a:pt x="2370505" y="661416"/>
                  </a:lnTo>
                  <a:lnTo>
                    <a:pt x="2332558" y="640905"/>
                  </a:lnTo>
                  <a:lnTo>
                    <a:pt x="2308212" y="636879"/>
                  </a:lnTo>
                  <a:lnTo>
                    <a:pt x="2295601" y="637311"/>
                  </a:lnTo>
                  <a:lnTo>
                    <a:pt x="2288794" y="640905"/>
                  </a:lnTo>
                  <a:lnTo>
                    <a:pt x="2283917" y="647750"/>
                  </a:lnTo>
                  <a:lnTo>
                    <a:pt x="2280056" y="653072"/>
                  </a:lnTo>
                  <a:lnTo>
                    <a:pt x="2254466" y="683069"/>
                  </a:lnTo>
                  <a:lnTo>
                    <a:pt x="2219020" y="702475"/>
                  </a:lnTo>
                  <a:lnTo>
                    <a:pt x="2191766" y="705904"/>
                  </a:lnTo>
                  <a:lnTo>
                    <a:pt x="2176957" y="705739"/>
                  </a:lnTo>
                  <a:lnTo>
                    <a:pt x="2139365" y="697014"/>
                  </a:lnTo>
                  <a:lnTo>
                    <a:pt x="2104161" y="670966"/>
                  </a:lnTo>
                  <a:lnTo>
                    <a:pt x="2083358" y="633196"/>
                  </a:lnTo>
                  <a:lnTo>
                    <a:pt x="2075459" y="597700"/>
                  </a:lnTo>
                  <a:lnTo>
                    <a:pt x="2085898" y="597242"/>
                  </a:lnTo>
                  <a:lnTo>
                    <a:pt x="2098344" y="596493"/>
                  </a:lnTo>
                  <a:lnTo>
                    <a:pt x="2146998" y="592264"/>
                  </a:lnTo>
                  <a:lnTo>
                    <a:pt x="2184971" y="586257"/>
                  </a:lnTo>
                  <a:lnTo>
                    <a:pt x="2225776" y="577138"/>
                  </a:lnTo>
                  <a:lnTo>
                    <a:pt x="2267394" y="564794"/>
                  </a:lnTo>
                  <a:lnTo>
                    <a:pt x="2308923" y="548894"/>
                  </a:lnTo>
                  <a:lnTo>
                    <a:pt x="2346985" y="527786"/>
                  </a:lnTo>
                  <a:lnTo>
                    <a:pt x="2378532" y="502983"/>
                  </a:lnTo>
                  <a:lnTo>
                    <a:pt x="2407983" y="468541"/>
                  </a:lnTo>
                  <a:lnTo>
                    <a:pt x="2428024" y="429717"/>
                  </a:lnTo>
                  <a:lnTo>
                    <a:pt x="2437409" y="383235"/>
                  </a:lnTo>
                  <a:lnTo>
                    <a:pt x="2437790" y="363131"/>
                  </a:lnTo>
                  <a:lnTo>
                    <a:pt x="2437904" y="357022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461725" y="5169500"/>
            <a:ext cx="570865" cy="466090"/>
            <a:chOff x="1461725" y="5169500"/>
            <a:chExt cx="570865" cy="466090"/>
          </a:xfrm>
        </p:grpSpPr>
        <p:sp>
          <p:nvSpPr>
            <p:cNvPr id="25" name="object 25"/>
            <p:cNvSpPr/>
            <p:nvPr/>
          </p:nvSpPr>
          <p:spPr>
            <a:xfrm>
              <a:off x="1503608" y="521138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1"/>
                  </a:lnTo>
                  <a:lnTo>
                    <a:pt x="331712" y="7162"/>
                  </a:lnTo>
                  <a:lnTo>
                    <a:pt x="315518" y="1940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03608" y="521138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84112" y="381936"/>
                  </a:moveTo>
                  <a:lnTo>
                    <a:pt x="297917" y="382040"/>
                  </a:lnTo>
                  <a:lnTo>
                    <a:pt x="357397" y="357375"/>
                  </a:lnTo>
                  <a:lnTo>
                    <a:pt x="382134" y="297959"/>
                  </a:lnTo>
                  <a:lnTo>
                    <a:pt x="382239" y="8426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1"/>
                  </a:lnTo>
                  <a:lnTo>
                    <a:pt x="331712" y="7162"/>
                  </a:lnTo>
                  <a:lnTo>
                    <a:pt x="315518" y="1940"/>
                  </a:lnTo>
                  <a:lnTo>
                    <a:pt x="298106" y="104"/>
                  </a:lnTo>
                  <a:lnTo>
                    <a:pt x="84301" y="0"/>
                  </a:lnTo>
                  <a:lnTo>
                    <a:pt x="51607" y="6616"/>
                  </a:lnTo>
                  <a:lnTo>
                    <a:pt x="24844" y="24665"/>
                  </a:lnTo>
                  <a:lnTo>
                    <a:pt x="6763" y="51402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close/>
                </a:path>
              </a:pathLst>
            </a:custGeom>
            <a:ln w="83767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03608" y="521138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1"/>
                  </a:lnTo>
                  <a:lnTo>
                    <a:pt x="331712" y="7162"/>
                  </a:lnTo>
                  <a:lnTo>
                    <a:pt x="315518" y="1940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2112139" y="5259368"/>
            <a:ext cx="473709" cy="278765"/>
            <a:chOff x="2112139" y="5259368"/>
            <a:chExt cx="473709" cy="278765"/>
          </a:xfrm>
        </p:grpSpPr>
        <p:sp>
          <p:nvSpPr>
            <p:cNvPr id="29" name="object 29"/>
            <p:cNvSpPr/>
            <p:nvPr/>
          </p:nvSpPr>
          <p:spPr>
            <a:xfrm>
              <a:off x="2112137" y="5259381"/>
              <a:ext cx="258445" cy="278765"/>
            </a:xfrm>
            <a:custGeom>
              <a:avLst/>
              <a:gdLst/>
              <a:ahLst/>
              <a:cxnLst/>
              <a:rect l="l" t="t" r="r" b="b"/>
              <a:pathLst>
                <a:path w="258444" h="278764">
                  <a:moveTo>
                    <a:pt x="174231" y="198069"/>
                  </a:moveTo>
                  <a:lnTo>
                    <a:pt x="157200" y="150406"/>
                  </a:lnTo>
                  <a:lnTo>
                    <a:pt x="105232" y="118325"/>
                  </a:lnTo>
                  <a:lnTo>
                    <a:pt x="82105" y="108597"/>
                  </a:lnTo>
                  <a:lnTo>
                    <a:pt x="66141" y="98958"/>
                  </a:lnTo>
                  <a:lnTo>
                    <a:pt x="56896" y="88023"/>
                  </a:lnTo>
                  <a:lnTo>
                    <a:pt x="53911" y="74409"/>
                  </a:lnTo>
                  <a:lnTo>
                    <a:pt x="56464" y="62699"/>
                  </a:lnTo>
                  <a:lnTo>
                    <a:pt x="64401" y="52324"/>
                  </a:lnTo>
                  <a:lnTo>
                    <a:pt x="78168" y="44907"/>
                  </a:lnTo>
                  <a:lnTo>
                    <a:pt x="98209" y="42087"/>
                  </a:lnTo>
                  <a:lnTo>
                    <a:pt x="115849" y="43357"/>
                  </a:lnTo>
                  <a:lnTo>
                    <a:pt x="130822" y="46558"/>
                  </a:lnTo>
                  <a:lnTo>
                    <a:pt x="142887" y="50698"/>
                  </a:lnTo>
                  <a:lnTo>
                    <a:pt x="151803" y="54825"/>
                  </a:lnTo>
                  <a:lnTo>
                    <a:pt x="163525" y="15290"/>
                  </a:lnTo>
                  <a:lnTo>
                    <a:pt x="151676" y="10236"/>
                  </a:lnTo>
                  <a:lnTo>
                    <a:pt x="137045" y="6007"/>
                  </a:lnTo>
                  <a:lnTo>
                    <a:pt x="119583" y="3111"/>
                  </a:lnTo>
                  <a:lnTo>
                    <a:pt x="99225" y="2032"/>
                  </a:lnTo>
                  <a:lnTo>
                    <a:pt x="59842" y="7886"/>
                  </a:lnTo>
                  <a:lnTo>
                    <a:pt x="29933" y="24066"/>
                  </a:lnTo>
                  <a:lnTo>
                    <a:pt x="10934" y="48475"/>
                  </a:lnTo>
                  <a:lnTo>
                    <a:pt x="4292" y="79044"/>
                  </a:lnTo>
                  <a:lnTo>
                    <a:pt x="9410" y="105232"/>
                  </a:lnTo>
                  <a:lnTo>
                    <a:pt x="23977" y="126530"/>
                  </a:lnTo>
                  <a:lnTo>
                    <a:pt x="46863" y="143573"/>
                  </a:lnTo>
                  <a:lnTo>
                    <a:pt x="76911" y="156984"/>
                  </a:lnTo>
                  <a:lnTo>
                    <a:pt x="98666" y="166293"/>
                  </a:lnTo>
                  <a:lnTo>
                    <a:pt x="113411" y="176263"/>
                  </a:lnTo>
                  <a:lnTo>
                    <a:pt x="121793" y="187718"/>
                  </a:lnTo>
                  <a:lnTo>
                    <a:pt x="124447" y="201485"/>
                  </a:lnTo>
                  <a:lnTo>
                    <a:pt x="121221" y="216471"/>
                  </a:lnTo>
                  <a:lnTo>
                    <a:pt x="111785" y="228028"/>
                  </a:lnTo>
                  <a:lnTo>
                    <a:pt x="96494" y="235470"/>
                  </a:lnTo>
                  <a:lnTo>
                    <a:pt x="75679" y="238112"/>
                  </a:lnTo>
                  <a:lnTo>
                    <a:pt x="57238" y="236715"/>
                  </a:lnTo>
                  <a:lnTo>
                    <a:pt x="39827" y="232981"/>
                  </a:lnTo>
                  <a:lnTo>
                    <a:pt x="24130" y="227533"/>
                  </a:lnTo>
                  <a:lnTo>
                    <a:pt x="10845" y="221030"/>
                  </a:lnTo>
                  <a:lnTo>
                    <a:pt x="0" y="261581"/>
                  </a:lnTo>
                  <a:lnTo>
                    <a:pt x="13525" y="268033"/>
                  </a:lnTo>
                  <a:lnTo>
                    <a:pt x="31115" y="273481"/>
                  </a:lnTo>
                  <a:lnTo>
                    <a:pt x="51269" y="277241"/>
                  </a:lnTo>
                  <a:lnTo>
                    <a:pt x="72517" y="278638"/>
                  </a:lnTo>
                  <a:lnTo>
                    <a:pt x="117614" y="272122"/>
                  </a:lnTo>
                  <a:lnTo>
                    <a:pt x="149326" y="254533"/>
                  </a:lnTo>
                  <a:lnTo>
                    <a:pt x="168071" y="228854"/>
                  </a:lnTo>
                  <a:lnTo>
                    <a:pt x="174231" y="198069"/>
                  </a:lnTo>
                  <a:close/>
                </a:path>
                <a:path w="258444" h="278764">
                  <a:moveTo>
                    <a:pt x="255371" y="80695"/>
                  </a:moveTo>
                  <a:lnTo>
                    <a:pt x="206336" y="80695"/>
                  </a:lnTo>
                  <a:lnTo>
                    <a:pt x="206336" y="274459"/>
                  </a:lnTo>
                  <a:lnTo>
                    <a:pt x="255371" y="274459"/>
                  </a:lnTo>
                  <a:lnTo>
                    <a:pt x="255371" y="80695"/>
                  </a:lnTo>
                  <a:close/>
                </a:path>
                <a:path w="258444" h="278764">
                  <a:moveTo>
                    <a:pt x="258229" y="26479"/>
                  </a:moveTo>
                  <a:lnTo>
                    <a:pt x="256235" y="16040"/>
                  </a:lnTo>
                  <a:lnTo>
                    <a:pt x="250761" y="7632"/>
                  </a:lnTo>
                  <a:lnTo>
                    <a:pt x="242176" y="2032"/>
                  </a:lnTo>
                  <a:lnTo>
                    <a:pt x="230886" y="0"/>
                  </a:lnTo>
                  <a:lnTo>
                    <a:pt x="219659" y="2032"/>
                  </a:lnTo>
                  <a:lnTo>
                    <a:pt x="210985" y="7632"/>
                  </a:lnTo>
                  <a:lnTo>
                    <a:pt x="205409" y="16040"/>
                  </a:lnTo>
                  <a:lnTo>
                    <a:pt x="203466" y="26479"/>
                  </a:lnTo>
                  <a:lnTo>
                    <a:pt x="205346" y="36779"/>
                  </a:lnTo>
                  <a:lnTo>
                    <a:pt x="210769" y="45173"/>
                  </a:lnTo>
                  <a:lnTo>
                    <a:pt x="219252" y="50825"/>
                  </a:lnTo>
                  <a:lnTo>
                    <a:pt x="230301" y="52908"/>
                  </a:lnTo>
                  <a:lnTo>
                    <a:pt x="241998" y="50825"/>
                  </a:lnTo>
                  <a:lnTo>
                    <a:pt x="250799" y="45173"/>
                  </a:lnTo>
                  <a:lnTo>
                    <a:pt x="256324" y="36779"/>
                  </a:lnTo>
                  <a:lnTo>
                    <a:pt x="258229" y="264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08818" y="5335692"/>
              <a:ext cx="176978" cy="198140"/>
            </a:xfrm>
            <a:prstGeom prst="rect">
              <a:avLst/>
            </a:prstGeom>
          </p:spPr>
        </p:pic>
      </p:grpSp>
      <p:sp>
        <p:nvSpPr>
          <p:cNvPr id="31" name="object 31"/>
          <p:cNvSpPr/>
          <p:nvPr/>
        </p:nvSpPr>
        <p:spPr>
          <a:xfrm>
            <a:off x="2688252" y="5261403"/>
            <a:ext cx="208915" cy="276860"/>
          </a:xfrm>
          <a:custGeom>
            <a:avLst/>
            <a:gdLst/>
            <a:ahLst/>
            <a:cxnLst/>
            <a:rect l="l" t="t" r="r" b="b"/>
            <a:pathLst>
              <a:path w="208914" h="276860">
                <a:moveTo>
                  <a:pt x="143608" y="0"/>
                </a:moveTo>
                <a:lnTo>
                  <a:pt x="97181" y="6247"/>
                </a:lnTo>
                <a:lnTo>
                  <a:pt x="57630" y="24401"/>
                </a:lnTo>
                <a:lnTo>
                  <a:pt x="26931" y="53579"/>
                </a:lnTo>
                <a:lnTo>
                  <a:pt x="7062" y="92901"/>
                </a:lnTo>
                <a:lnTo>
                  <a:pt x="0" y="141482"/>
                </a:lnTo>
                <a:lnTo>
                  <a:pt x="6072" y="186906"/>
                </a:lnTo>
                <a:lnTo>
                  <a:pt x="23693" y="224338"/>
                </a:lnTo>
                <a:lnTo>
                  <a:pt x="51971" y="252572"/>
                </a:lnTo>
                <a:lnTo>
                  <a:pt x="90014" y="270398"/>
                </a:lnTo>
                <a:lnTo>
                  <a:pt x="136927" y="276609"/>
                </a:lnTo>
                <a:lnTo>
                  <a:pt x="159877" y="275530"/>
                </a:lnTo>
                <a:lnTo>
                  <a:pt x="179567" y="272723"/>
                </a:lnTo>
                <a:lnTo>
                  <a:pt x="195343" y="268830"/>
                </a:lnTo>
                <a:lnTo>
                  <a:pt x="206548" y="264494"/>
                </a:lnTo>
                <a:lnTo>
                  <a:pt x="198444" y="225888"/>
                </a:lnTo>
                <a:lnTo>
                  <a:pt x="187416" y="229851"/>
                </a:lnTo>
                <a:lnTo>
                  <a:pt x="174287" y="232923"/>
                </a:lnTo>
                <a:lnTo>
                  <a:pt x="159871" y="234910"/>
                </a:lnTo>
                <a:lnTo>
                  <a:pt x="144979" y="235615"/>
                </a:lnTo>
                <a:lnTo>
                  <a:pt x="105522" y="228840"/>
                </a:lnTo>
                <a:lnTo>
                  <a:pt x="76182" y="209500"/>
                </a:lnTo>
                <a:lnTo>
                  <a:pt x="57893" y="179077"/>
                </a:lnTo>
                <a:lnTo>
                  <a:pt x="51590" y="139053"/>
                </a:lnTo>
                <a:lnTo>
                  <a:pt x="58594" y="96434"/>
                </a:lnTo>
                <a:lnTo>
                  <a:pt x="78103" y="65551"/>
                </a:lnTo>
                <a:lnTo>
                  <a:pt x="107863" y="46760"/>
                </a:lnTo>
                <a:lnTo>
                  <a:pt x="145618" y="40417"/>
                </a:lnTo>
                <a:lnTo>
                  <a:pt x="161293" y="41259"/>
                </a:lnTo>
                <a:lnTo>
                  <a:pt x="175316" y="43536"/>
                </a:lnTo>
                <a:lnTo>
                  <a:pt x="187569" y="46880"/>
                </a:lnTo>
                <a:lnTo>
                  <a:pt x="197931" y="50919"/>
                </a:lnTo>
                <a:lnTo>
                  <a:pt x="208569" y="11853"/>
                </a:lnTo>
                <a:lnTo>
                  <a:pt x="198781" y="7761"/>
                </a:lnTo>
                <a:lnTo>
                  <a:pt x="184476" y="3935"/>
                </a:lnTo>
                <a:lnTo>
                  <a:pt x="165976" y="1105"/>
                </a:lnTo>
                <a:lnTo>
                  <a:pt x="1436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3003339" y="5335695"/>
            <a:ext cx="539750" cy="202565"/>
            <a:chOff x="3003339" y="5335695"/>
            <a:chExt cx="539750" cy="202565"/>
          </a:xfrm>
        </p:grpSpPr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03339" y="5335698"/>
              <a:ext cx="196496" cy="20250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28646" y="5335695"/>
              <a:ext cx="313866" cy="202510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2075491" y="5214605"/>
            <a:ext cx="1503680" cy="360680"/>
            <a:chOff x="2075491" y="5214605"/>
            <a:chExt cx="1503680" cy="360680"/>
          </a:xfrm>
        </p:grpSpPr>
        <p:sp>
          <p:nvSpPr>
            <p:cNvPr id="36" name="object 36"/>
            <p:cNvSpPr/>
            <p:nvPr/>
          </p:nvSpPr>
          <p:spPr>
            <a:xfrm>
              <a:off x="2112139" y="5261405"/>
              <a:ext cx="174625" cy="276860"/>
            </a:xfrm>
            <a:custGeom>
              <a:avLst/>
              <a:gdLst/>
              <a:ahLst/>
              <a:cxnLst/>
              <a:rect l="l" t="t" r="r" b="b"/>
              <a:pathLst>
                <a:path w="174625" h="276860">
                  <a:moveTo>
                    <a:pt x="10847" y="218998"/>
                  </a:moveTo>
                  <a:lnTo>
                    <a:pt x="24132" y="225505"/>
                  </a:lnTo>
                  <a:lnTo>
                    <a:pt x="39826" y="230949"/>
                  </a:lnTo>
                  <a:lnTo>
                    <a:pt x="57239" y="234687"/>
                  </a:lnTo>
                  <a:lnTo>
                    <a:pt x="75683" y="236076"/>
                  </a:lnTo>
                  <a:lnTo>
                    <a:pt x="96493" y="233440"/>
                  </a:lnTo>
                  <a:lnTo>
                    <a:pt x="111789" y="225994"/>
                  </a:lnTo>
                  <a:lnTo>
                    <a:pt x="121224" y="214435"/>
                  </a:lnTo>
                  <a:lnTo>
                    <a:pt x="124446" y="199459"/>
                  </a:lnTo>
                  <a:lnTo>
                    <a:pt x="121794" y="185691"/>
                  </a:lnTo>
                  <a:lnTo>
                    <a:pt x="113412" y="174231"/>
                  </a:lnTo>
                  <a:lnTo>
                    <a:pt x="98666" y="164257"/>
                  </a:lnTo>
                  <a:lnTo>
                    <a:pt x="76919" y="154948"/>
                  </a:lnTo>
                  <a:lnTo>
                    <a:pt x="46872" y="141545"/>
                  </a:lnTo>
                  <a:lnTo>
                    <a:pt x="23984" y="124501"/>
                  </a:lnTo>
                  <a:lnTo>
                    <a:pt x="9407" y="103196"/>
                  </a:lnTo>
                  <a:lnTo>
                    <a:pt x="4293" y="77013"/>
                  </a:lnTo>
                  <a:lnTo>
                    <a:pt x="10943" y="46444"/>
                  </a:lnTo>
                  <a:lnTo>
                    <a:pt x="29938" y="22030"/>
                  </a:lnTo>
                  <a:lnTo>
                    <a:pt x="59846" y="5854"/>
                  </a:lnTo>
                  <a:lnTo>
                    <a:pt x="99232" y="0"/>
                  </a:lnTo>
                  <a:lnTo>
                    <a:pt x="119582" y="1077"/>
                  </a:lnTo>
                  <a:lnTo>
                    <a:pt x="137049" y="3978"/>
                  </a:lnTo>
                  <a:lnTo>
                    <a:pt x="151683" y="8207"/>
                  </a:lnTo>
                  <a:lnTo>
                    <a:pt x="163534" y="13266"/>
                  </a:lnTo>
                  <a:lnTo>
                    <a:pt x="151806" y="52794"/>
                  </a:lnTo>
                  <a:lnTo>
                    <a:pt x="142885" y="48665"/>
                  </a:lnTo>
                  <a:lnTo>
                    <a:pt x="130823" y="44522"/>
                  </a:lnTo>
                  <a:lnTo>
                    <a:pt x="115855" y="41329"/>
                  </a:lnTo>
                  <a:lnTo>
                    <a:pt x="98216" y="40051"/>
                  </a:lnTo>
                  <a:lnTo>
                    <a:pt x="78174" y="42882"/>
                  </a:lnTo>
                  <a:lnTo>
                    <a:pt x="64403" y="50295"/>
                  </a:lnTo>
                  <a:lnTo>
                    <a:pt x="56463" y="60667"/>
                  </a:lnTo>
                  <a:lnTo>
                    <a:pt x="53914" y="72374"/>
                  </a:lnTo>
                  <a:lnTo>
                    <a:pt x="56898" y="85996"/>
                  </a:lnTo>
                  <a:lnTo>
                    <a:pt x="66148" y="96927"/>
                  </a:lnTo>
                  <a:lnTo>
                    <a:pt x="82110" y="106561"/>
                  </a:lnTo>
                  <a:lnTo>
                    <a:pt x="105232" y="116289"/>
                  </a:lnTo>
                  <a:lnTo>
                    <a:pt x="135671" y="130836"/>
                  </a:lnTo>
                  <a:lnTo>
                    <a:pt x="157207" y="148376"/>
                  </a:lnTo>
                  <a:lnTo>
                    <a:pt x="170006" y="169809"/>
                  </a:lnTo>
                  <a:lnTo>
                    <a:pt x="174235" y="196035"/>
                  </a:lnTo>
                  <a:lnTo>
                    <a:pt x="168075" y="226829"/>
                  </a:lnTo>
                  <a:lnTo>
                    <a:pt x="149333" y="252504"/>
                  </a:lnTo>
                  <a:lnTo>
                    <a:pt x="117613" y="270087"/>
                  </a:lnTo>
                  <a:lnTo>
                    <a:pt x="72521" y="276609"/>
                  </a:lnTo>
                  <a:lnTo>
                    <a:pt x="51272" y="275206"/>
                  </a:lnTo>
                  <a:lnTo>
                    <a:pt x="31112" y="271445"/>
                  </a:lnTo>
                  <a:lnTo>
                    <a:pt x="13526" y="266003"/>
                  </a:lnTo>
                  <a:lnTo>
                    <a:pt x="0" y="259552"/>
                  </a:lnTo>
                  <a:lnTo>
                    <a:pt x="10847" y="218998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18473" y="5340067"/>
              <a:ext cx="49530" cy="194310"/>
            </a:xfrm>
            <a:custGeom>
              <a:avLst/>
              <a:gdLst/>
              <a:ahLst/>
              <a:cxnLst/>
              <a:rect l="l" t="t" r="r" b="b"/>
              <a:pathLst>
                <a:path w="49530" h="194310">
                  <a:moveTo>
                    <a:pt x="0" y="0"/>
                  </a:moveTo>
                  <a:lnTo>
                    <a:pt x="49035" y="0"/>
                  </a:lnTo>
                  <a:lnTo>
                    <a:pt x="49035" y="193763"/>
                  </a:lnTo>
                  <a:lnTo>
                    <a:pt x="0" y="193763"/>
                  </a:lnTo>
                  <a:lnTo>
                    <a:pt x="0" y="0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78956" y="5222720"/>
              <a:ext cx="128058" cy="12620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408818" y="5335692"/>
              <a:ext cx="177165" cy="198755"/>
            </a:xfrm>
            <a:custGeom>
              <a:avLst/>
              <a:gdLst/>
              <a:ahLst/>
              <a:cxnLst/>
              <a:rect l="l" t="t" r="r" b="b"/>
              <a:pathLst>
                <a:path w="177164" h="198754">
                  <a:moveTo>
                    <a:pt x="1591" y="62008"/>
                  </a:moveTo>
                  <a:lnTo>
                    <a:pt x="1466" y="45916"/>
                  </a:lnTo>
                  <a:lnTo>
                    <a:pt x="1125" y="31091"/>
                  </a:lnTo>
                  <a:lnTo>
                    <a:pt x="619" y="17317"/>
                  </a:lnTo>
                  <a:lnTo>
                    <a:pt x="0" y="4376"/>
                  </a:lnTo>
                  <a:lnTo>
                    <a:pt x="42815" y="4376"/>
                  </a:lnTo>
                  <a:lnTo>
                    <a:pt x="45223" y="33475"/>
                  </a:lnTo>
                  <a:lnTo>
                    <a:pt x="46354" y="33475"/>
                  </a:lnTo>
                  <a:lnTo>
                    <a:pt x="55098" y="21901"/>
                  </a:lnTo>
                  <a:lnTo>
                    <a:pt x="68377" y="11099"/>
                  </a:lnTo>
                  <a:lnTo>
                    <a:pt x="86081" y="3116"/>
                  </a:lnTo>
                  <a:lnTo>
                    <a:pt x="108101" y="0"/>
                  </a:lnTo>
                  <a:lnTo>
                    <a:pt x="133114" y="4357"/>
                  </a:lnTo>
                  <a:lnTo>
                    <a:pt x="155207" y="18541"/>
                  </a:lnTo>
                  <a:lnTo>
                    <a:pt x="170966" y="44218"/>
                  </a:lnTo>
                  <a:lnTo>
                    <a:pt x="176978" y="83055"/>
                  </a:lnTo>
                  <a:lnTo>
                    <a:pt x="176978" y="198140"/>
                  </a:lnTo>
                  <a:lnTo>
                    <a:pt x="127943" y="198140"/>
                  </a:lnTo>
                  <a:lnTo>
                    <a:pt x="127943" y="88824"/>
                  </a:lnTo>
                  <a:lnTo>
                    <a:pt x="125932" y="69438"/>
                  </a:lnTo>
                  <a:lnTo>
                    <a:pt x="119498" y="53904"/>
                  </a:lnTo>
                  <a:lnTo>
                    <a:pt x="108047" y="43584"/>
                  </a:lnTo>
                  <a:lnTo>
                    <a:pt x="90981" y="39841"/>
                  </a:lnTo>
                  <a:lnTo>
                    <a:pt x="77522" y="42225"/>
                  </a:lnTo>
                  <a:lnTo>
                    <a:pt x="51359" y="72605"/>
                  </a:lnTo>
                  <a:lnTo>
                    <a:pt x="50626" y="78552"/>
                  </a:lnTo>
                  <a:lnTo>
                    <a:pt x="50626" y="84123"/>
                  </a:lnTo>
                  <a:lnTo>
                    <a:pt x="50626" y="198140"/>
                  </a:lnTo>
                  <a:lnTo>
                    <a:pt x="1591" y="198140"/>
                  </a:lnTo>
                  <a:lnTo>
                    <a:pt x="1591" y="62008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688252" y="5261403"/>
              <a:ext cx="208915" cy="276860"/>
            </a:xfrm>
            <a:custGeom>
              <a:avLst/>
              <a:gdLst/>
              <a:ahLst/>
              <a:cxnLst/>
              <a:rect l="l" t="t" r="r" b="b"/>
              <a:pathLst>
                <a:path w="208914" h="276860">
                  <a:moveTo>
                    <a:pt x="206548" y="264494"/>
                  </a:moveTo>
                  <a:lnTo>
                    <a:pt x="195343" y="268830"/>
                  </a:lnTo>
                  <a:lnTo>
                    <a:pt x="179567" y="272723"/>
                  </a:lnTo>
                  <a:lnTo>
                    <a:pt x="159877" y="275530"/>
                  </a:lnTo>
                  <a:lnTo>
                    <a:pt x="136927" y="276609"/>
                  </a:lnTo>
                  <a:lnTo>
                    <a:pt x="90014" y="270398"/>
                  </a:lnTo>
                  <a:lnTo>
                    <a:pt x="51971" y="252572"/>
                  </a:lnTo>
                  <a:lnTo>
                    <a:pt x="23693" y="224338"/>
                  </a:lnTo>
                  <a:lnTo>
                    <a:pt x="6072" y="186906"/>
                  </a:lnTo>
                  <a:lnTo>
                    <a:pt x="0" y="141482"/>
                  </a:lnTo>
                  <a:lnTo>
                    <a:pt x="7062" y="92901"/>
                  </a:lnTo>
                  <a:lnTo>
                    <a:pt x="26931" y="53579"/>
                  </a:lnTo>
                  <a:lnTo>
                    <a:pt x="57630" y="24401"/>
                  </a:lnTo>
                  <a:lnTo>
                    <a:pt x="97181" y="6247"/>
                  </a:lnTo>
                  <a:lnTo>
                    <a:pt x="143608" y="0"/>
                  </a:lnTo>
                  <a:lnTo>
                    <a:pt x="165976" y="1105"/>
                  </a:lnTo>
                  <a:lnTo>
                    <a:pt x="184476" y="3935"/>
                  </a:lnTo>
                  <a:lnTo>
                    <a:pt x="198781" y="7761"/>
                  </a:lnTo>
                  <a:lnTo>
                    <a:pt x="208569" y="11853"/>
                  </a:lnTo>
                  <a:lnTo>
                    <a:pt x="197931" y="50919"/>
                  </a:lnTo>
                  <a:lnTo>
                    <a:pt x="187569" y="46880"/>
                  </a:lnTo>
                  <a:lnTo>
                    <a:pt x="175316" y="43536"/>
                  </a:lnTo>
                  <a:lnTo>
                    <a:pt x="161293" y="41259"/>
                  </a:lnTo>
                  <a:lnTo>
                    <a:pt x="145618" y="40417"/>
                  </a:lnTo>
                  <a:lnTo>
                    <a:pt x="107863" y="46760"/>
                  </a:lnTo>
                  <a:lnTo>
                    <a:pt x="78103" y="65551"/>
                  </a:lnTo>
                  <a:lnTo>
                    <a:pt x="58594" y="96434"/>
                  </a:lnTo>
                  <a:lnTo>
                    <a:pt x="51590" y="139053"/>
                  </a:lnTo>
                  <a:lnTo>
                    <a:pt x="57893" y="179077"/>
                  </a:lnTo>
                  <a:lnTo>
                    <a:pt x="76182" y="209500"/>
                  </a:lnTo>
                  <a:lnTo>
                    <a:pt x="105522" y="228840"/>
                  </a:lnTo>
                  <a:lnTo>
                    <a:pt x="144979" y="235615"/>
                  </a:lnTo>
                  <a:lnTo>
                    <a:pt x="159871" y="234910"/>
                  </a:lnTo>
                  <a:lnTo>
                    <a:pt x="174287" y="232923"/>
                  </a:lnTo>
                  <a:lnTo>
                    <a:pt x="187416" y="229851"/>
                  </a:lnTo>
                  <a:lnTo>
                    <a:pt x="198444" y="225888"/>
                  </a:lnTo>
                  <a:lnTo>
                    <a:pt x="206548" y="264494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23429" y="5251253"/>
              <a:ext cx="49530" cy="282575"/>
            </a:xfrm>
            <a:custGeom>
              <a:avLst/>
              <a:gdLst/>
              <a:ahLst/>
              <a:cxnLst/>
              <a:rect l="l" t="t" r="r" b="b"/>
              <a:pathLst>
                <a:path w="49530" h="282575">
                  <a:moveTo>
                    <a:pt x="0" y="0"/>
                  </a:moveTo>
                  <a:lnTo>
                    <a:pt x="49035" y="0"/>
                  </a:lnTo>
                  <a:lnTo>
                    <a:pt x="49035" y="282577"/>
                  </a:lnTo>
                  <a:lnTo>
                    <a:pt x="0" y="282577"/>
                  </a:lnTo>
                  <a:lnTo>
                    <a:pt x="0" y="0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17046" y="5334651"/>
              <a:ext cx="169073" cy="20461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003339" y="5335698"/>
              <a:ext cx="196850" cy="202565"/>
            </a:xfrm>
            <a:custGeom>
              <a:avLst/>
              <a:gdLst/>
              <a:ahLst/>
              <a:cxnLst/>
              <a:rect l="l" t="t" r="r" b="b"/>
              <a:pathLst>
                <a:path w="196850" h="202564">
                  <a:moveTo>
                    <a:pt x="196496" y="99347"/>
                  </a:moveTo>
                  <a:lnTo>
                    <a:pt x="187911" y="145517"/>
                  </a:lnTo>
                  <a:lnTo>
                    <a:pt x="165309" y="177639"/>
                  </a:lnTo>
                  <a:lnTo>
                    <a:pt x="133416" y="196405"/>
                  </a:lnTo>
                  <a:lnTo>
                    <a:pt x="96960" y="202506"/>
                  </a:lnTo>
                  <a:lnTo>
                    <a:pt x="58747" y="195643"/>
                  </a:lnTo>
                  <a:lnTo>
                    <a:pt x="27979" y="175887"/>
                  </a:lnTo>
                  <a:lnTo>
                    <a:pt x="7462" y="144488"/>
                  </a:lnTo>
                  <a:lnTo>
                    <a:pt x="0" y="102698"/>
                  </a:lnTo>
                  <a:lnTo>
                    <a:pt x="7453" y="59838"/>
                  </a:lnTo>
                  <a:lnTo>
                    <a:pt x="28229" y="27514"/>
                  </a:lnTo>
                  <a:lnTo>
                    <a:pt x="59953" y="7108"/>
                  </a:lnTo>
                  <a:lnTo>
                    <a:pt x="100248" y="0"/>
                  </a:lnTo>
                  <a:lnTo>
                    <a:pt x="139613" y="7264"/>
                  </a:lnTo>
                  <a:lnTo>
                    <a:pt x="169996" y="27649"/>
                  </a:lnTo>
                  <a:lnTo>
                    <a:pt x="189566" y="59047"/>
                  </a:lnTo>
                  <a:lnTo>
                    <a:pt x="196496" y="99347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28646" y="5335695"/>
              <a:ext cx="110489" cy="198755"/>
            </a:xfrm>
            <a:custGeom>
              <a:avLst/>
              <a:gdLst/>
              <a:ahLst/>
              <a:cxnLst/>
              <a:rect l="l" t="t" r="r" b="b"/>
              <a:pathLst>
                <a:path w="110489" h="198754">
                  <a:moveTo>
                    <a:pt x="1591" y="66678"/>
                  </a:moveTo>
                  <a:lnTo>
                    <a:pt x="1490" y="48419"/>
                  </a:lnTo>
                  <a:lnTo>
                    <a:pt x="1188" y="32264"/>
                  </a:lnTo>
                  <a:lnTo>
                    <a:pt x="690" y="17741"/>
                  </a:lnTo>
                  <a:lnTo>
                    <a:pt x="0" y="4376"/>
                  </a:lnTo>
                  <a:lnTo>
                    <a:pt x="42428" y="4376"/>
                  </a:lnTo>
                  <a:lnTo>
                    <a:pt x="44239" y="41202"/>
                  </a:lnTo>
                  <a:lnTo>
                    <a:pt x="45621" y="41202"/>
                  </a:lnTo>
                  <a:lnTo>
                    <a:pt x="54993" y="23248"/>
                  </a:lnTo>
                  <a:lnTo>
                    <a:pt x="67878" y="10364"/>
                  </a:lnTo>
                  <a:lnTo>
                    <a:pt x="82894" y="2599"/>
                  </a:lnTo>
                  <a:lnTo>
                    <a:pt x="98656" y="0"/>
                  </a:lnTo>
                  <a:lnTo>
                    <a:pt x="103441" y="0"/>
                  </a:lnTo>
                  <a:lnTo>
                    <a:pt x="106237" y="178"/>
                  </a:lnTo>
                  <a:lnTo>
                    <a:pt x="110153" y="1068"/>
                  </a:lnTo>
                  <a:lnTo>
                    <a:pt x="110153" y="47213"/>
                  </a:lnTo>
                  <a:lnTo>
                    <a:pt x="105965" y="46323"/>
                  </a:lnTo>
                  <a:lnTo>
                    <a:pt x="101693" y="45820"/>
                  </a:lnTo>
                  <a:lnTo>
                    <a:pt x="95787" y="45820"/>
                  </a:lnTo>
                  <a:lnTo>
                    <a:pt x="79699" y="48489"/>
                  </a:lnTo>
                  <a:lnTo>
                    <a:pt x="51872" y="82887"/>
                  </a:lnTo>
                  <a:lnTo>
                    <a:pt x="50616" y="92395"/>
                  </a:lnTo>
                  <a:lnTo>
                    <a:pt x="50616" y="97651"/>
                  </a:lnTo>
                  <a:lnTo>
                    <a:pt x="50616" y="198140"/>
                  </a:lnTo>
                  <a:lnTo>
                    <a:pt x="1591" y="198140"/>
                  </a:lnTo>
                  <a:lnTo>
                    <a:pt x="1591" y="66678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59722" y="5334651"/>
              <a:ext cx="169073" cy="204611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346016" y="5335698"/>
              <a:ext cx="196850" cy="202565"/>
            </a:xfrm>
            <a:custGeom>
              <a:avLst/>
              <a:gdLst/>
              <a:ahLst/>
              <a:cxnLst/>
              <a:rect l="l" t="t" r="r" b="b"/>
              <a:pathLst>
                <a:path w="196850" h="202564">
                  <a:moveTo>
                    <a:pt x="196496" y="99347"/>
                  </a:moveTo>
                  <a:lnTo>
                    <a:pt x="187911" y="145517"/>
                  </a:lnTo>
                  <a:lnTo>
                    <a:pt x="165309" y="177639"/>
                  </a:lnTo>
                  <a:lnTo>
                    <a:pt x="133416" y="196405"/>
                  </a:lnTo>
                  <a:lnTo>
                    <a:pt x="96960" y="202506"/>
                  </a:lnTo>
                  <a:lnTo>
                    <a:pt x="58747" y="195643"/>
                  </a:lnTo>
                  <a:lnTo>
                    <a:pt x="27979" y="175887"/>
                  </a:lnTo>
                  <a:lnTo>
                    <a:pt x="7462" y="144488"/>
                  </a:lnTo>
                  <a:lnTo>
                    <a:pt x="0" y="102698"/>
                  </a:lnTo>
                  <a:lnTo>
                    <a:pt x="7453" y="59838"/>
                  </a:lnTo>
                  <a:lnTo>
                    <a:pt x="28229" y="27514"/>
                  </a:lnTo>
                  <a:lnTo>
                    <a:pt x="59953" y="7108"/>
                  </a:lnTo>
                  <a:lnTo>
                    <a:pt x="100248" y="0"/>
                  </a:lnTo>
                  <a:lnTo>
                    <a:pt x="139613" y="7264"/>
                  </a:lnTo>
                  <a:lnTo>
                    <a:pt x="169996" y="27649"/>
                  </a:lnTo>
                  <a:lnTo>
                    <a:pt x="189566" y="59047"/>
                  </a:lnTo>
                  <a:lnTo>
                    <a:pt x="196496" y="99347"/>
                  </a:lnTo>
                  <a:close/>
                </a:path>
              </a:pathLst>
            </a:custGeom>
            <a:ln w="73296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112137" y="5259380"/>
              <a:ext cx="258445" cy="278765"/>
            </a:xfrm>
            <a:custGeom>
              <a:avLst/>
              <a:gdLst/>
              <a:ahLst/>
              <a:cxnLst/>
              <a:rect l="l" t="t" r="r" b="b"/>
              <a:pathLst>
                <a:path w="258444" h="278764">
                  <a:moveTo>
                    <a:pt x="174231" y="198069"/>
                  </a:moveTo>
                  <a:lnTo>
                    <a:pt x="157200" y="150406"/>
                  </a:lnTo>
                  <a:lnTo>
                    <a:pt x="105232" y="118325"/>
                  </a:lnTo>
                  <a:lnTo>
                    <a:pt x="82105" y="108597"/>
                  </a:lnTo>
                  <a:lnTo>
                    <a:pt x="66141" y="98958"/>
                  </a:lnTo>
                  <a:lnTo>
                    <a:pt x="56896" y="88023"/>
                  </a:lnTo>
                  <a:lnTo>
                    <a:pt x="53911" y="74409"/>
                  </a:lnTo>
                  <a:lnTo>
                    <a:pt x="56464" y="62699"/>
                  </a:lnTo>
                  <a:lnTo>
                    <a:pt x="64401" y="52324"/>
                  </a:lnTo>
                  <a:lnTo>
                    <a:pt x="78168" y="44907"/>
                  </a:lnTo>
                  <a:lnTo>
                    <a:pt x="98209" y="42087"/>
                  </a:lnTo>
                  <a:lnTo>
                    <a:pt x="115849" y="43357"/>
                  </a:lnTo>
                  <a:lnTo>
                    <a:pt x="130822" y="46558"/>
                  </a:lnTo>
                  <a:lnTo>
                    <a:pt x="142887" y="50698"/>
                  </a:lnTo>
                  <a:lnTo>
                    <a:pt x="151803" y="54825"/>
                  </a:lnTo>
                  <a:lnTo>
                    <a:pt x="163525" y="15290"/>
                  </a:lnTo>
                  <a:lnTo>
                    <a:pt x="151676" y="10236"/>
                  </a:lnTo>
                  <a:lnTo>
                    <a:pt x="137045" y="6007"/>
                  </a:lnTo>
                  <a:lnTo>
                    <a:pt x="119583" y="3111"/>
                  </a:lnTo>
                  <a:lnTo>
                    <a:pt x="99225" y="2032"/>
                  </a:lnTo>
                  <a:lnTo>
                    <a:pt x="59842" y="7886"/>
                  </a:lnTo>
                  <a:lnTo>
                    <a:pt x="29933" y="24066"/>
                  </a:lnTo>
                  <a:lnTo>
                    <a:pt x="10934" y="48475"/>
                  </a:lnTo>
                  <a:lnTo>
                    <a:pt x="4292" y="79044"/>
                  </a:lnTo>
                  <a:lnTo>
                    <a:pt x="9410" y="105232"/>
                  </a:lnTo>
                  <a:lnTo>
                    <a:pt x="23977" y="126530"/>
                  </a:lnTo>
                  <a:lnTo>
                    <a:pt x="46863" y="143573"/>
                  </a:lnTo>
                  <a:lnTo>
                    <a:pt x="76911" y="156984"/>
                  </a:lnTo>
                  <a:lnTo>
                    <a:pt x="98666" y="166293"/>
                  </a:lnTo>
                  <a:lnTo>
                    <a:pt x="113411" y="176263"/>
                  </a:lnTo>
                  <a:lnTo>
                    <a:pt x="121793" y="187718"/>
                  </a:lnTo>
                  <a:lnTo>
                    <a:pt x="124447" y="201485"/>
                  </a:lnTo>
                  <a:lnTo>
                    <a:pt x="121221" y="216471"/>
                  </a:lnTo>
                  <a:lnTo>
                    <a:pt x="111785" y="228028"/>
                  </a:lnTo>
                  <a:lnTo>
                    <a:pt x="96494" y="235470"/>
                  </a:lnTo>
                  <a:lnTo>
                    <a:pt x="75679" y="238112"/>
                  </a:lnTo>
                  <a:lnTo>
                    <a:pt x="57238" y="236715"/>
                  </a:lnTo>
                  <a:lnTo>
                    <a:pt x="39827" y="232981"/>
                  </a:lnTo>
                  <a:lnTo>
                    <a:pt x="24130" y="227533"/>
                  </a:lnTo>
                  <a:lnTo>
                    <a:pt x="10845" y="221030"/>
                  </a:lnTo>
                  <a:lnTo>
                    <a:pt x="0" y="261581"/>
                  </a:lnTo>
                  <a:lnTo>
                    <a:pt x="13525" y="268033"/>
                  </a:lnTo>
                  <a:lnTo>
                    <a:pt x="31115" y="273481"/>
                  </a:lnTo>
                  <a:lnTo>
                    <a:pt x="51269" y="277241"/>
                  </a:lnTo>
                  <a:lnTo>
                    <a:pt x="72517" y="278638"/>
                  </a:lnTo>
                  <a:lnTo>
                    <a:pt x="117614" y="272122"/>
                  </a:lnTo>
                  <a:lnTo>
                    <a:pt x="149326" y="254533"/>
                  </a:lnTo>
                  <a:lnTo>
                    <a:pt x="168071" y="228854"/>
                  </a:lnTo>
                  <a:lnTo>
                    <a:pt x="174231" y="198069"/>
                  </a:lnTo>
                  <a:close/>
                </a:path>
                <a:path w="258444" h="278764">
                  <a:moveTo>
                    <a:pt x="255371" y="80695"/>
                  </a:moveTo>
                  <a:lnTo>
                    <a:pt x="206336" y="80695"/>
                  </a:lnTo>
                  <a:lnTo>
                    <a:pt x="206336" y="274459"/>
                  </a:lnTo>
                  <a:lnTo>
                    <a:pt x="255371" y="274459"/>
                  </a:lnTo>
                  <a:lnTo>
                    <a:pt x="255371" y="80695"/>
                  </a:lnTo>
                  <a:close/>
                </a:path>
                <a:path w="258444" h="278764">
                  <a:moveTo>
                    <a:pt x="258229" y="26479"/>
                  </a:moveTo>
                  <a:lnTo>
                    <a:pt x="256235" y="16040"/>
                  </a:lnTo>
                  <a:lnTo>
                    <a:pt x="250761" y="7632"/>
                  </a:lnTo>
                  <a:lnTo>
                    <a:pt x="242176" y="2032"/>
                  </a:lnTo>
                  <a:lnTo>
                    <a:pt x="230886" y="0"/>
                  </a:lnTo>
                  <a:lnTo>
                    <a:pt x="219659" y="2032"/>
                  </a:lnTo>
                  <a:lnTo>
                    <a:pt x="210985" y="7632"/>
                  </a:lnTo>
                  <a:lnTo>
                    <a:pt x="205409" y="16040"/>
                  </a:lnTo>
                  <a:lnTo>
                    <a:pt x="203466" y="26479"/>
                  </a:lnTo>
                  <a:lnTo>
                    <a:pt x="205346" y="36779"/>
                  </a:lnTo>
                  <a:lnTo>
                    <a:pt x="210769" y="45173"/>
                  </a:lnTo>
                  <a:lnTo>
                    <a:pt x="219252" y="50825"/>
                  </a:lnTo>
                  <a:lnTo>
                    <a:pt x="230301" y="52908"/>
                  </a:lnTo>
                  <a:lnTo>
                    <a:pt x="241998" y="50825"/>
                  </a:lnTo>
                  <a:lnTo>
                    <a:pt x="250799" y="45173"/>
                  </a:lnTo>
                  <a:lnTo>
                    <a:pt x="256324" y="36779"/>
                  </a:lnTo>
                  <a:lnTo>
                    <a:pt x="258229" y="264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08818" y="5335692"/>
              <a:ext cx="176978" cy="19814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688247" y="5251265"/>
              <a:ext cx="284480" cy="287020"/>
            </a:xfrm>
            <a:custGeom>
              <a:avLst/>
              <a:gdLst/>
              <a:ahLst/>
              <a:cxnLst/>
              <a:rect l="l" t="t" r="r" b="b"/>
              <a:pathLst>
                <a:path w="284480" h="287020">
                  <a:moveTo>
                    <a:pt x="208572" y="21996"/>
                  </a:moveTo>
                  <a:lnTo>
                    <a:pt x="198780" y="17907"/>
                  </a:lnTo>
                  <a:lnTo>
                    <a:pt x="184480" y="14084"/>
                  </a:lnTo>
                  <a:lnTo>
                    <a:pt x="165976" y="11252"/>
                  </a:lnTo>
                  <a:lnTo>
                    <a:pt x="143611" y="10147"/>
                  </a:lnTo>
                  <a:lnTo>
                    <a:pt x="97180" y="16395"/>
                  </a:lnTo>
                  <a:lnTo>
                    <a:pt x="57632" y="34544"/>
                  </a:lnTo>
                  <a:lnTo>
                    <a:pt x="26936" y="63728"/>
                  </a:lnTo>
                  <a:lnTo>
                    <a:pt x="7061" y="103047"/>
                  </a:lnTo>
                  <a:lnTo>
                    <a:pt x="0" y="151625"/>
                  </a:lnTo>
                  <a:lnTo>
                    <a:pt x="6070" y="197053"/>
                  </a:lnTo>
                  <a:lnTo>
                    <a:pt x="23698" y="234480"/>
                  </a:lnTo>
                  <a:lnTo>
                    <a:pt x="51968" y="262712"/>
                  </a:lnTo>
                  <a:lnTo>
                    <a:pt x="90017" y="280543"/>
                  </a:lnTo>
                  <a:lnTo>
                    <a:pt x="136931" y="286753"/>
                  </a:lnTo>
                  <a:lnTo>
                    <a:pt x="159880" y="285673"/>
                  </a:lnTo>
                  <a:lnTo>
                    <a:pt x="206552" y="274637"/>
                  </a:lnTo>
                  <a:lnTo>
                    <a:pt x="198437" y="236029"/>
                  </a:lnTo>
                  <a:lnTo>
                    <a:pt x="187413" y="239991"/>
                  </a:lnTo>
                  <a:lnTo>
                    <a:pt x="174282" y="243065"/>
                  </a:lnTo>
                  <a:lnTo>
                    <a:pt x="159867" y="245059"/>
                  </a:lnTo>
                  <a:lnTo>
                    <a:pt x="144983" y="245757"/>
                  </a:lnTo>
                  <a:lnTo>
                    <a:pt x="105524" y="238988"/>
                  </a:lnTo>
                  <a:lnTo>
                    <a:pt x="76187" y="219646"/>
                  </a:lnTo>
                  <a:lnTo>
                    <a:pt x="57886" y="189217"/>
                  </a:lnTo>
                  <a:lnTo>
                    <a:pt x="51587" y="149199"/>
                  </a:lnTo>
                  <a:lnTo>
                    <a:pt x="58597" y="106578"/>
                  </a:lnTo>
                  <a:lnTo>
                    <a:pt x="78105" y="75692"/>
                  </a:lnTo>
                  <a:lnTo>
                    <a:pt x="107861" y="56908"/>
                  </a:lnTo>
                  <a:lnTo>
                    <a:pt x="145618" y="50558"/>
                  </a:lnTo>
                  <a:lnTo>
                    <a:pt x="161290" y="51396"/>
                  </a:lnTo>
                  <a:lnTo>
                    <a:pt x="175310" y="53682"/>
                  </a:lnTo>
                  <a:lnTo>
                    <a:pt x="187566" y="57023"/>
                  </a:lnTo>
                  <a:lnTo>
                    <a:pt x="197929" y="61061"/>
                  </a:lnTo>
                  <a:lnTo>
                    <a:pt x="208572" y="21996"/>
                  </a:lnTo>
                  <a:close/>
                </a:path>
                <a:path w="284480" h="287020">
                  <a:moveTo>
                    <a:pt x="284213" y="0"/>
                  </a:moveTo>
                  <a:lnTo>
                    <a:pt x="235178" y="0"/>
                  </a:lnTo>
                  <a:lnTo>
                    <a:pt x="235178" y="282575"/>
                  </a:lnTo>
                  <a:lnTo>
                    <a:pt x="284213" y="282575"/>
                  </a:lnTo>
                  <a:lnTo>
                    <a:pt x="2842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03339" y="5335698"/>
              <a:ext cx="196496" cy="20250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28646" y="5335695"/>
              <a:ext cx="313866" cy="202510"/>
            </a:xfrm>
            <a:prstGeom prst="rect">
              <a:avLst/>
            </a:prstGeom>
          </p:spPr>
        </p:pic>
      </p:grpSp>
      <p:grpSp>
        <p:nvGrpSpPr>
          <p:cNvPr id="52" name="object 52"/>
          <p:cNvGrpSpPr/>
          <p:nvPr/>
        </p:nvGrpSpPr>
        <p:grpSpPr>
          <a:xfrm>
            <a:off x="1084773" y="5860579"/>
            <a:ext cx="570865" cy="466090"/>
            <a:chOff x="1084773" y="5860579"/>
            <a:chExt cx="570865" cy="466090"/>
          </a:xfrm>
        </p:grpSpPr>
        <p:sp>
          <p:nvSpPr>
            <p:cNvPr id="53" name="object 53"/>
            <p:cNvSpPr/>
            <p:nvPr/>
          </p:nvSpPr>
          <p:spPr>
            <a:xfrm>
              <a:off x="1126656" y="590246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126656" y="590246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84112" y="381936"/>
                  </a:moveTo>
                  <a:lnTo>
                    <a:pt x="297917" y="382040"/>
                  </a:lnTo>
                  <a:lnTo>
                    <a:pt x="357397" y="357375"/>
                  </a:lnTo>
                  <a:lnTo>
                    <a:pt x="382134" y="297959"/>
                  </a:lnTo>
                  <a:lnTo>
                    <a:pt x="382239" y="8426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lnTo>
                    <a:pt x="84301" y="0"/>
                  </a:lnTo>
                  <a:lnTo>
                    <a:pt x="51607" y="6616"/>
                  </a:lnTo>
                  <a:lnTo>
                    <a:pt x="24844" y="24665"/>
                  </a:lnTo>
                  <a:lnTo>
                    <a:pt x="6763" y="51402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close/>
                </a:path>
              </a:pathLst>
            </a:custGeom>
            <a:ln w="83767">
              <a:solidFill>
                <a:srgbClr val="001F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126656" y="5902463"/>
              <a:ext cx="487680" cy="382270"/>
            </a:xfrm>
            <a:custGeom>
              <a:avLst/>
              <a:gdLst/>
              <a:ahLst/>
              <a:cxnLst/>
              <a:rect l="l" t="t" r="r" b="b"/>
              <a:pathLst>
                <a:path w="487680" h="382270">
                  <a:moveTo>
                    <a:pt x="298106" y="104"/>
                  </a:moveTo>
                  <a:lnTo>
                    <a:pt x="84301" y="0"/>
                  </a:lnTo>
                  <a:lnTo>
                    <a:pt x="24844" y="24665"/>
                  </a:lnTo>
                  <a:lnTo>
                    <a:pt x="115" y="84081"/>
                  </a:lnTo>
                  <a:lnTo>
                    <a:pt x="0" y="297771"/>
                  </a:lnTo>
                  <a:lnTo>
                    <a:pt x="6619" y="330457"/>
                  </a:lnTo>
                  <a:lnTo>
                    <a:pt x="24677" y="357212"/>
                  </a:lnTo>
                  <a:lnTo>
                    <a:pt x="51424" y="375289"/>
                  </a:lnTo>
                  <a:lnTo>
                    <a:pt x="84112" y="381936"/>
                  </a:lnTo>
                  <a:lnTo>
                    <a:pt x="297917" y="382040"/>
                  </a:lnTo>
                  <a:lnTo>
                    <a:pt x="330625" y="375424"/>
                  </a:lnTo>
                  <a:lnTo>
                    <a:pt x="357397" y="357375"/>
                  </a:lnTo>
                  <a:lnTo>
                    <a:pt x="375484" y="330638"/>
                  </a:lnTo>
                  <a:lnTo>
                    <a:pt x="382134" y="297959"/>
                  </a:lnTo>
                  <a:lnTo>
                    <a:pt x="382239" y="79421"/>
                  </a:lnTo>
                  <a:lnTo>
                    <a:pt x="381820" y="74667"/>
                  </a:lnTo>
                  <a:lnTo>
                    <a:pt x="381056" y="70029"/>
                  </a:lnTo>
                  <a:lnTo>
                    <a:pt x="410997" y="48253"/>
                  </a:lnTo>
                  <a:lnTo>
                    <a:pt x="439122" y="32911"/>
                  </a:lnTo>
                  <a:lnTo>
                    <a:pt x="464719" y="24976"/>
                  </a:lnTo>
                  <a:lnTo>
                    <a:pt x="487074" y="25423"/>
                  </a:lnTo>
                  <a:lnTo>
                    <a:pt x="449778" y="19270"/>
                  </a:lnTo>
                  <a:lnTo>
                    <a:pt x="411650" y="29010"/>
                  </a:lnTo>
                  <a:lnTo>
                    <a:pt x="373595" y="51445"/>
                  </a:lnTo>
                  <a:lnTo>
                    <a:pt x="336517" y="83376"/>
                  </a:lnTo>
                  <a:lnTo>
                    <a:pt x="301323" y="121604"/>
                  </a:lnTo>
                  <a:lnTo>
                    <a:pt x="268917" y="162932"/>
                  </a:lnTo>
                  <a:lnTo>
                    <a:pt x="240206" y="204159"/>
                  </a:lnTo>
                  <a:lnTo>
                    <a:pt x="216095" y="242089"/>
                  </a:lnTo>
                  <a:lnTo>
                    <a:pt x="185292" y="295258"/>
                  </a:lnTo>
                  <a:lnTo>
                    <a:pt x="78960" y="136760"/>
                  </a:lnTo>
                  <a:lnTo>
                    <a:pt x="178277" y="195041"/>
                  </a:lnTo>
                  <a:lnTo>
                    <a:pt x="214707" y="151215"/>
                  </a:lnTo>
                  <a:lnTo>
                    <a:pt x="251649" y="112097"/>
                  </a:lnTo>
                  <a:lnTo>
                    <a:pt x="288442" y="78012"/>
                  </a:lnTo>
                  <a:lnTo>
                    <a:pt x="324426" y="49288"/>
                  </a:lnTo>
                  <a:lnTo>
                    <a:pt x="358941" y="26250"/>
                  </a:lnTo>
                  <a:lnTo>
                    <a:pt x="346311" y="15390"/>
                  </a:lnTo>
                  <a:lnTo>
                    <a:pt x="331712" y="7158"/>
                  </a:lnTo>
                  <a:lnTo>
                    <a:pt x="315518" y="1935"/>
                  </a:lnTo>
                  <a:lnTo>
                    <a:pt x="298106" y="1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1710308" y="5905682"/>
            <a:ext cx="2675255" cy="360680"/>
            <a:chOff x="1710308" y="5905682"/>
            <a:chExt cx="2675255" cy="360680"/>
          </a:xfrm>
        </p:grpSpPr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10308" y="5905686"/>
              <a:ext cx="1359686" cy="36025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98012" y="5905682"/>
              <a:ext cx="1287340" cy="360250"/>
            </a:xfrm>
            <a:prstGeom prst="rect">
              <a:avLst/>
            </a:prstGeom>
          </p:spPr>
        </p:pic>
      </p:grpSp>
      <p:pic>
        <p:nvPicPr>
          <p:cNvPr id="59" name="object 5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85247" y="6383282"/>
            <a:ext cx="1642381" cy="443677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586643" y="0"/>
            <a:ext cx="7408545" cy="4692650"/>
            <a:chOff x="586643" y="0"/>
            <a:chExt cx="7408545" cy="4692650"/>
          </a:xfrm>
        </p:grpSpPr>
        <p:sp>
          <p:nvSpPr>
            <p:cNvPr id="61" name="object 61"/>
            <p:cNvSpPr/>
            <p:nvPr/>
          </p:nvSpPr>
          <p:spPr>
            <a:xfrm>
              <a:off x="2228874" y="0"/>
              <a:ext cx="5518785" cy="2331085"/>
            </a:xfrm>
            <a:custGeom>
              <a:avLst/>
              <a:gdLst/>
              <a:ahLst/>
              <a:cxnLst/>
              <a:rect l="l" t="t" r="r" b="b"/>
              <a:pathLst>
                <a:path w="5518784" h="2331085">
                  <a:moveTo>
                    <a:pt x="5518240" y="0"/>
                  </a:moveTo>
                  <a:lnTo>
                    <a:pt x="1408710" y="0"/>
                  </a:lnTo>
                  <a:lnTo>
                    <a:pt x="0" y="2331064"/>
                  </a:lnTo>
                  <a:lnTo>
                    <a:pt x="4109529" y="2331064"/>
                  </a:lnTo>
                  <a:lnTo>
                    <a:pt x="5518240" y="0"/>
                  </a:lnTo>
                  <a:close/>
                </a:path>
              </a:pathLst>
            </a:custGeom>
            <a:solidFill>
              <a:srgbClr val="FF00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507219" y="497820"/>
              <a:ext cx="3473450" cy="926465"/>
            </a:xfrm>
            <a:custGeom>
              <a:avLst/>
              <a:gdLst/>
              <a:ahLst/>
              <a:cxnLst/>
              <a:rect l="l" t="t" r="r" b="b"/>
              <a:pathLst>
                <a:path w="3473450" h="926465">
                  <a:moveTo>
                    <a:pt x="267296" y="773823"/>
                  </a:moveTo>
                  <a:lnTo>
                    <a:pt x="264655" y="748715"/>
                  </a:lnTo>
                  <a:lnTo>
                    <a:pt x="262991" y="732777"/>
                  </a:lnTo>
                  <a:lnTo>
                    <a:pt x="249351" y="694867"/>
                  </a:lnTo>
                  <a:lnTo>
                    <a:pt x="247230" y="692111"/>
                  </a:lnTo>
                  <a:lnTo>
                    <a:pt x="225310" y="663524"/>
                  </a:lnTo>
                  <a:lnTo>
                    <a:pt x="189788" y="642213"/>
                  </a:lnTo>
                  <a:lnTo>
                    <a:pt x="186042" y="641604"/>
                  </a:lnTo>
                  <a:lnTo>
                    <a:pt x="186042" y="748715"/>
                  </a:lnTo>
                  <a:lnTo>
                    <a:pt x="82689" y="748715"/>
                  </a:lnTo>
                  <a:lnTo>
                    <a:pt x="87007" y="730123"/>
                  </a:lnTo>
                  <a:lnTo>
                    <a:pt x="96913" y="711746"/>
                  </a:lnTo>
                  <a:lnTo>
                    <a:pt x="113284" y="697699"/>
                  </a:lnTo>
                  <a:lnTo>
                    <a:pt x="137007" y="692111"/>
                  </a:lnTo>
                  <a:lnTo>
                    <a:pt x="161480" y="698017"/>
                  </a:lnTo>
                  <a:lnTo>
                    <a:pt x="176504" y="712571"/>
                  </a:lnTo>
                  <a:lnTo>
                    <a:pt x="184035" y="731050"/>
                  </a:lnTo>
                  <a:lnTo>
                    <a:pt x="186042" y="748715"/>
                  </a:lnTo>
                  <a:lnTo>
                    <a:pt x="186042" y="641604"/>
                  </a:lnTo>
                  <a:lnTo>
                    <a:pt x="141744" y="634339"/>
                  </a:lnTo>
                  <a:lnTo>
                    <a:pt x="89674" y="643064"/>
                  </a:lnTo>
                  <a:lnTo>
                    <a:pt x="49860" y="666508"/>
                  </a:lnTo>
                  <a:lnTo>
                    <a:pt x="21894" y="700519"/>
                  </a:lnTo>
                  <a:lnTo>
                    <a:pt x="5410" y="740994"/>
                  </a:lnTo>
                  <a:lnTo>
                    <a:pt x="0" y="783805"/>
                  </a:lnTo>
                  <a:lnTo>
                    <a:pt x="6413" y="831723"/>
                  </a:lnTo>
                  <a:lnTo>
                    <a:pt x="25349" y="871435"/>
                  </a:lnTo>
                  <a:lnTo>
                    <a:pt x="56019" y="900988"/>
                  </a:lnTo>
                  <a:lnTo>
                    <a:pt x="97790" y="919530"/>
                  </a:lnTo>
                  <a:lnTo>
                    <a:pt x="149961" y="925957"/>
                  </a:lnTo>
                  <a:lnTo>
                    <a:pt x="177685" y="924852"/>
                  </a:lnTo>
                  <a:lnTo>
                    <a:pt x="204127" y="921537"/>
                  </a:lnTo>
                  <a:lnTo>
                    <a:pt x="228942" y="916012"/>
                  </a:lnTo>
                  <a:lnTo>
                    <a:pt x="251841" y="908291"/>
                  </a:lnTo>
                  <a:lnTo>
                    <a:pt x="242417" y="861377"/>
                  </a:lnTo>
                  <a:lnTo>
                    <a:pt x="240042" y="849541"/>
                  </a:lnTo>
                  <a:lnTo>
                    <a:pt x="222161" y="854722"/>
                  </a:lnTo>
                  <a:lnTo>
                    <a:pt x="203593" y="858418"/>
                  </a:lnTo>
                  <a:lnTo>
                    <a:pt x="183908" y="860640"/>
                  </a:lnTo>
                  <a:lnTo>
                    <a:pt x="162661" y="861377"/>
                  </a:lnTo>
                  <a:lnTo>
                    <a:pt x="133438" y="858139"/>
                  </a:lnTo>
                  <a:lnTo>
                    <a:pt x="108712" y="848309"/>
                  </a:lnTo>
                  <a:lnTo>
                    <a:pt x="91147" y="831723"/>
                  </a:lnTo>
                  <a:lnTo>
                    <a:pt x="83400" y="808215"/>
                  </a:lnTo>
                  <a:lnTo>
                    <a:pt x="264172" y="808215"/>
                  </a:lnTo>
                  <a:lnTo>
                    <a:pt x="265315" y="802259"/>
                  </a:lnTo>
                  <a:lnTo>
                    <a:pt x="266319" y="794283"/>
                  </a:lnTo>
                  <a:lnTo>
                    <a:pt x="267030" y="784682"/>
                  </a:lnTo>
                  <a:lnTo>
                    <a:pt x="267296" y="773823"/>
                  </a:lnTo>
                  <a:close/>
                </a:path>
                <a:path w="3473450" h="926465">
                  <a:moveTo>
                    <a:pt x="465277" y="404075"/>
                  </a:moveTo>
                  <a:lnTo>
                    <a:pt x="442074" y="399313"/>
                  </a:lnTo>
                  <a:lnTo>
                    <a:pt x="418363" y="394144"/>
                  </a:lnTo>
                  <a:lnTo>
                    <a:pt x="394779" y="388493"/>
                  </a:lnTo>
                  <a:lnTo>
                    <a:pt x="371957" y="382295"/>
                  </a:lnTo>
                  <a:lnTo>
                    <a:pt x="371957" y="379933"/>
                  </a:lnTo>
                  <a:lnTo>
                    <a:pt x="407797" y="355879"/>
                  </a:lnTo>
                  <a:lnTo>
                    <a:pt x="418325" y="342328"/>
                  </a:lnTo>
                  <a:lnTo>
                    <a:pt x="436892" y="318427"/>
                  </a:lnTo>
                  <a:lnTo>
                    <a:pt x="456412" y="268833"/>
                  </a:lnTo>
                  <a:lnTo>
                    <a:pt x="463550" y="208356"/>
                  </a:lnTo>
                  <a:lnTo>
                    <a:pt x="459625" y="164528"/>
                  </a:lnTo>
                  <a:lnTo>
                    <a:pt x="447967" y="123939"/>
                  </a:lnTo>
                  <a:lnTo>
                    <a:pt x="428777" y="87871"/>
                  </a:lnTo>
                  <a:lnTo>
                    <a:pt x="424891" y="83439"/>
                  </a:lnTo>
                  <a:lnTo>
                    <a:pt x="402259" y="57594"/>
                  </a:lnTo>
                  <a:lnTo>
                    <a:pt x="371005" y="36055"/>
                  </a:lnTo>
                  <a:lnTo>
                    <a:pt x="371005" y="211975"/>
                  </a:lnTo>
                  <a:lnTo>
                    <a:pt x="364731" y="264096"/>
                  </a:lnTo>
                  <a:lnTo>
                    <a:pt x="346443" y="305409"/>
                  </a:lnTo>
                  <a:lnTo>
                    <a:pt x="317093" y="332549"/>
                  </a:lnTo>
                  <a:lnTo>
                    <a:pt x="277368" y="342328"/>
                  </a:lnTo>
                  <a:lnTo>
                    <a:pt x="238175" y="332549"/>
                  </a:lnTo>
                  <a:lnTo>
                    <a:pt x="208559" y="305409"/>
                  </a:lnTo>
                  <a:lnTo>
                    <a:pt x="190106" y="264591"/>
                  </a:lnTo>
                  <a:lnTo>
                    <a:pt x="183807" y="213588"/>
                  </a:lnTo>
                  <a:lnTo>
                    <a:pt x="190068" y="162763"/>
                  </a:lnTo>
                  <a:lnTo>
                    <a:pt x="208457" y="121412"/>
                  </a:lnTo>
                  <a:lnTo>
                    <a:pt x="238074" y="93624"/>
                  </a:lnTo>
                  <a:lnTo>
                    <a:pt x="278104" y="83439"/>
                  </a:lnTo>
                  <a:lnTo>
                    <a:pt x="317830" y="93624"/>
                  </a:lnTo>
                  <a:lnTo>
                    <a:pt x="347002" y="121412"/>
                  </a:lnTo>
                  <a:lnTo>
                    <a:pt x="364896" y="162217"/>
                  </a:lnTo>
                  <a:lnTo>
                    <a:pt x="371005" y="211975"/>
                  </a:lnTo>
                  <a:lnTo>
                    <a:pt x="371005" y="36055"/>
                  </a:lnTo>
                  <a:lnTo>
                    <a:pt x="368592" y="34378"/>
                  </a:lnTo>
                  <a:lnTo>
                    <a:pt x="328002" y="19519"/>
                  </a:lnTo>
                  <a:lnTo>
                    <a:pt x="280657" y="14274"/>
                  </a:lnTo>
                  <a:lnTo>
                    <a:pt x="232638" y="19519"/>
                  </a:lnTo>
                  <a:lnTo>
                    <a:pt x="233337" y="19519"/>
                  </a:lnTo>
                  <a:lnTo>
                    <a:pt x="192392" y="34112"/>
                  </a:lnTo>
                  <a:lnTo>
                    <a:pt x="157429" y="57404"/>
                  </a:lnTo>
                  <a:lnTo>
                    <a:pt x="129286" y="88277"/>
                  </a:lnTo>
                  <a:lnTo>
                    <a:pt x="108508" y="125704"/>
                  </a:lnTo>
                  <a:lnTo>
                    <a:pt x="95656" y="168706"/>
                  </a:lnTo>
                  <a:lnTo>
                    <a:pt x="91249" y="216255"/>
                  </a:lnTo>
                  <a:lnTo>
                    <a:pt x="97701" y="273939"/>
                  </a:lnTo>
                  <a:lnTo>
                    <a:pt x="115671" y="321462"/>
                  </a:lnTo>
                  <a:lnTo>
                    <a:pt x="143027" y="358902"/>
                  </a:lnTo>
                  <a:lnTo>
                    <a:pt x="177685" y="386334"/>
                  </a:lnTo>
                  <a:lnTo>
                    <a:pt x="217538" y="403834"/>
                  </a:lnTo>
                  <a:lnTo>
                    <a:pt x="260477" y="411505"/>
                  </a:lnTo>
                  <a:lnTo>
                    <a:pt x="267233" y="412216"/>
                  </a:lnTo>
                  <a:lnTo>
                    <a:pt x="274002" y="413410"/>
                  </a:lnTo>
                  <a:lnTo>
                    <a:pt x="280695" y="415137"/>
                  </a:lnTo>
                  <a:lnTo>
                    <a:pt x="287235" y="417461"/>
                  </a:lnTo>
                  <a:lnTo>
                    <a:pt x="325361" y="432587"/>
                  </a:lnTo>
                  <a:lnTo>
                    <a:pt x="362635" y="446417"/>
                  </a:lnTo>
                  <a:lnTo>
                    <a:pt x="400494" y="459219"/>
                  </a:lnTo>
                  <a:lnTo>
                    <a:pt x="440385" y="471297"/>
                  </a:lnTo>
                  <a:lnTo>
                    <a:pt x="465277" y="404075"/>
                  </a:lnTo>
                  <a:close/>
                </a:path>
                <a:path w="3473450" h="926465">
                  <a:moveTo>
                    <a:pt x="560527" y="754608"/>
                  </a:moveTo>
                  <a:lnTo>
                    <a:pt x="552881" y="701128"/>
                  </a:lnTo>
                  <a:lnTo>
                    <a:pt x="531736" y="663638"/>
                  </a:lnTo>
                  <a:lnTo>
                    <a:pt x="499833" y="641565"/>
                  </a:lnTo>
                  <a:lnTo>
                    <a:pt x="459867" y="634339"/>
                  </a:lnTo>
                  <a:lnTo>
                    <a:pt x="428078" y="638835"/>
                  </a:lnTo>
                  <a:lnTo>
                    <a:pt x="403072" y="650087"/>
                  </a:lnTo>
                  <a:lnTo>
                    <a:pt x="384733" y="664705"/>
                  </a:lnTo>
                  <a:lnTo>
                    <a:pt x="372973" y="679323"/>
                  </a:lnTo>
                  <a:lnTo>
                    <a:pt x="371144" y="679323"/>
                  </a:lnTo>
                  <a:lnTo>
                    <a:pt x="367093" y="640626"/>
                  </a:lnTo>
                  <a:lnTo>
                    <a:pt x="291261" y="640626"/>
                  </a:lnTo>
                  <a:lnTo>
                    <a:pt x="292862" y="681570"/>
                  </a:lnTo>
                  <a:lnTo>
                    <a:pt x="293370" y="704748"/>
                  </a:lnTo>
                  <a:lnTo>
                    <a:pt x="293560" y="729843"/>
                  </a:lnTo>
                  <a:lnTo>
                    <a:pt x="293560" y="919949"/>
                  </a:lnTo>
                  <a:lnTo>
                    <a:pt x="381114" y="919949"/>
                  </a:lnTo>
                  <a:lnTo>
                    <a:pt x="381114" y="751001"/>
                  </a:lnTo>
                  <a:lnTo>
                    <a:pt x="381927" y="742746"/>
                  </a:lnTo>
                  <a:lnTo>
                    <a:pt x="412280" y="707377"/>
                  </a:lnTo>
                  <a:lnTo>
                    <a:pt x="428498" y="704519"/>
                  </a:lnTo>
                  <a:lnTo>
                    <a:pt x="448754" y="708926"/>
                  </a:lnTo>
                  <a:lnTo>
                    <a:pt x="462559" y="721334"/>
                  </a:lnTo>
                  <a:lnTo>
                    <a:pt x="470458" y="740486"/>
                  </a:lnTo>
                  <a:lnTo>
                    <a:pt x="472973" y="765136"/>
                  </a:lnTo>
                  <a:lnTo>
                    <a:pt x="472973" y="919949"/>
                  </a:lnTo>
                  <a:lnTo>
                    <a:pt x="560527" y="919949"/>
                  </a:lnTo>
                  <a:lnTo>
                    <a:pt x="560527" y="754608"/>
                  </a:lnTo>
                  <a:close/>
                </a:path>
                <a:path w="3473450" h="926465">
                  <a:moveTo>
                    <a:pt x="762393" y="405218"/>
                  </a:moveTo>
                  <a:lnTo>
                    <a:pt x="761517" y="386537"/>
                  </a:lnTo>
                  <a:lnTo>
                    <a:pt x="760780" y="365353"/>
                  </a:lnTo>
                  <a:lnTo>
                    <a:pt x="760272" y="341731"/>
                  </a:lnTo>
                  <a:lnTo>
                    <a:pt x="760082" y="315683"/>
                  </a:lnTo>
                  <a:lnTo>
                    <a:pt x="760082" y="125882"/>
                  </a:lnTo>
                  <a:lnTo>
                    <a:pt x="672541" y="125882"/>
                  </a:lnTo>
                  <a:lnTo>
                    <a:pt x="672541" y="299326"/>
                  </a:lnTo>
                  <a:lnTo>
                    <a:pt x="671537" y="305701"/>
                  </a:lnTo>
                  <a:lnTo>
                    <a:pt x="641896" y="338543"/>
                  </a:lnTo>
                  <a:lnTo>
                    <a:pt x="625881" y="341325"/>
                  </a:lnTo>
                  <a:lnTo>
                    <a:pt x="605993" y="336867"/>
                  </a:lnTo>
                  <a:lnTo>
                    <a:pt x="592302" y="323989"/>
                  </a:lnTo>
                  <a:lnTo>
                    <a:pt x="584390" y="303441"/>
                  </a:lnTo>
                  <a:lnTo>
                    <a:pt x="581850" y="275983"/>
                  </a:lnTo>
                  <a:lnTo>
                    <a:pt x="581850" y="125882"/>
                  </a:lnTo>
                  <a:lnTo>
                    <a:pt x="494296" y="125882"/>
                  </a:lnTo>
                  <a:lnTo>
                    <a:pt x="494296" y="290118"/>
                  </a:lnTo>
                  <a:lnTo>
                    <a:pt x="501688" y="345313"/>
                  </a:lnTo>
                  <a:lnTo>
                    <a:pt x="522249" y="383006"/>
                  </a:lnTo>
                  <a:lnTo>
                    <a:pt x="553529" y="404609"/>
                  </a:lnTo>
                  <a:lnTo>
                    <a:pt x="593077" y="411492"/>
                  </a:lnTo>
                  <a:lnTo>
                    <a:pt x="626491" y="406781"/>
                  </a:lnTo>
                  <a:lnTo>
                    <a:pt x="651675" y="395109"/>
                  </a:lnTo>
                  <a:lnTo>
                    <a:pt x="669467" y="380212"/>
                  </a:lnTo>
                  <a:lnTo>
                    <a:pt x="680707" y="365785"/>
                  </a:lnTo>
                  <a:lnTo>
                    <a:pt x="682536" y="365785"/>
                  </a:lnTo>
                  <a:lnTo>
                    <a:pt x="686562" y="405218"/>
                  </a:lnTo>
                  <a:lnTo>
                    <a:pt x="762393" y="405218"/>
                  </a:lnTo>
                  <a:close/>
                </a:path>
                <a:path w="3473450" h="926465">
                  <a:moveTo>
                    <a:pt x="891908" y="125869"/>
                  </a:moveTo>
                  <a:lnTo>
                    <a:pt x="804354" y="125869"/>
                  </a:lnTo>
                  <a:lnTo>
                    <a:pt x="804354" y="405218"/>
                  </a:lnTo>
                  <a:lnTo>
                    <a:pt x="891908" y="405218"/>
                  </a:lnTo>
                  <a:lnTo>
                    <a:pt x="891908" y="125869"/>
                  </a:lnTo>
                  <a:close/>
                </a:path>
                <a:path w="3473450" h="926465">
                  <a:moveTo>
                    <a:pt x="894384" y="48323"/>
                  </a:moveTo>
                  <a:lnTo>
                    <a:pt x="890993" y="31064"/>
                  </a:lnTo>
                  <a:lnTo>
                    <a:pt x="881761" y="17272"/>
                  </a:lnTo>
                  <a:lnTo>
                    <a:pt x="867283" y="8140"/>
                  </a:lnTo>
                  <a:lnTo>
                    <a:pt x="848169" y="4838"/>
                  </a:lnTo>
                  <a:lnTo>
                    <a:pt x="829094" y="8140"/>
                  </a:lnTo>
                  <a:lnTo>
                    <a:pt x="814463" y="17272"/>
                  </a:lnTo>
                  <a:lnTo>
                    <a:pt x="805129" y="31064"/>
                  </a:lnTo>
                  <a:lnTo>
                    <a:pt x="801890" y="48323"/>
                  </a:lnTo>
                  <a:lnTo>
                    <a:pt x="805053" y="65303"/>
                  </a:lnTo>
                  <a:lnTo>
                    <a:pt x="814222" y="79082"/>
                  </a:lnTo>
                  <a:lnTo>
                    <a:pt x="828586" y="88328"/>
                  </a:lnTo>
                  <a:lnTo>
                    <a:pt x="847382" y="91706"/>
                  </a:lnTo>
                  <a:lnTo>
                    <a:pt x="867029" y="88328"/>
                  </a:lnTo>
                  <a:lnTo>
                    <a:pt x="881849" y="79082"/>
                  </a:lnTo>
                  <a:lnTo>
                    <a:pt x="891184" y="65303"/>
                  </a:lnTo>
                  <a:lnTo>
                    <a:pt x="894384" y="48323"/>
                  </a:lnTo>
                  <a:close/>
                </a:path>
                <a:path w="3473450" h="926465">
                  <a:moveTo>
                    <a:pt x="975525" y="652322"/>
                  </a:moveTo>
                  <a:lnTo>
                    <a:pt x="964412" y="601218"/>
                  </a:lnTo>
                  <a:lnTo>
                    <a:pt x="934453" y="563359"/>
                  </a:lnTo>
                  <a:lnTo>
                    <a:pt x="888809" y="541235"/>
                  </a:lnTo>
                  <a:lnTo>
                    <a:pt x="888809" y="654799"/>
                  </a:lnTo>
                  <a:lnTo>
                    <a:pt x="883602" y="680986"/>
                  </a:lnTo>
                  <a:lnTo>
                    <a:pt x="868641" y="700595"/>
                  </a:lnTo>
                  <a:lnTo>
                    <a:pt x="844969" y="712901"/>
                  </a:lnTo>
                  <a:lnTo>
                    <a:pt x="813612" y="717156"/>
                  </a:lnTo>
                  <a:lnTo>
                    <a:pt x="807110" y="717156"/>
                  </a:lnTo>
                  <a:lnTo>
                    <a:pt x="797001" y="716635"/>
                  </a:lnTo>
                  <a:lnTo>
                    <a:pt x="790346" y="715924"/>
                  </a:lnTo>
                  <a:lnTo>
                    <a:pt x="784529" y="714870"/>
                  </a:lnTo>
                  <a:lnTo>
                    <a:pt x="784529" y="601218"/>
                  </a:lnTo>
                  <a:lnTo>
                    <a:pt x="790384" y="600151"/>
                  </a:lnTo>
                  <a:lnTo>
                    <a:pt x="798322" y="599224"/>
                  </a:lnTo>
                  <a:lnTo>
                    <a:pt x="808304" y="598576"/>
                  </a:lnTo>
                  <a:lnTo>
                    <a:pt x="820280" y="598335"/>
                  </a:lnTo>
                  <a:lnTo>
                    <a:pt x="849617" y="602183"/>
                  </a:lnTo>
                  <a:lnTo>
                    <a:pt x="871105" y="613295"/>
                  </a:lnTo>
                  <a:lnTo>
                    <a:pt x="884313" y="631050"/>
                  </a:lnTo>
                  <a:lnTo>
                    <a:pt x="888809" y="654799"/>
                  </a:lnTo>
                  <a:lnTo>
                    <a:pt x="888809" y="541235"/>
                  </a:lnTo>
                  <a:lnTo>
                    <a:pt x="885634" y="540080"/>
                  </a:lnTo>
                  <a:lnTo>
                    <a:pt x="853490" y="534238"/>
                  </a:lnTo>
                  <a:lnTo>
                    <a:pt x="815962" y="532295"/>
                  </a:lnTo>
                  <a:lnTo>
                    <a:pt x="778776" y="532930"/>
                  </a:lnTo>
                  <a:lnTo>
                    <a:pt x="746963" y="534670"/>
                  </a:lnTo>
                  <a:lnTo>
                    <a:pt x="720102" y="537248"/>
                  </a:lnTo>
                  <a:lnTo>
                    <a:pt x="697776" y="540397"/>
                  </a:lnTo>
                  <a:lnTo>
                    <a:pt x="697776" y="919962"/>
                  </a:lnTo>
                  <a:lnTo>
                    <a:pt x="784529" y="919962"/>
                  </a:lnTo>
                  <a:lnTo>
                    <a:pt x="784529" y="782231"/>
                  </a:lnTo>
                  <a:lnTo>
                    <a:pt x="790905" y="783056"/>
                  </a:lnTo>
                  <a:lnTo>
                    <a:pt x="798080" y="783678"/>
                  </a:lnTo>
                  <a:lnTo>
                    <a:pt x="805942" y="784072"/>
                  </a:lnTo>
                  <a:lnTo>
                    <a:pt x="814400" y="784212"/>
                  </a:lnTo>
                  <a:lnTo>
                    <a:pt x="844321" y="782231"/>
                  </a:lnTo>
                  <a:lnTo>
                    <a:pt x="851458" y="781761"/>
                  </a:lnTo>
                  <a:lnTo>
                    <a:pt x="915098" y="761555"/>
                  </a:lnTo>
                  <a:lnTo>
                    <a:pt x="955421" y="725500"/>
                  </a:lnTo>
                  <a:lnTo>
                    <a:pt x="973239" y="679475"/>
                  </a:lnTo>
                  <a:lnTo>
                    <a:pt x="975525" y="652322"/>
                  </a:lnTo>
                  <a:close/>
                </a:path>
                <a:path w="3473450" h="926465">
                  <a:moveTo>
                    <a:pt x="1096378" y="125869"/>
                  </a:moveTo>
                  <a:lnTo>
                    <a:pt x="1033437" y="125869"/>
                  </a:lnTo>
                  <a:lnTo>
                    <a:pt x="1033437" y="46202"/>
                  </a:lnTo>
                  <a:lnTo>
                    <a:pt x="947915" y="65849"/>
                  </a:lnTo>
                  <a:lnTo>
                    <a:pt x="947915" y="125869"/>
                  </a:lnTo>
                  <a:lnTo>
                    <a:pt x="910551" y="125869"/>
                  </a:lnTo>
                  <a:lnTo>
                    <a:pt x="910551" y="189941"/>
                  </a:lnTo>
                  <a:lnTo>
                    <a:pt x="947915" y="189941"/>
                  </a:lnTo>
                  <a:lnTo>
                    <a:pt x="947915" y="304177"/>
                  </a:lnTo>
                  <a:lnTo>
                    <a:pt x="949413" y="331520"/>
                  </a:lnTo>
                  <a:lnTo>
                    <a:pt x="961466" y="372630"/>
                  </a:lnTo>
                  <a:lnTo>
                    <a:pt x="999705" y="404507"/>
                  </a:lnTo>
                  <a:lnTo>
                    <a:pt x="1037983" y="411200"/>
                  </a:lnTo>
                  <a:lnTo>
                    <a:pt x="1055573" y="410603"/>
                  </a:lnTo>
                  <a:lnTo>
                    <a:pt x="1071245" y="408990"/>
                  </a:lnTo>
                  <a:lnTo>
                    <a:pt x="1084453" y="406615"/>
                  </a:lnTo>
                  <a:lnTo>
                    <a:pt x="1094625" y="403745"/>
                  </a:lnTo>
                  <a:lnTo>
                    <a:pt x="1093927" y="337769"/>
                  </a:lnTo>
                  <a:lnTo>
                    <a:pt x="1088910" y="338759"/>
                  </a:lnTo>
                  <a:lnTo>
                    <a:pt x="1082903" y="339585"/>
                  </a:lnTo>
                  <a:lnTo>
                    <a:pt x="1075905" y="340144"/>
                  </a:lnTo>
                  <a:lnTo>
                    <a:pt x="1067930" y="340347"/>
                  </a:lnTo>
                  <a:lnTo>
                    <a:pt x="1051547" y="337400"/>
                  </a:lnTo>
                  <a:lnTo>
                    <a:pt x="1040904" y="328371"/>
                  </a:lnTo>
                  <a:lnTo>
                    <a:pt x="1035151" y="313042"/>
                  </a:lnTo>
                  <a:lnTo>
                    <a:pt x="1033437" y="291147"/>
                  </a:lnTo>
                  <a:lnTo>
                    <a:pt x="1033437" y="189941"/>
                  </a:lnTo>
                  <a:lnTo>
                    <a:pt x="1096378" y="189941"/>
                  </a:lnTo>
                  <a:lnTo>
                    <a:pt x="1096378" y="125869"/>
                  </a:lnTo>
                  <a:close/>
                </a:path>
                <a:path w="3473450" h="926465">
                  <a:moveTo>
                    <a:pt x="1266190" y="777506"/>
                  </a:moveTo>
                  <a:lnTo>
                    <a:pt x="1259547" y="730224"/>
                  </a:lnTo>
                  <a:lnTo>
                    <a:pt x="1243291" y="696379"/>
                  </a:lnTo>
                  <a:lnTo>
                    <a:pt x="1240548" y="690664"/>
                  </a:lnTo>
                  <a:lnTo>
                    <a:pt x="1210589" y="660463"/>
                  </a:lnTo>
                  <a:lnTo>
                    <a:pt x="1176070" y="643648"/>
                  </a:lnTo>
                  <a:lnTo>
                    <a:pt x="1176070" y="779894"/>
                  </a:lnTo>
                  <a:lnTo>
                    <a:pt x="1172260" y="813562"/>
                  </a:lnTo>
                  <a:lnTo>
                    <a:pt x="1172171" y="814336"/>
                  </a:lnTo>
                  <a:lnTo>
                    <a:pt x="1161021" y="840943"/>
                  </a:lnTo>
                  <a:lnTo>
                    <a:pt x="1143482" y="858113"/>
                  </a:lnTo>
                  <a:lnTo>
                    <a:pt x="1120406" y="864196"/>
                  </a:lnTo>
                  <a:lnTo>
                    <a:pt x="1095705" y="857808"/>
                  </a:lnTo>
                  <a:lnTo>
                    <a:pt x="1077683" y="840155"/>
                  </a:lnTo>
                  <a:lnTo>
                    <a:pt x="1066634" y="813562"/>
                  </a:lnTo>
                  <a:lnTo>
                    <a:pt x="1062875" y="780351"/>
                  </a:lnTo>
                  <a:lnTo>
                    <a:pt x="1066025" y="749769"/>
                  </a:lnTo>
                  <a:lnTo>
                    <a:pt x="1076045" y="722845"/>
                  </a:lnTo>
                  <a:lnTo>
                    <a:pt x="1093901" y="703668"/>
                  </a:lnTo>
                  <a:lnTo>
                    <a:pt x="1120482" y="696379"/>
                  </a:lnTo>
                  <a:lnTo>
                    <a:pt x="1145921" y="703668"/>
                  </a:lnTo>
                  <a:lnTo>
                    <a:pt x="1163129" y="722693"/>
                  </a:lnTo>
                  <a:lnTo>
                    <a:pt x="1172959" y="749465"/>
                  </a:lnTo>
                  <a:lnTo>
                    <a:pt x="1176070" y="779894"/>
                  </a:lnTo>
                  <a:lnTo>
                    <a:pt x="1176070" y="643648"/>
                  </a:lnTo>
                  <a:lnTo>
                    <a:pt x="1170927" y="641134"/>
                  </a:lnTo>
                  <a:lnTo>
                    <a:pt x="1123010" y="634339"/>
                  </a:lnTo>
                  <a:lnTo>
                    <a:pt x="1072273" y="641134"/>
                  </a:lnTo>
                  <a:lnTo>
                    <a:pt x="1072565" y="641134"/>
                  </a:lnTo>
                  <a:lnTo>
                    <a:pt x="1031087" y="660463"/>
                  </a:lnTo>
                  <a:lnTo>
                    <a:pt x="999629" y="691286"/>
                  </a:lnTo>
                  <a:lnTo>
                    <a:pt x="979728" y="732307"/>
                  </a:lnTo>
                  <a:lnTo>
                    <a:pt x="972781" y="782307"/>
                  </a:lnTo>
                  <a:lnTo>
                    <a:pt x="980020" y="831913"/>
                  </a:lnTo>
                  <a:lnTo>
                    <a:pt x="1000328" y="871943"/>
                  </a:lnTo>
                  <a:lnTo>
                    <a:pt x="1031532" y="901560"/>
                  </a:lnTo>
                  <a:lnTo>
                    <a:pt x="1071460" y="919937"/>
                  </a:lnTo>
                  <a:lnTo>
                    <a:pt x="1117981" y="926236"/>
                  </a:lnTo>
                  <a:lnTo>
                    <a:pt x="1162342" y="920572"/>
                  </a:lnTo>
                  <a:lnTo>
                    <a:pt x="1202715" y="903274"/>
                  </a:lnTo>
                  <a:lnTo>
                    <a:pt x="1235735" y="873950"/>
                  </a:lnTo>
                  <a:lnTo>
                    <a:pt x="1240929" y="864196"/>
                  </a:lnTo>
                  <a:lnTo>
                    <a:pt x="1258011" y="832167"/>
                  </a:lnTo>
                  <a:lnTo>
                    <a:pt x="1266190" y="777506"/>
                  </a:lnTo>
                  <a:close/>
                </a:path>
                <a:path w="3473450" h="926465">
                  <a:moveTo>
                    <a:pt x="1359674" y="405218"/>
                  </a:moveTo>
                  <a:lnTo>
                    <a:pt x="1355521" y="358216"/>
                  </a:lnTo>
                  <a:lnTo>
                    <a:pt x="1355471" y="357162"/>
                  </a:lnTo>
                  <a:lnTo>
                    <a:pt x="1355382" y="350570"/>
                  </a:lnTo>
                  <a:lnTo>
                    <a:pt x="1355267" y="342290"/>
                  </a:lnTo>
                  <a:lnTo>
                    <a:pt x="1355204" y="273113"/>
                  </a:lnTo>
                  <a:lnTo>
                    <a:pt x="1355204" y="240157"/>
                  </a:lnTo>
                  <a:lnTo>
                    <a:pt x="1349108" y="193649"/>
                  </a:lnTo>
                  <a:lnTo>
                    <a:pt x="1341513" y="179362"/>
                  </a:lnTo>
                  <a:lnTo>
                    <a:pt x="1328686" y="155282"/>
                  </a:lnTo>
                  <a:lnTo>
                    <a:pt x="1290726" y="129209"/>
                  </a:lnTo>
                  <a:lnTo>
                    <a:pt x="1270368" y="125882"/>
                  </a:lnTo>
                  <a:lnTo>
                    <a:pt x="1270368" y="273113"/>
                  </a:lnTo>
                  <a:lnTo>
                    <a:pt x="1270368" y="308584"/>
                  </a:lnTo>
                  <a:lnTo>
                    <a:pt x="1238796" y="348068"/>
                  </a:lnTo>
                  <a:lnTo>
                    <a:pt x="1223505" y="350570"/>
                  </a:lnTo>
                  <a:lnTo>
                    <a:pt x="1209700" y="348513"/>
                  </a:lnTo>
                  <a:lnTo>
                    <a:pt x="1198702" y="342290"/>
                  </a:lnTo>
                  <a:lnTo>
                    <a:pt x="1191437" y="331851"/>
                  </a:lnTo>
                  <a:lnTo>
                    <a:pt x="1188808" y="317131"/>
                  </a:lnTo>
                  <a:lnTo>
                    <a:pt x="1195082" y="296189"/>
                  </a:lnTo>
                  <a:lnTo>
                    <a:pt x="1212342" y="282562"/>
                  </a:lnTo>
                  <a:lnTo>
                    <a:pt x="1238211" y="275209"/>
                  </a:lnTo>
                  <a:lnTo>
                    <a:pt x="1270368" y="273113"/>
                  </a:lnTo>
                  <a:lnTo>
                    <a:pt x="1270368" y="125882"/>
                  </a:lnTo>
                  <a:lnTo>
                    <a:pt x="1231963" y="119595"/>
                  </a:lnTo>
                  <a:lnTo>
                    <a:pt x="1195959" y="121945"/>
                  </a:lnTo>
                  <a:lnTo>
                    <a:pt x="1165390" y="127939"/>
                  </a:lnTo>
                  <a:lnTo>
                    <a:pt x="1140790" y="136029"/>
                  </a:lnTo>
                  <a:lnTo>
                    <a:pt x="1122680" y="144627"/>
                  </a:lnTo>
                  <a:lnTo>
                    <a:pt x="1138770" y="200215"/>
                  </a:lnTo>
                  <a:lnTo>
                    <a:pt x="1154734" y="192239"/>
                  </a:lnTo>
                  <a:lnTo>
                    <a:pt x="1173784" y="185597"/>
                  </a:lnTo>
                  <a:lnTo>
                    <a:pt x="1194689" y="181051"/>
                  </a:lnTo>
                  <a:lnTo>
                    <a:pt x="1216266" y="179362"/>
                  </a:lnTo>
                  <a:lnTo>
                    <a:pt x="1242644" y="182854"/>
                  </a:lnTo>
                  <a:lnTo>
                    <a:pt x="1258316" y="191744"/>
                  </a:lnTo>
                  <a:lnTo>
                    <a:pt x="1265821" y="203428"/>
                  </a:lnTo>
                  <a:lnTo>
                    <a:pt x="1267764" y="215328"/>
                  </a:lnTo>
                  <a:lnTo>
                    <a:pt x="1267764" y="218884"/>
                  </a:lnTo>
                  <a:lnTo>
                    <a:pt x="1212392" y="222999"/>
                  </a:lnTo>
                  <a:lnTo>
                    <a:pt x="1166685" y="235597"/>
                  </a:lnTo>
                  <a:lnTo>
                    <a:pt x="1132166" y="256844"/>
                  </a:lnTo>
                  <a:lnTo>
                    <a:pt x="1110348" y="286931"/>
                  </a:lnTo>
                  <a:lnTo>
                    <a:pt x="1102741" y="326034"/>
                  </a:lnTo>
                  <a:lnTo>
                    <a:pt x="1108887" y="358216"/>
                  </a:lnTo>
                  <a:lnTo>
                    <a:pt x="1126718" y="385495"/>
                  </a:lnTo>
                  <a:lnTo>
                    <a:pt x="1155268" y="404418"/>
                  </a:lnTo>
                  <a:lnTo>
                    <a:pt x="1193622" y="411492"/>
                  </a:lnTo>
                  <a:lnTo>
                    <a:pt x="1217637" y="409308"/>
                  </a:lnTo>
                  <a:lnTo>
                    <a:pt x="1239380" y="402818"/>
                  </a:lnTo>
                  <a:lnTo>
                    <a:pt x="1258341" y="392163"/>
                  </a:lnTo>
                  <a:lnTo>
                    <a:pt x="1273949" y="377456"/>
                  </a:lnTo>
                  <a:lnTo>
                    <a:pt x="1275816" y="377456"/>
                  </a:lnTo>
                  <a:lnTo>
                    <a:pt x="1280960" y="405218"/>
                  </a:lnTo>
                  <a:lnTo>
                    <a:pt x="1359674" y="405218"/>
                  </a:lnTo>
                  <a:close/>
                </a:path>
                <a:path w="3473450" h="926465">
                  <a:moveTo>
                    <a:pt x="1382052" y="514756"/>
                  </a:moveTo>
                  <a:lnTo>
                    <a:pt x="1294498" y="514756"/>
                  </a:lnTo>
                  <a:lnTo>
                    <a:pt x="1294498" y="919949"/>
                  </a:lnTo>
                  <a:lnTo>
                    <a:pt x="1382052" y="919949"/>
                  </a:lnTo>
                  <a:lnTo>
                    <a:pt x="1382052" y="514756"/>
                  </a:lnTo>
                  <a:close/>
                </a:path>
                <a:path w="3473450" h="926465">
                  <a:moveTo>
                    <a:pt x="1691767" y="640613"/>
                  </a:moveTo>
                  <a:lnTo>
                    <a:pt x="1599831" y="640613"/>
                  </a:lnTo>
                  <a:lnTo>
                    <a:pt x="1563751" y="770509"/>
                  </a:lnTo>
                  <a:lnTo>
                    <a:pt x="1559229" y="788009"/>
                  </a:lnTo>
                  <a:lnTo>
                    <a:pt x="1555191" y="804837"/>
                  </a:lnTo>
                  <a:lnTo>
                    <a:pt x="1551559" y="821486"/>
                  </a:lnTo>
                  <a:lnTo>
                    <a:pt x="1548206" y="838454"/>
                  </a:lnTo>
                  <a:lnTo>
                    <a:pt x="1546339" y="838454"/>
                  </a:lnTo>
                  <a:lnTo>
                    <a:pt x="1535023" y="787920"/>
                  </a:lnTo>
                  <a:lnTo>
                    <a:pt x="1492427" y="640613"/>
                  </a:lnTo>
                  <a:lnTo>
                    <a:pt x="1397596" y="640613"/>
                  </a:lnTo>
                  <a:lnTo>
                    <a:pt x="1499831" y="919962"/>
                  </a:lnTo>
                  <a:lnTo>
                    <a:pt x="1587055" y="919962"/>
                  </a:lnTo>
                  <a:lnTo>
                    <a:pt x="1691767" y="640613"/>
                  </a:lnTo>
                  <a:close/>
                </a:path>
                <a:path w="3473450" h="926465">
                  <a:moveTo>
                    <a:pt x="1823161" y="240817"/>
                  </a:moveTo>
                  <a:lnTo>
                    <a:pt x="1815922" y="186651"/>
                  </a:lnTo>
                  <a:lnTo>
                    <a:pt x="1795957" y="148894"/>
                  </a:lnTo>
                  <a:lnTo>
                    <a:pt x="1765935" y="126796"/>
                  </a:lnTo>
                  <a:lnTo>
                    <a:pt x="1728495" y="119595"/>
                  </a:lnTo>
                  <a:lnTo>
                    <a:pt x="1713458" y="120484"/>
                  </a:lnTo>
                  <a:lnTo>
                    <a:pt x="1675130" y="133426"/>
                  </a:lnTo>
                  <a:lnTo>
                    <a:pt x="1638604" y="167474"/>
                  </a:lnTo>
                  <a:lnTo>
                    <a:pt x="1637449" y="167474"/>
                  </a:lnTo>
                  <a:lnTo>
                    <a:pt x="1625447" y="147612"/>
                  </a:lnTo>
                  <a:lnTo>
                    <a:pt x="1608112" y="132524"/>
                  </a:lnTo>
                  <a:lnTo>
                    <a:pt x="1586191" y="122948"/>
                  </a:lnTo>
                  <a:lnTo>
                    <a:pt x="1560461" y="119595"/>
                  </a:lnTo>
                  <a:lnTo>
                    <a:pt x="1528673" y="124002"/>
                  </a:lnTo>
                  <a:lnTo>
                    <a:pt x="1504530" y="135013"/>
                  </a:lnTo>
                  <a:lnTo>
                    <a:pt x="1487157" y="149339"/>
                  </a:lnTo>
                  <a:lnTo>
                    <a:pt x="1475613" y="163690"/>
                  </a:lnTo>
                  <a:lnTo>
                    <a:pt x="1473784" y="163690"/>
                  </a:lnTo>
                  <a:lnTo>
                    <a:pt x="1470075" y="125882"/>
                  </a:lnTo>
                  <a:lnTo>
                    <a:pt x="1396161" y="125882"/>
                  </a:lnTo>
                  <a:lnTo>
                    <a:pt x="1397774" y="166839"/>
                  </a:lnTo>
                  <a:lnTo>
                    <a:pt x="1398282" y="190004"/>
                  </a:lnTo>
                  <a:lnTo>
                    <a:pt x="1398473" y="215099"/>
                  </a:lnTo>
                  <a:lnTo>
                    <a:pt x="1398473" y="405218"/>
                  </a:lnTo>
                  <a:lnTo>
                    <a:pt x="1483537" y="405218"/>
                  </a:lnTo>
                  <a:lnTo>
                    <a:pt x="1483537" y="235445"/>
                  </a:lnTo>
                  <a:lnTo>
                    <a:pt x="1484223" y="227520"/>
                  </a:lnTo>
                  <a:lnTo>
                    <a:pt x="1512646" y="192443"/>
                  </a:lnTo>
                  <a:lnTo>
                    <a:pt x="1527771" y="189547"/>
                  </a:lnTo>
                  <a:lnTo>
                    <a:pt x="1545869" y="193827"/>
                  </a:lnTo>
                  <a:lnTo>
                    <a:pt x="1558493" y="205892"/>
                  </a:lnTo>
                  <a:lnTo>
                    <a:pt x="1565884" y="224548"/>
                  </a:lnTo>
                  <a:lnTo>
                    <a:pt x="1568284" y="248627"/>
                  </a:lnTo>
                  <a:lnTo>
                    <a:pt x="1568284" y="405218"/>
                  </a:lnTo>
                  <a:lnTo>
                    <a:pt x="1653336" y="405218"/>
                  </a:lnTo>
                  <a:lnTo>
                    <a:pt x="1653336" y="234899"/>
                  </a:lnTo>
                  <a:lnTo>
                    <a:pt x="1654365" y="226098"/>
                  </a:lnTo>
                  <a:lnTo>
                    <a:pt x="1682711" y="191947"/>
                  </a:lnTo>
                  <a:lnTo>
                    <a:pt x="1696720" y="189547"/>
                  </a:lnTo>
                  <a:lnTo>
                    <a:pt x="1715109" y="193852"/>
                  </a:lnTo>
                  <a:lnTo>
                    <a:pt x="1728012" y="206349"/>
                  </a:lnTo>
                  <a:lnTo>
                    <a:pt x="1735607" y="226441"/>
                  </a:lnTo>
                  <a:lnTo>
                    <a:pt x="1738109" y="253504"/>
                  </a:lnTo>
                  <a:lnTo>
                    <a:pt x="1738109" y="405218"/>
                  </a:lnTo>
                  <a:lnTo>
                    <a:pt x="1823161" y="405218"/>
                  </a:lnTo>
                  <a:lnTo>
                    <a:pt x="1823161" y="240817"/>
                  </a:lnTo>
                  <a:close/>
                </a:path>
                <a:path w="3473450" h="926465">
                  <a:moveTo>
                    <a:pt x="1974646" y="777506"/>
                  </a:moveTo>
                  <a:lnTo>
                    <a:pt x="1968017" y="730224"/>
                  </a:lnTo>
                  <a:lnTo>
                    <a:pt x="1951748" y="696379"/>
                  </a:lnTo>
                  <a:lnTo>
                    <a:pt x="1949018" y="690664"/>
                  </a:lnTo>
                  <a:lnTo>
                    <a:pt x="1919046" y="660463"/>
                  </a:lnTo>
                  <a:lnTo>
                    <a:pt x="1884527" y="643648"/>
                  </a:lnTo>
                  <a:lnTo>
                    <a:pt x="1884527" y="779894"/>
                  </a:lnTo>
                  <a:lnTo>
                    <a:pt x="1880717" y="813562"/>
                  </a:lnTo>
                  <a:lnTo>
                    <a:pt x="1880628" y="814336"/>
                  </a:lnTo>
                  <a:lnTo>
                    <a:pt x="1869490" y="840943"/>
                  </a:lnTo>
                  <a:lnTo>
                    <a:pt x="1851952" y="858113"/>
                  </a:lnTo>
                  <a:lnTo>
                    <a:pt x="1828876" y="864196"/>
                  </a:lnTo>
                  <a:lnTo>
                    <a:pt x="1804174" y="857808"/>
                  </a:lnTo>
                  <a:lnTo>
                    <a:pt x="1786140" y="840155"/>
                  </a:lnTo>
                  <a:lnTo>
                    <a:pt x="1775091" y="813562"/>
                  </a:lnTo>
                  <a:lnTo>
                    <a:pt x="1771345" y="780351"/>
                  </a:lnTo>
                  <a:lnTo>
                    <a:pt x="1774482" y="749769"/>
                  </a:lnTo>
                  <a:lnTo>
                    <a:pt x="1784515" y="722845"/>
                  </a:lnTo>
                  <a:lnTo>
                    <a:pt x="1802358" y="703668"/>
                  </a:lnTo>
                  <a:lnTo>
                    <a:pt x="1828939" y="696379"/>
                  </a:lnTo>
                  <a:lnTo>
                    <a:pt x="1854377" y="703668"/>
                  </a:lnTo>
                  <a:lnTo>
                    <a:pt x="1871599" y="722693"/>
                  </a:lnTo>
                  <a:lnTo>
                    <a:pt x="1881416" y="749465"/>
                  </a:lnTo>
                  <a:lnTo>
                    <a:pt x="1884527" y="779894"/>
                  </a:lnTo>
                  <a:lnTo>
                    <a:pt x="1884527" y="643648"/>
                  </a:lnTo>
                  <a:lnTo>
                    <a:pt x="1879384" y="641134"/>
                  </a:lnTo>
                  <a:lnTo>
                    <a:pt x="1831479" y="634339"/>
                  </a:lnTo>
                  <a:lnTo>
                    <a:pt x="1780743" y="641134"/>
                  </a:lnTo>
                  <a:lnTo>
                    <a:pt x="1781035" y="641134"/>
                  </a:lnTo>
                  <a:lnTo>
                    <a:pt x="1739557" y="660463"/>
                  </a:lnTo>
                  <a:lnTo>
                    <a:pt x="1708099" y="691286"/>
                  </a:lnTo>
                  <a:lnTo>
                    <a:pt x="1688185" y="732307"/>
                  </a:lnTo>
                  <a:lnTo>
                    <a:pt x="1681238" y="782307"/>
                  </a:lnTo>
                  <a:lnTo>
                    <a:pt x="1688490" y="831913"/>
                  </a:lnTo>
                  <a:lnTo>
                    <a:pt x="1708785" y="871943"/>
                  </a:lnTo>
                  <a:lnTo>
                    <a:pt x="1739988" y="901560"/>
                  </a:lnTo>
                  <a:lnTo>
                    <a:pt x="1779930" y="919937"/>
                  </a:lnTo>
                  <a:lnTo>
                    <a:pt x="1826437" y="926236"/>
                  </a:lnTo>
                  <a:lnTo>
                    <a:pt x="1870811" y="920572"/>
                  </a:lnTo>
                  <a:lnTo>
                    <a:pt x="1911184" y="903274"/>
                  </a:lnTo>
                  <a:lnTo>
                    <a:pt x="1944192" y="873950"/>
                  </a:lnTo>
                  <a:lnTo>
                    <a:pt x="1949386" y="864196"/>
                  </a:lnTo>
                  <a:lnTo>
                    <a:pt x="1966468" y="832167"/>
                  </a:lnTo>
                  <a:lnTo>
                    <a:pt x="1974646" y="777506"/>
                  </a:lnTo>
                  <a:close/>
                </a:path>
                <a:path w="3473450" h="926465">
                  <a:moveTo>
                    <a:pt x="2105482" y="405218"/>
                  </a:moveTo>
                  <a:lnTo>
                    <a:pt x="2101329" y="358216"/>
                  </a:lnTo>
                  <a:lnTo>
                    <a:pt x="2101278" y="357162"/>
                  </a:lnTo>
                  <a:lnTo>
                    <a:pt x="2101189" y="350570"/>
                  </a:lnTo>
                  <a:lnTo>
                    <a:pt x="2101075" y="342290"/>
                  </a:lnTo>
                  <a:lnTo>
                    <a:pt x="2101011" y="273113"/>
                  </a:lnTo>
                  <a:lnTo>
                    <a:pt x="2101011" y="240157"/>
                  </a:lnTo>
                  <a:lnTo>
                    <a:pt x="2094928" y="193649"/>
                  </a:lnTo>
                  <a:lnTo>
                    <a:pt x="2087321" y="179362"/>
                  </a:lnTo>
                  <a:lnTo>
                    <a:pt x="2074506" y="155282"/>
                  </a:lnTo>
                  <a:lnTo>
                    <a:pt x="2036533" y="129209"/>
                  </a:lnTo>
                  <a:lnTo>
                    <a:pt x="2016175" y="125882"/>
                  </a:lnTo>
                  <a:lnTo>
                    <a:pt x="2016175" y="273113"/>
                  </a:lnTo>
                  <a:lnTo>
                    <a:pt x="2016175" y="308584"/>
                  </a:lnTo>
                  <a:lnTo>
                    <a:pt x="1984603" y="348068"/>
                  </a:lnTo>
                  <a:lnTo>
                    <a:pt x="1969325" y="350570"/>
                  </a:lnTo>
                  <a:lnTo>
                    <a:pt x="1955507" y="348513"/>
                  </a:lnTo>
                  <a:lnTo>
                    <a:pt x="1944509" y="342290"/>
                  </a:lnTo>
                  <a:lnTo>
                    <a:pt x="1937245" y="331851"/>
                  </a:lnTo>
                  <a:lnTo>
                    <a:pt x="1934616" y="317131"/>
                  </a:lnTo>
                  <a:lnTo>
                    <a:pt x="1940890" y="296189"/>
                  </a:lnTo>
                  <a:lnTo>
                    <a:pt x="1958149" y="282562"/>
                  </a:lnTo>
                  <a:lnTo>
                    <a:pt x="1984032" y="275209"/>
                  </a:lnTo>
                  <a:lnTo>
                    <a:pt x="2016175" y="273113"/>
                  </a:lnTo>
                  <a:lnTo>
                    <a:pt x="2016175" y="125882"/>
                  </a:lnTo>
                  <a:lnTo>
                    <a:pt x="1977783" y="119595"/>
                  </a:lnTo>
                  <a:lnTo>
                    <a:pt x="1941779" y="121945"/>
                  </a:lnTo>
                  <a:lnTo>
                    <a:pt x="1911197" y="127939"/>
                  </a:lnTo>
                  <a:lnTo>
                    <a:pt x="1886597" y="136029"/>
                  </a:lnTo>
                  <a:lnTo>
                    <a:pt x="1868487" y="144627"/>
                  </a:lnTo>
                  <a:lnTo>
                    <a:pt x="1884578" y="200215"/>
                  </a:lnTo>
                  <a:lnTo>
                    <a:pt x="1900555" y="192239"/>
                  </a:lnTo>
                  <a:lnTo>
                    <a:pt x="1919592" y="185597"/>
                  </a:lnTo>
                  <a:lnTo>
                    <a:pt x="1940509" y="181051"/>
                  </a:lnTo>
                  <a:lnTo>
                    <a:pt x="1962073" y="179362"/>
                  </a:lnTo>
                  <a:lnTo>
                    <a:pt x="1988451" y="182854"/>
                  </a:lnTo>
                  <a:lnTo>
                    <a:pt x="2004123" y="191744"/>
                  </a:lnTo>
                  <a:lnTo>
                    <a:pt x="2011641" y="203428"/>
                  </a:lnTo>
                  <a:lnTo>
                    <a:pt x="2013572" y="215328"/>
                  </a:lnTo>
                  <a:lnTo>
                    <a:pt x="2013572" y="218884"/>
                  </a:lnTo>
                  <a:lnTo>
                    <a:pt x="1958200" y="222999"/>
                  </a:lnTo>
                  <a:lnTo>
                    <a:pt x="1912505" y="235597"/>
                  </a:lnTo>
                  <a:lnTo>
                    <a:pt x="1877987" y="256844"/>
                  </a:lnTo>
                  <a:lnTo>
                    <a:pt x="1856155" y="286931"/>
                  </a:lnTo>
                  <a:lnTo>
                    <a:pt x="1848548" y="326034"/>
                  </a:lnTo>
                  <a:lnTo>
                    <a:pt x="1854695" y="358216"/>
                  </a:lnTo>
                  <a:lnTo>
                    <a:pt x="1872526" y="385495"/>
                  </a:lnTo>
                  <a:lnTo>
                    <a:pt x="1901075" y="404418"/>
                  </a:lnTo>
                  <a:lnTo>
                    <a:pt x="1939429" y="411492"/>
                  </a:lnTo>
                  <a:lnTo>
                    <a:pt x="1963445" y="409308"/>
                  </a:lnTo>
                  <a:lnTo>
                    <a:pt x="1985200" y="402818"/>
                  </a:lnTo>
                  <a:lnTo>
                    <a:pt x="2004148" y="392163"/>
                  </a:lnTo>
                  <a:lnTo>
                    <a:pt x="2019757" y="377456"/>
                  </a:lnTo>
                  <a:lnTo>
                    <a:pt x="2021624" y="377456"/>
                  </a:lnTo>
                  <a:lnTo>
                    <a:pt x="2026767" y="405218"/>
                  </a:lnTo>
                  <a:lnTo>
                    <a:pt x="2105482" y="405218"/>
                  </a:lnTo>
                  <a:close/>
                </a:path>
                <a:path w="3473450" h="926465">
                  <a:moveTo>
                    <a:pt x="2411247" y="239864"/>
                  </a:moveTo>
                  <a:lnTo>
                    <a:pt x="2403602" y="186385"/>
                  </a:lnTo>
                  <a:lnTo>
                    <a:pt x="2382456" y="148907"/>
                  </a:lnTo>
                  <a:lnTo>
                    <a:pt x="2350554" y="126834"/>
                  </a:lnTo>
                  <a:lnTo>
                    <a:pt x="2310587" y="119595"/>
                  </a:lnTo>
                  <a:lnTo>
                    <a:pt x="2278799" y="124091"/>
                  </a:lnTo>
                  <a:lnTo>
                    <a:pt x="2253792" y="135343"/>
                  </a:lnTo>
                  <a:lnTo>
                    <a:pt x="2235454" y="149961"/>
                  </a:lnTo>
                  <a:lnTo>
                    <a:pt x="2223693" y="164566"/>
                  </a:lnTo>
                  <a:lnTo>
                    <a:pt x="2221865" y="164566"/>
                  </a:lnTo>
                  <a:lnTo>
                    <a:pt x="2217813" y="125882"/>
                  </a:lnTo>
                  <a:lnTo>
                    <a:pt x="2141982" y="125882"/>
                  </a:lnTo>
                  <a:lnTo>
                    <a:pt x="2143582" y="166839"/>
                  </a:lnTo>
                  <a:lnTo>
                    <a:pt x="2144090" y="190004"/>
                  </a:lnTo>
                  <a:lnTo>
                    <a:pt x="2144280" y="215099"/>
                  </a:lnTo>
                  <a:lnTo>
                    <a:pt x="2144280" y="405218"/>
                  </a:lnTo>
                  <a:lnTo>
                    <a:pt x="2231834" y="405218"/>
                  </a:lnTo>
                  <a:lnTo>
                    <a:pt x="2231834" y="236270"/>
                  </a:lnTo>
                  <a:lnTo>
                    <a:pt x="2232647" y="228003"/>
                  </a:lnTo>
                  <a:lnTo>
                    <a:pt x="2263000" y="192633"/>
                  </a:lnTo>
                  <a:lnTo>
                    <a:pt x="2279218" y="189763"/>
                  </a:lnTo>
                  <a:lnTo>
                    <a:pt x="2299474" y="194183"/>
                  </a:lnTo>
                  <a:lnTo>
                    <a:pt x="2313279" y="206590"/>
                  </a:lnTo>
                  <a:lnTo>
                    <a:pt x="2321179" y="225742"/>
                  </a:lnTo>
                  <a:lnTo>
                    <a:pt x="2323693" y="250393"/>
                  </a:lnTo>
                  <a:lnTo>
                    <a:pt x="2323693" y="405218"/>
                  </a:lnTo>
                  <a:lnTo>
                    <a:pt x="2411247" y="405218"/>
                  </a:lnTo>
                  <a:lnTo>
                    <a:pt x="2411247" y="239864"/>
                  </a:lnTo>
                  <a:close/>
                </a:path>
                <a:path w="3473450" h="926465">
                  <a:moveTo>
                    <a:pt x="2666593" y="130835"/>
                  </a:moveTo>
                  <a:lnTo>
                    <a:pt x="2651722" y="126225"/>
                  </a:lnTo>
                  <a:lnTo>
                    <a:pt x="2635072" y="122758"/>
                  </a:lnTo>
                  <a:lnTo>
                    <a:pt x="2617495" y="120586"/>
                  </a:lnTo>
                  <a:lnTo>
                    <a:pt x="2599867" y="119824"/>
                  </a:lnTo>
                  <a:lnTo>
                    <a:pt x="2543010" y="127419"/>
                  </a:lnTo>
                  <a:lnTo>
                    <a:pt x="2498115" y="148539"/>
                  </a:lnTo>
                  <a:lnTo>
                    <a:pt x="2465578" y="180708"/>
                  </a:lnTo>
                  <a:lnTo>
                    <a:pt x="2445778" y="221437"/>
                  </a:lnTo>
                  <a:lnTo>
                    <a:pt x="2439085" y="268236"/>
                  </a:lnTo>
                  <a:lnTo>
                    <a:pt x="2445829" y="316788"/>
                  </a:lnTo>
                  <a:lnTo>
                    <a:pt x="2465273" y="356450"/>
                  </a:lnTo>
                  <a:lnTo>
                    <a:pt x="2496223" y="386143"/>
                  </a:lnTo>
                  <a:lnTo>
                    <a:pt x="2537472" y="404761"/>
                  </a:lnTo>
                  <a:lnTo>
                    <a:pt x="2587841" y="411213"/>
                  </a:lnTo>
                  <a:lnTo>
                    <a:pt x="2611882" y="410197"/>
                  </a:lnTo>
                  <a:lnTo>
                    <a:pt x="2651950" y="403288"/>
                  </a:lnTo>
                  <a:lnTo>
                    <a:pt x="2655862" y="334162"/>
                  </a:lnTo>
                  <a:lnTo>
                    <a:pt x="2645245" y="337870"/>
                  </a:lnTo>
                  <a:lnTo>
                    <a:pt x="2633459" y="340741"/>
                  </a:lnTo>
                  <a:lnTo>
                    <a:pt x="2620276" y="342595"/>
                  </a:lnTo>
                  <a:lnTo>
                    <a:pt x="2605481" y="343255"/>
                  </a:lnTo>
                  <a:lnTo>
                    <a:pt x="2575610" y="338201"/>
                  </a:lnTo>
                  <a:lnTo>
                    <a:pt x="2551138" y="323227"/>
                  </a:lnTo>
                  <a:lnTo>
                    <a:pt x="2534589" y="298640"/>
                  </a:lnTo>
                  <a:lnTo>
                    <a:pt x="2528519" y="264744"/>
                  </a:lnTo>
                  <a:lnTo>
                    <a:pt x="2533675" y="233235"/>
                  </a:lnTo>
                  <a:lnTo>
                    <a:pt x="2548826" y="208457"/>
                  </a:lnTo>
                  <a:lnTo>
                    <a:pt x="2572702" y="192252"/>
                  </a:lnTo>
                  <a:lnTo>
                    <a:pt x="2604046" y="186448"/>
                  </a:lnTo>
                  <a:lnTo>
                    <a:pt x="2619933" y="187185"/>
                  </a:lnTo>
                  <a:lnTo>
                    <a:pt x="2633192" y="189153"/>
                  </a:lnTo>
                  <a:lnTo>
                    <a:pt x="2644114" y="191985"/>
                  </a:lnTo>
                  <a:lnTo>
                    <a:pt x="2652979" y="195351"/>
                  </a:lnTo>
                  <a:lnTo>
                    <a:pt x="2666593" y="130835"/>
                  </a:lnTo>
                  <a:close/>
                </a:path>
                <a:path w="3473450" h="926465">
                  <a:moveTo>
                    <a:pt x="2955379" y="242252"/>
                  </a:moveTo>
                  <a:lnTo>
                    <a:pt x="2947835" y="187540"/>
                  </a:lnTo>
                  <a:lnTo>
                    <a:pt x="2927045" y="149339"/>
                  </a:lnTo>
                  <a:lnTo>
                    <a:pt x="2895790" y="126923"/>
                  </a:lnTo>
                  <a:lnTo>
                    <a:pt x="2856839" y="119595"/>
                  </a:lnTo>
                  <a:lnTo>
                    <a:pt x="2844723" y="120345"/>
                  </a:lnTo>
                  <a:lnTo>
                    <a:pt x="2801429" y="136537"/>
                  </a:lnTo>
                  <a:lnTo>
                    <a:pt x="2777109" y="159512"/>
                  </a:lnTo>
                  <a:lnTo>
                    <a:pt x="2775953" y="159512"/>
                  </a:lnTo>
                  <a:lnTo>
                    <a:pt x="2775953" y="0"/>
                  </a:lnTo>
                  <a:lnTo>
                    <a:pt x="2688412" y="0"/>
                  </a:lnTo>
                  <a:lnTo>
                    <a:pt x="2688412" y="405218"/>
                  </a:lnTo>
                  <a:lnTo>
                    <a:pt x="2775953" y="405218"/>
                  </a:lnTo>
                  <a:lnTo>
                    <a:pt x="2775953" y="233222"/>
                  </a:lnTo>
                  <a:lnTo>
                    <a:pt x="2776601" y="225742"/>
                  </a:lnTo>
                  <a:lnTo>
                    <a:pt x="2806827" y="192417"/>
                  </a:lnTo>
                  <a:lnTo>
                    <a:pt x="2822651" y="189865"/>
                  </a:lnTo>
                  <a:lnTo>
                    <a:pt x="2843390" y="194360"/>
                  </a:lnTo>
                  <a:lnTo>
                    <a:pt x="2857398" y="207022"/>
                  </a:lnTo>
                  <a:lnTo>
                    <a:pt x="2865323" y="226580"/>
                  </a:lnTo>
                  <a:lnTo>
                    <a:pt x="2867812" y="251764"/>
                  </a:lnTo>
                  <a:lnTo>
                    <a:pt x="2867812" y="405218"/>
                  </a:lnTo>
                  <a:lnTo>
                    <a:pt x="2955379" y="405218"/>
                  </a:lnTo>
                  <a:lnTo>
                    <a:pt x="2955379" y="242252"/>
                  </a:lnTo>
                  <a:close/>
                </a:path>
                <a:path w="3473450" h="926465">
                  <a:moveTo>
                    <a:pt x="3237992" y="405218"/>
                  </a:moveTo>
                  <a:lnTo>
                    <a:pt x="3233839" y="358216"/>
                  </a:lnTo>
                  <a:lnTo>
                    <a:pt x="3233788" y="357162"/>
                  </a:lnTo>
                  <a:lnTo>
                    <a:pt x="3233699" y="350570"/>
                  </a:lnTo>
                  <a:lnTo>
                    <a:pt x="3233585" y="342290"/>
                  </a:lnTo>
                  <a:lnTo>
                    <a:pt x="3233521" y="273113"/>
                  </a:lnTo>
                  <a:lnTo>
                    <a:pt x="3233521" y="240157"/>
                  </a:lnTo>
                  <a:lnTo>
                    <a:pt x="3227425" y="193649"/>
                  </a:lnTo>
                  <a:lnTo>
                    <a:pt x="3219831" y="179362"/>
                  </a:lnTo>
                  <a:lnTo>
                    <a:pt x="3207016" y="155282"/>
                  </a:lnTo>
                  <a:lnTo>
                    <a:pt x="3169043" y="129209"/>
                  </a:lnTo>
                  <a:lnTo>
                    <a:pt x="3148685" y="125882"/>
                  </a:lnTo>
                  <a:lnTo>
                    <a:pt x="3148685" y="273113"/>
                  </a:lnTo>
                  <a:lnTo>
                    <a:pt x="3148685" y="308584"/>
                  </a:lnTo>
                  <a:lnTo>
                    <a:pt x="3117113" y="348068"/>
                  </a:lnTo>
                  <a:lnTo>
                    <a:pt x="3101822" y="350570"/>
                  </a:lnTo>
                  <a:lnTo>
                    <a:pt x="3088017" y="348513"/>
                  </a:lnTo>
                  <a:lnTo>
                    <a:pt x="3077019" y="342290"/>
                  </a:lnTo>
                  <a:lnTo>
                    <a:pt x="3069755" y="331851"/>
                  </a:lnTo>
                  <a:lnTo>
                    <a:pt x="3067126" y="317131"/>
                  </a:lnTo>
                  <a:lnTo>
                    <a:pt x="3073400" y="296189"/>
                  </a:lnTo>
                  <a:lnTo>
                    <a:pt x="3090659" y="282562"/>
                  </a:lnTo>
                  <a:lnTo>
                    <a:pt x="3116529" y="275209"/>
                  </a:lnTo>
                  <a:lnTo>
                    <a:pt x="3148685" y="273113"/>
                  </a:lnTo>
                  <a:lnTo>
                    <a:pt x="3148685" y="125882"/>
                  </a:lnTo>
                  <a:lnTo>
                    <a:pt x="3110280" y="119595"/>
                  </a:lnTo>
                  <a:lnTo>
                    <a:pt x="3074276" y="121945"/>
                  </a:lnTo>
                  <a:lnTo>
                    <a:pt x="3043707" y="127939"/>
                  </a:lnTo>
                  <a:lnTo>
                    <a:pt x="3019107" y="136029"/>
                  </a:lnTo>
                  <a:lnTo>
                    <a:pt x="3000997" y="144627"/>
                  </a:lnTo>
                  <a:lnTo>
                    <a:pt x="3017088" y="200215"/>
                  </a:lnTo>
                  <a:lnTo>
                    <a:pt x="3033052" y="192239"/>
                  </a:lnTo>
                  <a:lnTo>
                    <a:pt x="3052102" y="185597"/>
                  </a:lnTo>
                  <a:lnTo>
                    <a:pt x="3073019" y="181051"/>
                  </a:lnTo>
                  <a:lnTo>
                    <a:pt x="3094583" y="179362"/>
                  </a:lnTo>
                  <a:lnTo>
                    <a:pt x="3120961" y="182854"/>
                  </a:lnTo>
                  <a:lnTo>
                    <a:pt x="3136633" y="191744"/>
                  </a:lnTo>
                  <a:lnTo>
                    <a:pt x="3144139" y="203428"/>
                  </a:lnTo>
                  <a:lnTo>
                    <a:pt x="3146082" y="215328"/>
                  </a:lnTo>
                  <a:lnTo>
                    <a:pt x="3146082" y="218884"/>
                  </a:lnTo>
                  <a:lnTo>
                    <a:pt x="3090710" y="222999"/>
                  </a:lnTo>
                  <a:lnTo>
                    <a:pt x="3045002" y="235597"/>
                  </a:lnTo>
                  <a:lnTo>
                    <a:pt x="3010484" y="256844"/>
                  </a:lnTo>
                  <a:lnTo>
                    <a:pt x="2988665" y="286931"/>
                  </a:lnTo>
                  <a:lnTo>
                    <a:pt x="2981058" y="326034"/>
                  </a:lnTo>
                  <a:lnTo>
                    <a:pt x="2987205" y="358216"/>
                  </a:lnTo>
                  <a:lnTo>
                    <a:pt x="3005036" y="385495"/>
                  </a:lnTo>
                  <a:lnTo>
                    <a:pt x="3033585" y="404418"/>
                  </a:lnTo>
                  <a:lnTo>
                    <a:pt x="3071939" y="411492"/>
                  </a:lnTo>
                  <a:lnTo>
                    <a:pt x="3095955" y="409308"/>
                  </a:lnTo>
                  <a:lnTo>
                    <a:pt x="3117697" y="402818"/>
                  </a:lnTo>
                  <a:lnTo>
                    <a:pt x="3136658" y="392163"/>
                  </a:lnTo>
                  <a:lnTo>
                    <a:pt x="3152267" y="377456"/>
                  </a:lnTo>
                  <a:lnTo>
                    <a:pt x="3154134" y="377456"/>
                  </a:lnTo>
                  <a:lnTo>
                    <a:pt x="3159277" y="405218"/>
                  </a:lnTo>
                  <a:lnTo>
                    <a:pt x="3237992" y="405218"/>
                  </a:lnTo>
                  <a:close/>
                </a:path>
                <a:path w="3473450" h="926465">
                  <a:moveTo>
                    <a:pt x="3473158" y="320662"/>
                  </a:moveTo>
                  <a:lnTo>
                    <a:pt x="3455009" y="269151"/>
                  </a:lnTo>
                  <a:lnTo>
                    <a:pt x="3397097" y="234670"/>
                  </a:lnTo>
                  <a:lnTo>
                    <a:pt x="3375431" y="226529"/>
                  </a:lnTo>
                  <a:lnTo>
                    <a:pt x="3361359" y="219138"/>
                  </a:lnTo>
                  <a:lnTo>
                    <a:pt x="3353765" y="211442"/>
                  </a:lnTo>
                  <a:lnTo>
                    <a:pt x="3351479" y="202425"/>
                  </a:lnTo>
                  <a:lnTo>
                    <a:pt x="3353727" y="192976"/>
                  </a:lnTo>
                  <a:lnTo>
                    <a:pt x="3360255" y="185902"/>
                  </a:lnTo>
                  <a:lnTo>
                    <a:pt x="3370796" y="181457"/>
                  </a:lnTo>
                  <a:lnTo>
                    <a:pt x="3385045" y="179920"/>
                  </a:lnTo>
                  <a:lnTo>
                    <a:pt x="3402825" y="181457"/>
                  </a:lnTo>
                  <a:lnTo>
                    <a:pt x="3419678" y="185331"/>
                  </a:lnTo>
                  <a:lnTo>
                    <a:pt x="3434448" y="190436"/>
                  </a:lnTo>
                  <a:lnTo>
                    <a:pt x="3445967" y="195681"/>
                  </a:lnTo>
                  <a:lnTo>
                    <a:pt x="3461194" y="135877"/>
                  </a:lnTo>
                  <a:lnTo>
                    <a:pt x="3446183" y="129705"/>
                  </a:lnTo>
                  <a:lnTo>
                    <a:pt x="3427476" y="124510"/>
                  </a:lnTo>
                  <a:lnTo>
                    <a:pt x="3405822" y="120929"/>
                  </a:lnTo>
                  <a:lnTo>
                    <a:pt x="3381997" y="119595"/>
                  </a:lnTo>
                  <a:lnTo>
                    <a:pt x="3334689" y="126568"/>
                  </a:lnTo>
                  <a:lnTo>
                    <a:pt x="3298660" y="145846"/>
                  </a:lnTo>
                  <a:lnTo>
                    <a:pt x="3275698" y="174967"/>
                  </a:lnTo>
                  <a:lnTo>
                    <a:pt x="3267646" y="211442"/>
                  </a:lnTo>
                  <a:lnTo>
                    <a:pt x="3271799" y="235648"/>
                  </a:lnTo>
                  <a:lnTo>
                    <a:pt x="3285667" y="258330"/>
                  </a:lnTo>
                  <a:lnTo>
                    <a:pt x="3310559" y="278447"/>
                  </a:lnTo>
                  <a:lnTo>
                    <a:pt x="3347796" y="294932"/>
                  </a:lnTo>
                  <a:lnTo>
                    <a:pt x="3367875" y="302514"/>
                  </a:lnTo>
                  <a:lnTo>
                    <a:pt x="3380549" y="309714"/>
                  </a:lnTo>
                  <a:lnTo>
                    <a:pt x="3387153" y="317614"/>
                  </a:lnTo>
                  <a:lnTo>
                    <a:pt x="3389058" y="327240"/>
                  </a:lnTo>
                  <a:lnTo>
                    <a:pt x="3386886" y="336854"/>
                  </a:lnTo>
                  <a:lnTo>
                    <a:pt x="3380117" y="344119"/>
                  </a:lnTo>
                  <a:lnTo>
                    <a:pt x="3368408" y="348716"/>
                  </a:lnTo>
                  <a:lnTo>
                    <a:pt x="3351390" y="350316"/>
                  </a:lnTo>
                  <a:lnTo>
                    <a:pt x="3331184" y="348437"/>
                  </a:lnTo>
                  <a:lnTo>
                    <a:pt x="3310331" y="343573"/>
                  </a:lnTo>
                  <a:lnTo>
                    <a:pt x="3291281" y="336892"/>
                  </a:lnTo>
                  <a:lnTo>
                    <a:pt x="3276422" y="329539"/>
                  </a:lnTo>
                  <a:lnTo>
                    <a:pt x="3260598" y="391553"/>
                  </a:lnTo>
                  <a:lnTo>
                    <a:pt x="3278708" y="399440"/>
                  </a:lnTo>
                  <a:lnTo>
                    <a:pt x="3300412" y="405663"/>
                  </a:lnTo>
                  <a:lnTo>
                    <a:pt x="3324974" y="409740"/>
                  </a:lnTo>
                  <a:lnTo>
                    <a:pt x="3351644" y="411213"/>
                  </a:lnTo>
                  <a:lnTo>
                    <a:pt x="3404628" y="404393"/>
                  </a:lnTo>
                  <a:lnTo>
                    <a:pt x="3442614" y="385483"/>
                  </a:lnTo>
                  <a:lnTo>
                    <a:pt x="3465499" y="356793"/>
                  </a:lnTo>
                  <a:lnTo>
                    <a:pt x="3473158" y="3206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74847" y="1882777"/>
              <a:ext cx="6837680" cy="2232660"/>
            </a:xfrm>
            <a:custGeom>
              <a:avLst/>
              <a:gdLst/>
              <a:ahLst/>
              <a:cxnLst/>
              <a:rect l="l" t="t" r="r" b="b"/>
              <a:pathLst>
                <a:path w="6837680" h="2232660">
                  <a:moveTo>
                    <a:pt x="6626185" y="0"/>
                  </a:moveTo>
                  <a:lnTo>
                    <a:pt x="207993" y="626588"/>
                  </a:lnTo>
                  <a:lnTo>
                    <a:pt x="0" y="996713"/>
                  </a:lnTo>
                  <a:lnTo>
                    <a:pt x="167534" y="1415548"/>
                  </a:lnTo>
                  <a:lnTo>
                    <a:pt x="1738166" y="1227072"/>
                  </a:lnTo>
                  <a:lnTo>
                    <a:pt x="2408303" y="2232277"/>
                  </a:lnTo>
                  <a:lnTo>
                    <a:pt x="3717164" y="2169452"/>
                  </a:lnTo>
                  <a:lnTo>
                    <a:pt x="5151675" y="1216601"/>
                  </a:lnTo>
                  <a:lnTo>
                    <a:pt x="5957933" y="724470"/>
                  </a:lnTo>
                  <a:lnTo>
                    <a:pt x="6680424" y="693057"/>
                  </a:lnTo>
                  <a:lnTo>
                    <a:pt x="6837488" y="581406"/>
                  </a:lnTo>
                  <a:lnTo>
                    <a:pt x="6837488" y="263751"/>
                  </a:lnTo>
                  <a:lnTo>
                    <a:pt x="6626185" y="0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86643" y="1707031"/>
              <a:ext cx="7408186" cy="2829511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871181" y="3589978"/>
              <a:ext cx="1005840" cy="1102995"/>
            </a:xfrm>
            <a:custGeom>
              <a:avLst/>
              <a:gdLst/>
              <a:ahLst/>
              <a:cxnLst/>
              <a:rect l="l" t="t" r="r" b="b"/>
              <a:pathLst>
                <a:path w="1005839" h="1102995">
                  <a:moveTo>
                    <a:pt x="741895" y="41681"/>
                  </a:moveTo>
                  <a:lnTo>
                    <a:pt x="707212" y="18973"/>
                  </a:lnTo>
                  <a:lnTo>
                    <a:pt x="620991" y="10858"/>
                  </a:lnTo>
                  <a:lnTo>
                    <a:pt x="562902" y="6845"/>
                  </a:lnTo>
                  <a:lnTo>
                    <a:pt x="499859" y="3429"/>
                  </a:lnTo>
                  <a:lnTo>
                    <a:pt x="435622" y="1003"/>
                  </a:lnTo>
                  <a:lnTo>
                    <a:pt x="373926" y="0"/>
                  </a:lnTo>
                  <a:lnTo>
                    <a:pt x="318554" y="825"/>
                  </a:lnTo>
                  <a:lnTo>
                    <a:pt x="273253" y="3898"/>
                  </a:lnTo>
                  <a:lnTo>
                    <a:pt x="227126" y="9652"/>
                  </a:lnTo>
                  <a:lnTo>
                    <a:pt x="181444" y="17373"/>
                  </a:lnTo>
                  <a:lnTo>
                    <a:pt x="136563" y="28181"/>
                  </a:lnTo>
                  <a:lnTo>
                    <a:pt x="92837" y="43141"/>
                  </a:lnTo>
                  <a:lnTo>
                    <a:pt x="50647" y="63373"/>
                  </a:lnTo>
                  <a:lnTo>
                    <a:pt x="16725" y="91033"/>
                  </a:lnTo>
                  <a:lnTo>
                    <a:pt x="0" y="120599"/>
                  </a:lnTo>
                  <a:lnTo>
                    <a:pt x="736" y="137833"/>
                  </a:lnTo>
                  <a:lnTo>
                    <a:pt x="42684" y="169481"/>
                  </a:lnTo>
                  <a:lnTo>
                    <a:pt x="94716" y="179412"/>
                  </a:lnTo>
                  <a:lnTo>
                    <a:pt x="149148" y="180428"/>
                  </a:lnTo>
                  <a:lnTo>
                    <a:pt x="203250" y="177838"/>
                  </a:lnTo>
                  <a:lnTo>
                    <a:pt x="257086" y="172224"/>
                  </a:lnTo>
                  <a:lnTo>
                    <a:pt x="310718" y="164223"/>
                  </a:lnTo>
                  <a:lnTo>
                    <a:pt x="364210" y="154419"/>
                  </a:lnTo>
                  <a:lnTo>
                    <a:pt x="417118" y="143979"/>
                  </a:lnTo>
                  <a:lnTo>
                    <a:pt x="469925" y="133172"/>
                  </a:lnTo>
                  <a:lnTo>
                    <a:pt x="522528" y="121653"/>
                  </a:lnTo>
                  <a:lnTo>
                    <a:pt x="574865" y="109067"/>
                  </a:lnTo>
                  <a:lnTo>
                    <a:pt x="626808" y="95046"/>
                  </a:lnTo>
                  <a:lnTo>
                    <a:pt x="678294" y="79222"/>
                  </a:lnTo>
                  <a:lnTo>
                    <a:pt x="730707" y="60680"/>
                  </a:lnTo>
                  <a:lnTo>
                    <a:pt x="741895" y="41681"/>
                  </a:lnTo>
                  <a:close/>
                </a:path>
                <a:path w="1005839" h="1102995">
                  <a:moveTo>
                    <a:pt x="843457" y="204939"/>
                  </a:moveTo>
                  <a:lnTo>
                    <a:pt x="820712" y="186677"/>
                  </a:lnTo>
                  <a:lnTo>
                    <a:pt x="814463" y="188264"/>
                  </a:lnTo>
                  <a:lnTo>
                    <a:pt x="586130" y="303136"/>
                  </a:lnTo>
                  <a:lnTo>
                    <a:pt x="449465" y="372706"/>
                  </a:lnTo>
                  <a:lnTo>
                    <a:pt x="358584" y="419544"/>
                  </a:lnTo>
                  <a:lnTo>
                    <a:pt x="313105" y="445135"/>
                  </a:lnTo>
                  <a:lnTo>
                    <a:pt x="270078" y="474345"/>
                  </a:lnTo>
                  <a:lnTo>
                    <a:pt x="230352" y="508012"/>
                  </a:lnTo>
                  <a:lnTo>
                    <a:pt x="194805" y="546976"/>
                  </a:lnTo>
                  <a:lnTo>
                    <a:pt x="170319" y="587971"/>
                  </a:lnTo>
                  <a:lnTo>
                    <a:pt x="170383" y="610196"/>
                  </a:lnTo>
                  <a:lnTo>
                    <a:pt x="199707" y="651586"/>
                  </a:lnTo>
                  <a:lnTo>
                    <a:pt x="244830" y="663054"/>
                  </a:lnTo>
                  <a:lnTo>
                    <a:pt x="267550" y="661314"/>
                  </a:lnTo>
                  <a:lnTo>
                    <a:pt x="315950" y="645236"/>
                  </a:lnTo>
                  <a:lnTo>
                    <a:pt x="366966" y="622211"/>
                  </a:lnTo>
                  <a:lnTo>
                    <a:pt x="434898" y="581494"/>
                  </a:lnTo>
                  <a:lnTo>
                    <a:pt x="477329" y="552780"/>
                  </a:lnTo>
                  <a:lnTo>
                    <a:pt x="518718" y="522681"/>
                  </a:lnTo>
                  <a:lnTo>
                    <a:pt x="559142" y="491350"/>
                  </a:lnTo>
                  <a:lnTo>
                    <a:pt x="598690" y="458901"/>
                  </a:lnTo>
                  <a:lnTo>
                    <a:pt x="637476" y="425437"/>
                  </a:lnTo>
                  <a:lnTo>
                    <a:pt x="675551" y="391121"/>
                  </a:lnTo>
                  <a:lnTo>
                    <a:pt x="713041" y="356044"/>
                  </a:lnTo>
                  <a:lnTo>
                    <a:pt x="750011" y="320344"/>
                  </a:lnTo>
                  <a:lnTo>
                    <a:pt x="796290" y="270535"/>
                  </a:lnTo>
                  <a:lnTo>
                    <a:pt x="840003" y="218173"/>
                  </a:lnTo>
                  <a:lnTo>
                    <a:pt x="843457" y="204939"/>
                  </a:lnTo>
                  <a:close/>
                </a:path>
                <a:path w="1005839" h="1102995">
                  <a:moveTo>
                    <a:pt x="1005560" y="353390"/>
                  </a:moveTo>
                  <a:lnTo>
                    <a:pt x="1002982" y="342112"/>
                  </a:lnTo>
                  <a:lnTo>
                    <a:pt x="996784" y="332752"/>
                  </a:lnTo>
                  <a:lnTo>
                    <a:pt x="986002" y="326059"/>
                  </a:lnTo>
                  <a:lnTo>
                    <a:pt x="973455" y="323964"/>
                  </a:lnTo>
                  <a:lnTo>
                    <a:pt x="963180" y="327367"/>
                  </a:lnTo>
                  <a:lnTo>
                    <a:pt x="920838" y="387896"/>
                  </a:lnTo>
                  <a:lnTo>
                    <a:pt x="895096" y="431393"/>
                  </a:lnTo>
                  <a:lnTo>
                    <a:pt x="870165" y="475310"/>
                  </a:lnTo>
                  <a:lnTo>
                    <a:pt x="846061" y="519645"/>
                  </a:lnTo>
                  <a:lnTo>
                    <a:pt x="822769" y="564400"/>
                  </a:lnTo>
                  <a:lnTo>
                    <a:pt x="800303" y="609574"/>
                  </a:lnTo>
                  <a:lnTo>
                    <a:pt x="778649" y="655167"/>
                  </a:lnTo>
                  <a:lnTo>
                    <a:pt x="757821" y="701167"/>
                  </a:lnTo>
                  <a:lnTo>
                    <a:pt x="737806" y="747598"/>
                  </a:lnTo>
                  <a:lnTo>
                    <a:pt x="718616" y="794435"/>
                  </a:lnTo>
                  <a:lnTo>
                    <a:pt x="700239" y="841692"/>
                  </a:lnTo>
                  <a:lnTo>
                    <a:pt x="682688" y="889355"/>
                  </a:lnTo>
                  <a:lnTo>
                    <a:pt x="670712" y="925855"/>
                  </a:lnTo>
                  <a:lnTo>
                    <a:pt x="661606" y="963104"/>
                  </a:lnTo>
                  <a:lnTo>
                    <a:pt x="656717" y="1001166"/>
                  </a:lnTo>
                  <a:lnTo>
                    <a:pt x="657377" y="1040142"/>
                  </a:lnTo>
                  <a:lnTo>
                    <a:pt x="668680" y="1077722"/>
                  </a:lnTo>
                  <a:lnTo>
                    <a:pt x="691349" y="1098981"/>
                  </a:lnTo>
                  <a:lnTo>
                    <a:pt x="721931" y="1102410"/>
                  </a:lnTo>
                  <a:lnTo>
                    <a:pt x="756970" y="1086459"/>
                  </a:lnTo>
                  <a:lnTo>
                    <a:pt x="801382" y="1040892"/>
                  </a:lnTo>
                  <a:lnTo>
                    <a:pt x="827151" y="1001293"/>
                  </a:lnTo>
                  <a:lnTo>
                    <a:pt x="848271" y="958773"/>
                  </a:lnTo>
                  <a:lnTo>
                    <a:pt x="866711" y="914628"/>
                  </a:lnTo>
                  <a:lnTo>
                    <a:pt x="885317" y="865847"/>
                  </a:lnTo>
                  <a:lnTo>
                    <a:pt x="902449" y="816635"/>
                  </a:lnTo>
                  <a:lnTo>
                    <a:pt x="918235" y="767041"/>
                  </a:lnTo>
                  <a:lnTo>
                    <a:pt x="932789" y="717080"/>
                  </a:lnTo>
                  <a:lnTo>
                    <a:pt x="946200" y="666800"/>
                  </a:lnTo>
                  <a:lnTo>
                    <a:pt x="958608" y="616229"/>
                  </a:lnTo>
                  <a:lnTo>
                    <a:pt x="970102" y="565378"/>
                  </a:lnTo>
                  <a:lnTo>
                    <a:pt x="980795" y="514311"/>
                  </a:lnTo>
                  <a:lnTo>
                    <a:pt x="990815" y="463029"/>
                  </a:lnTo>
                  <a:lnTo>
                    <a:pt x="1000264" y="411581"/>
                  </a:lnTo>
                  <a:lnTo>
                    <a:pt x="1005420" y="365874"/>
                  </a:lnTo>
                  <a:lnTo>
                    <a:pt x="1005560" y="353390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/>
          <p:nvPr/>
        </p:nvSpPr>
        <p:spPr>
          <a:xfrm>
            <a:off x="7848549" y="825010"/>
            <a:ext cx="1040765" cy="1057910"/>
          </a:xfrm>
          <a:custGeom>
            <a:avLst/>
            <a:gdLst/>
            <a:ahLst/>
            <a:cxnLst/>
            <a:rect l="l" t="t" r="r" b="b"/>
            <a:pathLst>
              <a:path w="1040765" h="1057910">
                <a:moveTo>
                  <a:pt x="296773" y="70789"/>
                </a:moveTo>
                <a:lnTo>
                  <a:pt x="287388" y="16306"/>
                </a:lnTo>
                <a:lnTo>
                  <a:pt x="258851" y="0"/>
                </a:lnTo>
                <a:lnTo>
                  <a:pt x="239699" y="3962"/>
                </a:lnTo>
                <a:lnTo>
                  <a:pt x="202793" y="27838"/>
                </a:lnTo>
                <a:lnTo>
                  <a:pt x="163626" y="75869"/>
                </a:lnTo>
                <a:lnTo>
                  <a:pt x="139395" y="116141"/>
                </a:lnTo>
                <a:lnTo>
                  <a:pt x="118897" y="158457"/>
                </a:lnTo>
                <a:lnTo>
                  <a:pt x="101155" y="202209"/>
                </a:lnTo>
                <a:lnTo>
                  <a:pt x="85204" y="246824"/>
                </a:lnTo>
                <a:lnTo>
                  <a:pt x="72021" y="291172"/>
                </a:lnTo>
                <a:lnTo>
                  <a:pt x="58712" y="346011"/>
                </a:lnTo>
                <a:lnTo>
                  <a:pt x="45720" y="407504"/>
                </a:lnTo>
                <a:lnTo>
                  <a:pt x="33515" y="471843"/>
                </a:lnTo>
                <a:lnTo>
                  <a:pt x="22529" y="535190"/>
                </a:lnTo>
                <a:lnTo>
                  <a:pt x="13246" y="593737"/>
                </a:lnTo>
                <a:lnTo>
                  <a:pt x="6083" y="643661"/>
                </a:lnTo>
                <a:lnTo>
                  <a:pt x="0" y="702310"/>
                </a:lnTo>
                <a:lnTo>
                  <a:pt x="25" y="704164"/>
                </a:lnTo>
                <a:lnTo>
                  <a:pt x="444" y="706005"/>
                </a:lnTo>
                <a:lnTo>
                  <a:pt x="1130" y="707847"/>
                </a:lnTo>
                <a:lnTo>
                  <a:pt x="6883" y="716064"/>
                </a:lnTo>
                <a:lnTo>
                  <a:pt x="15455" y="720369"/>
                </a:lnTo>
                <a:lnTo>
                  <a:pt x="25044" y="720356"/>
                </a:lnTo>
                <a:lnTo>
                  <a:pt x="62331" y="671029"/>
                </a:lnTo>
                <a:lnTo>
                  <a:pt x="86080" y="629361"/>
                </a:lnTo>
                <a:lnTo>
                  <a:pt x="108534" y="587006"/>
                </a:lnTo>
                <a:lnTo>
                  <a:pt x="129908" y="544080"/>
                </a:lnTo>
                <a:lnTo>
                  <a:pt x="150406" y="500710"/>
                </a:lnTo>
                <a:lnTo>
                  <a:pt x="170268" y="456996"/>
                </a:lnTo>
                <a:lnTo>
                  <a:pt x="189699" y="413054"/>
                </a:lnTo>
                <a:lnTo>
                  <a:pt x="208915" y="368985"/>
                </a:lnTo>
                <a:lnTo>
                  <a:pt x="230416" y="317906"/>
                </a:lnTo>
                <a:lnTo>
                  <a:pt x="250215" y="266319"/>
                </a:lnTo>
                <a:lnTo>
                  <a:pt x="267754" y="214020"/>
                </a:lnTo>
                <a:lnTo>
                  <a:pt x="282486" y="160820"/>
                </a:lnTo>
                <a:lnTo>
                  <a:pt x="293814" y="106527"/>
                </a:lnTo>
                <a:lnTo>
                  <a:pt x="296773" y="70789"/>
                </a:lnTo>
                <a:close/>
              </a:path>
              <a:path w="1040765" h="1057910">
                <a:moveTo>
                  <a:pt x="725627" y="334606"/>
                </a:moveTo>
                <a:lnTo>
                  <a:pt x="716241" y="294030"/>
                </a:lnTo>
                <a:lnTo>
                  <a:pt x="668312" y="267970"/>
                </a:lnTo>
                <a:lnTo>
                  <a:pt x="648576" y="273850"/>
                </a:lnTo>
                <a:lnTo>
                  <a:pt x="578104" y="310705"/>
                </a:lnTo>
                <a:lnTo>
                  <a:pt x="536854" y="343052"/>
                </a:lnTo>
                <a:lnTo>
                  <a:pt x="499122" y="379641"/>
                </a:lnTo>
                <a:lnTo>
                  <a:pt x="464312" y="419417"/>
                </a:lnTo>
                <a:lnTo>
                  <a:pt x="398868" y="499808"/>
                </a:lnTo>
                <a:lnTo>
                  <a:pt x="301282" y="620877"/>
                </a:lnTo>
                <a:lnTo>
                  <a:pt x="139547" y="823429"/>
                </a:lnTo>
                <a:lnTo>
                  <a:pt x="135140" y="836803"/>
                </a:lnTo>
                <a:lnTo>
                  <a:pt x="135305" y="844207"/>
                </a:lnTo>
                <a:lnTo>
                  <a:pt x="137299" y="849820"/>
                </a:lnTo>
                <a:lnTo>
                  <a:pt x="141986" y="853427"/>
                </a:lnTo>
                <a:lnTo>
                  <a:pt x="148971" y="855776"/>
                </a:lnTo>
                <a:lnTo>
                  <a:pt x="156413" y="856488"/>
                </a:lnTo>
                <a:lnTo>
                  <a:pt x="162445" y="855141"/>
                </a:lnTo>
                <a:lnTo>
                  <a:pt x="222504" y="822769"/>
                </a:lnTo>
                <a:lnTo>
                  <a:pt x="280708" y="787311"/>
                </a:lnTo>
                <a:lnTo>
                  <a:pt x="323291" y="758126"/>
                </a:lnTo>
                <a:lnTo>
                  <a:pt x="365391" y="728294"/>
                </a:lnTo>
                <a:lnTo>
                  <a:pt x="406895" y="697712"/>
                </a:lnTo>
                <a:lnTo>
                  <a:pt x="447738" y="666267"/>
                </a:lnTo>
                <a:lnTo>
                  <a:pt x="487781" y="633831"/>
                </a:lnTo>
                <a:lnTo>
                  <a:pt x="526961" y="600290"/>
                </a:lnTo>
                <a:lnTo>
                  <a:pt x="565162" y="565531"/>
                </a:lnTo>
                <a:lnTo>
                  <a:pt x="602284" y="529450"/>
                </a:lnTo>
                <a:lnTo>
                  <a:pt x="638238" y="491909"/>
                </a:lnTo>
                <a:lnTo>
                  <a:pt x="673963" y="448056"/>
                </a:lnTo>
                <a:lnTo>
                  <a:pt x="705764" y="400939"/>
                </a:lnTo>
                <a:lnTo>
                  <a:pt x="723430" y="357847"/>
                </a:lnTo>
                <a:lnTo>
                  <a:pt x="725627" y="334606"/>
                </a:lnTo>
                <a:close/>
              </a:path>
              <a:path w="1040765" h="1057910">
                <a:moveTo>
                  <a:pt x="1040295" y="893559"/>
                </a:moveTo>
                <a:lnTo>
                  <a:pt x="1025042" y="866533"/>
                </a:lnTo>
                <a:lnTo>
                  <a:pt x="991577" y="847369"/>
                </a:lnTo>
                <a:lnTo>
                  <a:pt x="954379" y="838479"/>
                </a:lnTo>
                <a:lnTo>
                  <a:pt x="916787" y="835291"/>
                </a:lnTo>
                <a:lnTo>
                  <a:pt x="879017" y="836472"/>
                </a:lnTo>
                <a:lnTo>
                  <a:pt x="791667" y="848017"/>
                </a:lnTo>
                <a:lnTo>
                  <a:pt x="742226" y="856284"/>
                </a:lnTo>
                <a:lnTo>
                  <a:pt x="692988" y="865454"/>
                </a:lnTo>
                <a:lnTo>
                  <a:pt x="643966" y="875525"/>
                </a:lnTo>
                <a:lnTo>
                  <a:pt x="595160" y="886510"/>
                </a:lnTo>
                <a:lnTo>
                  <a:pt x="546569" y="898385"/>
                </a:lnTo>
                <a:lnTo>
                  <a:pt x="498182" y="911161"/>
                </a:lnTo>
                <a:lnTo>
                  <a:pt x="450024" y="924839"/>
                </a:lnTo>
                <a:lnTo>
                  <a:pt x="402082" y="939419"/>
                </a:lnTo>
                <a:lnTo>
                  <a:pt x="354355" y="954913"/>
                </a:lnTo>
                <a:lnTo>
                  <a:pt x="306844" y="971296"/>
                </a:lnTo>
                <a:lnTo>
                  <a:pt x="259549" y="988580"/>
                </a:lnTo>
                <a:lnTo>
                  <a:pt x="232816" y="1022972"/>
                </a:lnTo>
                <a:lnTo>
                  <a:pt x="236804" y="1035088"/>
                </a:lnTo>
                <a:lnTo>
                  <a:pt x="311569" y="1055217"/>
                </a:lnTo>
                <a:lnTo>
                  <a:pt x="363029" y="1056690"/>
                </a:lnTo>
                <a:lnTo>
                  <a:pt x="414439" y="1057579"/>
                </a:lnTo>
                <a:lnTo>
                  <a:pt x="465810" y="1057732"/>
                </a:lnTo>
                <a:lnTo>
                  <a:pt x="517144" y="1057059"/>
                </a:lnTo>
                <a:lnTo>
                  <a:pt x="568426" y="1055420"/>
                </a:lnTo>
                <a:lnTo>
                  <a:pt x="619658" y="1052715"/>
                </a:lnTo>
                <a:lnTo>
                  <a:pt x="670826" y="1048816"/>
                </a:lnTo>
                <a:lnTo>
                  <a:pt x="721931" y="1043622"/>
                </a:lnTo>
                <a:lnTo>
                  <a:pt x="772972" y="1036993"/>
                </a:lnTo>
                <a:lnTo>
                  <a:pt x="823950" y="1028814"/>
                </a:lnTo>
                <a:lnTo>
                  <a:pt x="870432" y="1019822"/>
                </a:lnTo>
                <a:lnTo>
                  <a:pt x="915949" y="1007821"/>
                </a:lnTo>
                <a:lnTo>
                  <a:pt x="959739" y="990600"/>
                </a:lnTo>
                <a:lnTo>
                  <a:pt x="1000975" y="965911"/>
                </a:lnTo>
                <a:lnTo>
                  <a:pt x="1036662" y="924661"/>
                </a:lnTo>
                <a:lnTo>
                  <a:pt x="1040295" y="893559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2455587" y="3966322"/>
            <a:ext cx="7093584" cy="746125"/>
          </a:xfrm>
          <a:custGeom>
            <a:avLst/>
            <a:gdLst/>
            <a:ahLst/>
            <a:cxnLst/>
            <a:rect l="l" t="t" r="r" b="b"/>
            <a:pathLst>
              <a:path w="7093584" h="746125">
                <a:moveTo>
                  <a:pt x="7009985" y="0"/>
                </a:moveTo>
                <a:lnTo>
                  <a:pt x="83568" y="0"/>
                </a:lnTo>
                <a:lnTo>
                  <a:pt x="51118" y="6593"/>
                </a:lnTo>
                <a:lnTo>
                  <a:pt x="24546" y="24546"/>
                </a:lnTo>
                <a:lnTo>
                  <a:pt x="6593" y="51118"/>
                </a:lnTo>
                <a:lnTo>
                  <a:pt x="0" y="83568"/>
                </a:lnTo>
                <a:lnTo>
                  <a:pt x="0" y="662492"/>
                </a:lnTo>
                <a:lnTo>
                  <a:pt x="6593" y="694938"/>
                </a:lnTo>
                <a:lnTo>
                  <a:pt x="24546" y="721510"/>
                </a:lnTo>
                <a:lnTo>
                  <a:pt x="51118" y="739466"/>
                </a:lnTo>
                <a:lnTo>
                  <a:pt x="83568" y="746061"/>
                </a:lnTo>
                <a:lnTo>
                  <a:pt x="7009985" y="746061"/>
                </a:lnTo>
                <a:lnTo>
                  <a:pt x="7042435" y="739466"/>
                </a:lnTo>
                <a:lnTo>
                  <a:pt x="7069007" y="721510"/>
                </a:lnTo>
                <a:lnTo>
                  <a:pt x="7086960" y="694938"/>
                </a:lnTo>
                <a:lnTo>
                  <a:pt x="7093553" y="662492"/>
                </a:lnTo>
                <a:lnTo>
                  <a:pt x="7093553" y="83568"/>
                </a:lnTo>
                <a:lnTo>
                  <a:pt x="7086960" y="51118"/>
                </a:lnTo>
                <a:lnTo>
                  <a:pt x="7069007" y="24546"/>
                </a:lnTo>
                <a:lnTo>
                  <a:pt x="7042435" y="6593"/>
                </a:lnTo>
                <a:lnTo>
                  <a:pt x="7009985" y="0"/>
                </a:lnTo>
                <a:close/>
              </a:path>
            </a:pathLst>
          </a:custGeom>
          <a:solidFill>
            <a:srgbClr val="FF00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2455583" y="4804638"/>
            <a:ext cx="7093584" cy="1378585"/>
          </a:xfrm>
          <a:custGeom>
            <a:avLst/>
            <a:gdLst/>
            <a:ahLst/>
            <a:cxnLst/>
            <a:rect l="l" t="t" r="r" b="b"/>
            <a:pathLst>
              <a:path w="7093584" h="1378585">
                <a:moveTo>
                  <a:pt x="6979965" y="1378418"/>
                </a:moveTo>
                <a:lnTo>
                  <a:pt x="113588" y="1378418"/>
                </a:lnTo>
                <a:lnTo>
                  <a:pt x="69485" y="1369455"/>
                </a:lnTo>
                <a:lnTo>
                  <a:pt x="33368" y="1345050"/>
                </a:lnTo>
                <a:lnTo>
                  <a:pt x="8963" y="1308932"/>
                </a:lnTo>
                <a:lnTo>
                  <a:pt x="0" y="1264830"/>
                </a:lnTo>
                <a:lnTo>
                  <a:pt x="0" y="113588"/>
                </a:lnTo>
                <a:lnTo>
                  <a:pt x="8963" y="69485"/>
                </a:lnTo>
                <a:lnTo>
                  <a:pt x="33368" y="33368"/>
                </a:lnTo>
                <a:lnTo>
                  <a:pt x="69485" y="8963"/>
                </a:lnTo>
                <a:lnTo>
                  <a:pt x="113588" y="0"/>
                </a:lnTo>
                <a:lnTo>
                  <a:pt x="6979965" y="0"/>
                </a:lnTo>
                <a:lnTo>
                  <a:pt x="7024073" y="8963"/>
                </a:lnTo>
                <a:lnTo>
                  <a:pt x="7060194" y="33368"/>
                </a:lnTo>
                <a:lnTo>
                  <a:pt x="7084600" y="69485"/>
                </a:lnTo>
                <a:lnTo>
                  <a:pt x="7093564" y="113588"/>
                </a:lnTo>
                <a:lnTo>
                  <a:pt x="7093564" y="1264830"/>
                </a:lnTo>
                <a:lnTo>
                  <a:pt x="7084600" y="1308932"/>
                </a:lnTo>
                <a:lnTo>
                  <a:pt x="7060194" y="1345050"/>
                </a:lnTo>
                <a:lnTo>
                  <a:pt x="7024073" y="1369455"/>
                </a:lnTo>
                <a:lnTo>
                  <a:pt x="6979965" y="1378418"/>
                </a:lnTo>
                <a:close/>
              </a:path>
            </a:pathLst>
          </a:custGeom>
          <a:ln w="14313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12663582" y="4150299"/>
            <a:ext cx="6496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65" dirty="0">
                <a:solidFill>
                  <a:srgbClr val="FFFFFF"/>
                </a:solidFill>
                <a:latin typeface="Trebuchet MS"/>
                <a:cs typeface="Trebuchet MS"/>
              </a:rPr>
              <a:t>Cont.</a:t>
            </a:r>
            <a:endParaRPr sz="2150">
              <a:latin typeface="Trebuchet MS"/>
              <a:cs typeface="Trebuchet MS"/>
            </a:endParaRPr>
          </a:p>
        </p:txBody>
      </p:sp>
      <p:graphicFrame>
        <p:nvGraphicFramePr>
          <p:cNvPr id="70" name="object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085811"/>
              </p:ext>
            </p:extLst>
          </p:nvPr>
        </p:nvGraphicFramePr>
        <p:xfrm>
          <a:off x="13555290" y="4034588"/>
          <a:ext cx="5979795" cy="2141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3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3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5315">
                <a:tc>
                  <a:txBody>
                    <a:bodyPr/>
                    <a:lstStyle/>
                    <a:p>
                      <a:pPr marL="403225" marR="361950" indent="-88265">
                        <a:lnSpc>
                          <a:spcPct val="68800"/>
                        </a:lnSpc>
                        <a:spcBef>
                          <a:spcPts val="925"/>
                        </a:spcBef>
                      </a:pPr>
                      <a:r>
                        <a:rPr sz="215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Unidades </a:t>
                      </a:r>
                      <a:r>
                        <a:rPr sz="21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por</a:t>
                      </a:r>
                      <a:r>
                        <a:rPr sz="2150" spc="-1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caja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1174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085"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150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EAN13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75565"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1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EAN</a:t>
                      </a:r>
                      <a:r>
                        <a:rPr sz="2150" spc="-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14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s-ES" sz="215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18034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7707633434099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18034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17707633434096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180340" marB="0">
                    <a:lnL w="19050">
                      <a:solidFill>
                        <a:srgbClr val="1C1C1B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0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s-ES" sz="2150" spc="-25" dirty="0">
                          <a:latin typeface="Trebuchet MS"/>
                          <a:cs typeface="Trebuchet MS"/>
                        </a:rPr>
                        <a:t>12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16319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7707633435157</a:t>
                      </a:r>
                      <a:endParaRPr sz="2150">
                        <a:latin typeface="Trebuchet MS"/>
                        <a:cs typeface="Trebuchet MS"/>
                      </a:endParaRPr>
                    </a:p>
                  </a:txBody>
                  <a:tcPr marL="0" marR="0" marT="16319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2150" spc="-10" dirty="0">
                          <a:latin typeface="Trebuchet MS"/>
                          <a:cs typeface="Trebuchet MS"/>
                        </a:rPr>
                        <a:t>17707633435154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163195" marB="0">
                    <a:lnL w="19050">
                      <a:solidFill>
                        <a:srgbClr val="1C1C1B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1" name="object 71"/>
          <p:cNvSpPr/>
          <p:nvPr/>
        </p:nvSpPr>
        <p:spPr>
          <a:xfrm>
            <a:off x="14538827" y="3153119"/>
            <a:ext cx="5005705" cy="634365"/>
          </a:xfrm>
          <a:custGeom>
            <a:avLst/>
            <a:gdLst/>
            <a:ahLst/>
            <a:cxnLst/>
            <a:rect l="l" t="t" r="r" b="b"/>
            <a:pathLst>
              <a:path w="5005705" h="634364">
                <a:moveTo>
                  <a:pt x="4940373" y="633907"/>
                </a:moveTo>
                <a:lnTo>
                  <a:pt x="64699" y="633907"/>
                </a:lnTo>
                <a:lnTo>
                  <a:pt x="39579" y="628801"/>
                </a:lnTo>
                <a:lnTo>
                  <a:pt x="19007" y="614898"/>
                </a:lnTo>
                <a:lnTo>
                  <a:pt x="5105" y="594323"/>
                </a:lnTo>
                <a:lnTo>
                  <a:pt x="0" y="569197"/>
                </a:lnTo>
                <a:lnTo>
                  <a:pt x="0" y="64699"/>
                </a:lnTo>
                <a:lnTo>
                  <a:pt x="5105" y="39575"/>
                </a:lnTo>
                <a:lnTo>
                  <a:pt x="19007" y="19003"/>
                </a:lnTo>
                <a:lnTo>
                  <a:pt x="39579" y="5104"/>
                </a:lnTo>
                <a:lnTo>
                  <a:pt x="64699" y="0"/>
                </a:lnTo>
                <a:lnTo>
                  <a:pt x="4940373" y="0"/>
                </a:lnTo>
                <a:lnTo>
                  <a:pt x="4965498" y="5104"/>
                </a:lnTo>
                <a:lnTo>
                  <a:pt x="4986074" y="19003"/>
                </a:lnTo>
                <a:lnTo>
                  <a:pt x="4999977" y="39575"/>
                </a:lnTo>
                <a:lnTo>
                  <a:pt x="5005083" y="64699"/>
                </a:lnTo>
                <a:lnTo>
                  <a:pt x="5005083" y="569197"/>
                </a:lnTo>
                <a:lnTo>
                  <a:pt x="4999977" y="594323"/>
                </a:lnTo>
                <a:lnTo>
                  <a:pt x="4986074" y="614898"/>
                </a:lnTo>
                <a:lnTo>
                  <a:pt x="4965498" y="628801"/>
                </a:lnTo>
                <a:lnTo>
                  <a:pt x="4940373" y="633907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15585625" y="3288763"/>
            <a:ext cx="278384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50" dirty="0">
                <a:latin typeface="Trebuchet MS"/>
                <a:cs typeface="Trebuchet MS"/>
              </a:rPr>
              <a:t>Ropa</a:t>
            </a:r>
            <a:r>
              <a:rPr sz="2150" spc="-150" dirty="0">
                <a:latin typeface="Trebuchet MS"/>
                <a:cs typeface="Trebuchet MS"/>
              </a:rPr>
              <a:t> </a:t>
            </a:r>
            <a:r>
              <a:rPr sz="2150" spc="-125" dirty="0">
                <a:latin typeface="Trebuchet MS"/>
                <a:cs typeface="Trebuchet MS"/>
              </a:rPr>
              <a:t>Blanca,</a:t>
            </a:r>
            <a:r>
              <a:rPr sz="2150" spc="-145" dirty="0">
                <a:latin typeface="Trebuchet MS"/>
                <a:cs typeface="Trebuchet MS"/>
              </a:rPr>
              <a:t> </a:t>
            </a:r>
            <a:r>
              <a:rPr sz="2150" spc="-50" dirty="0">
                <a:latin typeface="Trebuchet MS"/>
                <a:cs typeface="Trebuchet MS"/>
              </a:rPr>
              <a:t>Ropa</a:t>
            </a:r>
            <a:r>
              <a:rPr sz="2150" spc="-150" dirty="0">
                <a:latin typeface="Trebuchet MS"/>
                <a:cs typeface="Trebuchet MS"/>
              </a:rPr>
              <a:t> </a:t>
            </a:r>
            <a:r>
              <a:rPr sz="2150" spc="-30" dirty="0">
                <a:latin typeface="Trebuchet MS"/>
                <a:cs typeface="Trebuchet MS"/>
              </a:rPr>
              <a:t>Color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2466055" y="3153112"/>
            <a:ext cx="1984375" cy="629285"/>
          </a:xfrm>
          <a:custGeom>
            <a:avLst/>
            <a:gdLst/>
            <a:ahLst/>
            <a:cxnLst/>
            <a:rect l="l" t="t" r="r" b="b"/>
            <a:pathLst>
              <a:path w="1984375" h="629285">
                <a:moveTo>
                  <a:pt x="1943186" y="0"/>
                </a:moveTo>
                <a:lnTo>
                  <a:pt x="40574" y="0"/>
                </a:lnTo>
                <a:lnTo>
                  <a:pt x="24821" y="3202"/>
                </a:lnTo>
                <a:lnTo>
                  <a:pt x="11919" y="11921"/>
                </a:lnTo>
                <a:lnTo>
                  <a:pt x="3201" y="24825"/>
                </a:lnTo>
                <a:lnTo>
                  <a:pt x="0" y="40585"/>
                </a:lnTo>
                <a:lnTo>
                  <a:pt x="0" y="588453"/>
                </a:lnTo>
                <a:lnTo>
                  <a:pt x="3201" y="604212"/>
                </a:lnTo>
                <a:lnTo>
                  <a:pt x="11919" y="617117"/>
                </a:lnTo>
                <a:lnTo>
                  <a:pt x="24821" y="625836"/>
                </a:lnTo>
                <a:lnTo>
                  <a:pt x="40574" y="629038"/>
                </a:lnTo>
                <a:lnTo>
                  <a:pt x="1943186" y="629038"/>
                </a:lnTo>
                <a:lnTo>
                  <a:pt x="1958940" y="625836"/>
                </a:lnTo>
                <a:lnTo>
                  <a:pt x="1971841" y="617117"/>
                </a:lnTo>
                <a:lnTo>
                  <a:pt x="1980559" y="604212"/>
                </a:lnTo>
                <a:lnTo>
                  <a:pt x="1983761" y="588453"/>
                </a:lnTo>
                <a:lnTo>
                  <a:pt x="1983761" y="40585"/>
                </a:lnTo>
                <a:lnTo>
                  <a:pt x="1980559" y="24825"/>
                </a:lnTo>
                <a:lnTo>
                  <a:pt x="1971841" y="11921"/>
                </a:lnTo>
                <a:lnTo>
                  <a:pt x="1958940" y="3202"/>
                </a:lnTo>
                <a:lnTo>
                  <a:pt x="1943186" y="0"/>
                </a:lnTo>
                <a:close/>
              </a:path>
            </a:pathLst>
          </a:custGeom>
          <a:solidFill>
            <a:srgbClr val="FF00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12844943" y="3258910"/>
            <a:ext cx="117538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Fragancia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5927159" y="7499292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55066" y="164515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88" y="55930"/>
                </a:lnTo>
                <a:lnTo>
                  <a:pt x="452158" y="55384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89" y="51371"/>
                </a:lnTo>
                <a:lnTo>
                  <a:pt x="460984" y="29578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41" y="7518"/>
                </a:lnTo>
                <a:lnTo>
                  <a:pt x="449859" y="13931"/>
                </a:lnTo>
                <a:lnTo>
                  <a:pt x="439559" y="21056"/>
                </a:lnTo>
                <a:lnTo>
                  <a:pt x="429691" y="28867"/>
                </a:lnTo>
                <a:lnTo>
                  <a:pt x="413042" y="44196"/>
                </a:lnTo>
                <a:lnTo>
                  <a:pt x="308965" y="49047"/>
                </a:lnTo>
                <a:lnTo>
                  <a:pt x="136613" y="58877"/>
                </a:lnTo>
                <a:lnTo>
                  <a:pt x="113182" y="60147"/>
                </a:lnTo>
                <a:lnTo>
                  <a:pt x="113639" y="60147"/>
                </a:lnTo>
                <a:lnTo>
                  <a:pt x="44221" y="110032"/>
                </a:lnTo>
                <a:lnTo>
                  <a:pt x="5334" y="149631"/>
                </a:lnTo>
                <a:lnTo>
                  <a:pt x="0" y="154711"/>
                </a:lnTo>
                <a:lnTo>
                  <a:pt x="3225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60" y="166052"/>
                </a:lnTo>
                <a:lnTo>
                  <a:pt x="20027" y="167398"/>
                </a:lnTo>
                <a:lnTo>
                  <a:pt x="23431" y="163677"/>
                </a:lnTo>
                <a:lnTo>
                  <a:pt x="24371" y="162737"/>
                </a:lnTo>
                <a:lnTo>
                  <a:pt x="79248" y="107873"/>
                </a:lnTo>
                <a:lnTo>
                  <a:pt x="85394" y="101650"/>
                </a:lnTo>
                <a:lnTo>
                  <a:pt x="91846" y="95415"/>
                </a:lnTo>
                <a:lnTo>
                  <a:pt x="255320" y="75844"/>
                </a:lnTo>
                <a:lnTo>
                  <a:pt x="383108" y="66916"/>
                </a:lnTo>
                <a:lnTo>
                  <a:pt x="392861" y="66357"/>
                </a:lnTo>
                <a:lnTo>
                  <a:pt x="381939" y="79692"/>
                </a:lnTo>
                <a:lnTo>
                  <a:pt x="368084" y="98437"/>
                </a:lnTo>
                <a:lnTo>
                  <a:pt x="342125" y="136791"/>
                </a:lnTo>
                <a:lnTo>
                  <a:pt x="317868" y="176161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34" y="222097"/>
                </a:lnTo>
                <a:lnTo>
                  <a:pt x="218198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91" y="185978"/>
                </a:lnTo>
                <a:lnTo>
                  <a:pt x="164503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77" y="144284"/>
                </a:lnTo>
                <a:lnTo>
                  <a:pt x="422998" y="98793"/>
                </a:lnTo>
                <a:lnTo>
                  <a:pt x="435508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89" y="192036"/>
                </a:lnTo>
                <a:lnTo>
                  <a:pt x="551497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22" y="247319"/>
                </a:lnTo>
                <a:lnTo>
                  <a:pt x="336473" y="407250"/>
                </a:lnTo>
                <a:lnTo>
                  <a:pt x="310108" y="432549"/>
                </a:lnTo>
                <a:lnTo>
                  <a:pt x="286359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20" y="339775"/>
                </a:lnTo>
                <a:lnTo>
                  <a:pt x="116865" y="331584"/>
                </a:lnTo>
                <a:lnTo>
                  <a:pt x="113042" y="331355"/>
                </a:lnTo>
                <a:lnTo>
                  <a:pt x="113042" y="354177"/>
                </a:lnTo>
                <a:lnTo>
                  <a:pt x="112712" y="357517"/>
                </a:lnTo>
                <a:lnTo>
                  <a:pt x="112636" y="358190"/>
                </a:lnTo>
                <a:lnTo>
                  <a:pt x="113042" y="354177"/>
                </a:lnTo>
                <a:lnTo>
                  <a:pt x="113042" y="331355"/>
                </a:lnTo>
                <a:lnTo>
                  <a:pt x="111137" y="331228"/>
                </a:lnTo>
                <a:lnTo>
                  <a:pt x="106807" y="334276"/>
                </a:lnTo>
                <a:lnTo>
                  <a:pt x="104394" y="335953"/>
                </a:lnTo>
                <a:lnTo>
                  <a:pt x="101612" y="338150"/>
                </a:lnTo>
                <a:lnTo>
                  <a:pt x="99301" y="339940"/>
                </a:lnTo>
                <a:lnTo>
                  <a:pt x="93548" y="344512"/>
                </a:lnTo>
                <a:lnTo>
                  <a:pt x="93484" y="353568"/>
                </a:lnTo>
                <a:lnTo>
                  <a:pt x="99212" y="358190"/>
                </a:lnTo>
                <a:lnTo>
                  <a:pt x="252691" y="484517"/>
                </a:lnTo>
                <a:lnTo>
                  <a:pt x="260794" y="490677"/>
                </a:lnTo>
                <a:lnTo>
                  <a:pt x="270598" y="494461"/>
                </a:lnTo>
                <a:lnTo>
                  <a:pt x="281076" y="495604"/>
                </a:lnTo>
                <a:lnTo>
                  <a:pt x="291223" y="493826"/>
                </a:lnTo>
                <a:lnTo>
                  <a:pt x="297675" y="491756"/>
                </a:lnTo>
                <a:lnTo>
                  <a:pt x="304292" y="488403"/>
                </a:lnTo>
                <a:lnTo>
                  <a:pt x="308737" y="481825"/>
                </a:lnTo>
                <a:lnTo>
                  <a:pt x="309422" y="481076"/>
                </a:lnTo>
                <a:lnTo>
                  <a:pt x="309638" y="480847"/>
                </a:lnTo>
                <a:lnTo>
                  <a:pt x="312661" y="477558"/>
                </a:lnTo>
                <a:lnTo>
                  <a:pt x="320319" y="469506"/>
                </a:lnTo>
                <a:lnTo>
                  <a:pt x="321132" y="468655"/>
                </a:lnTo>
                <a:lnTo>
                  <a:pt x="325704" y="464070"/>
                </a:lnTo>
                <a:lnTo>
                  <a:pt x="560108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FF00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5927159" y="6674643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55066" y="164515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88" y="55930"/>
                </a:lnTo>
                <a:lnTo>
                  <a:pt x="452158" y="55384"/>
                </a:lnTo>
                <a:lnTo>
                  <a:pt x="451637" y="54711"/>
                </a:lnTo>
                <a:lnTo>
                  <a:pt x="449846" y="52311"/>
                </a:lnTo>
                <a:lnTo>
                  <a:pt x="448576" y="51371"/>
                </a:lnTo>
                <a:lnTo>
                  <a:pt x="460984" y="29565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193"/>
                </a:lnTo>
                <a:lnTo>
                  <a:pt x="460641" y="7505"/>
                </a:lnTo>
                <a:lnTo>
                  <a:pt x="449859" y="13931"/>
                </a:lnTo>
                <a:lnTo>
                  <a:pt x="439559" y="21056"/>
                </a:lnTo>
                <a:lnTo>
                  <a:pt x="429691" y="28867"/>
                </a:lnTo>
                <a:lnTo>
                  <a:pt x="413042" y="44196"/>
                </a:lnTo>
                <a:lnTo>
                  <a:pt x="308965" y="49047"/>
                </a:lnTo>
                <a:lnTo>
                  <a:pt x="136613" y="58877"/>
                </a:lnTo>
                <a:lnTo>
                  <a:pt x="113182" y="60147"/>
                </a:lnTo>
                <a:lnTo>
                  <a:pt x="113639" y="60147"/>
                </a:lnTo>
                <a:lnTo>
                  <a:pt x="44221" y="110032"/>
                </a:lnTo>
                <a:lnTo>
                  <a:pt x="5334" y="149631"/>
                </a:lnTo>
                <a:lnTo>
                  <a:pt x="0" y="154711"/>
                </a:lnTo>
                <a:lnTo>
                  <a:pt x="3225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60" y="166052"/>
                </a:lnTo>
                <a:lnTo>
                  <a:pt x="20027" y="167398"/>
                </a:lnTo>
                <a:lnTo>
                  <a:pt x="23431" y="163677"/>
                </a:lnTo>
                <a:lnTo>
                  <a:pt x="24371" y="162737"/>
                </a:lnTo>
                <a:lnTo>
                  <a:pt x="79248" y="107873"/>
                </a:lnTo>
                <a:lnTo>
                  <a:pt x="85394" y="101650"/>
                </a:lnTo>
                <a:lnTo>
                  <a:pt x="91846" y="95402"/>
                </a:lnTo>
                <a:lnTo>
                  <a:pt x="255320" y="75831"/>
                </a:lnTo>
                <a:lnTo>
                  <a:pt x="383108" y="66903"/>
                </a:lnTo>
                <a:lnTo>
                  <a:pt x="392861" y="66344"/>
                </a:lnTo>
                <a:lnTo>
                  <a:pt x="381939" y="79692"/>
                </a:lnTo>
                <a:lnTo>
                  <a:pt x="368084" y="98425"/>
                </a:lnTo>
                <a:lnTo>
                  <a:pt x="342125" y="136791"/>
                </a:lnTo>
                <a:lnTo>
                  <a:pt x="317868" y="176161"/>
                </a:lnTo>
                <a:lnTo>
                  <a:pt x="295262" y="216509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34" y="222097"/>
                </a:lnTo>
                <a:lnTo>
                  <a:pt x="218198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91" y="185978"/>
                </a:lnTo>
                <a:lnTo>
                  <a:pt x="164503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45"/>
                </a:lnTo>
                <a:lnTo>
                  <a:pt x="238658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77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89" y="192036"/>
                </a:lnTo>
                <a:lnTo>
                  <a:pt x="551497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22" y="247319"/>
                </a:lnTo>
                <a:lnTo>
                  <a:pt x="336473" y="407238"/>
                </a:lnTo>
                <a:lnTo>
                  <a:pt x="310108" y="432549"/>
                </a:lnTo>
                <a:lnTo>
                  <a:pt x="286359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20" y="339775"/>
                </a:lnTo>
                <a:lnTo>
                  <a:pt x="116865" y="331584"/>
                </a:lnTo>
                <a:lnTo>
                  <a:pt x="113042" y="331343"/>
                </a:lnTo>
                <a:lnTo>
                  <a:pt x="113042" y="354177"/>
                </a:lnTo>
                <a:lnTo>
                  <a:pt x="112712" y="357517"/>
                </a:lnTo>
                <a:lnTo>
                  <a:pt x="112636" y="358190"/>
                </a:lnTo>
                <a:lnTo>
                  <a:pt x="113042" y="354177"/>
                </a:lnTo>
                <a:lnTo>
                  <a:pt x="113042" y="331343"/>
                </a:lnTo>
                <a:lnTo>
                  <a:pt x="111137" y="331216"/>
                </a:lnTo>
                <a:lnTo>
                  <a:pt x="106807" y="334276"/>
                </a:lnTo>
                <a:lnTo>
                  <a:pt x="104394" y="335953"/>
                </a:lnTo>
                <a:lnTo>
                  <a:pt x="101612" y="338150"/>
                </a:lnTo>
                <a:lnTo>
                  <a:pt x="99301" y="339940"/>
                </a:lnTo>
                <a:lnTo>
                  <a:pt x="93548" y="344512"/>
                </a:lnTo>
                <a:lnTo>
                  <a:pt x="93484" y="353568"/>
                </a:lnTo>
                <a:lnTo>
                  <a:pt x="99212" y="358190"/>
                </a:lnTo>
                <a:lnTo>
                  <a:pt x="252691" y="484517"/>
                </a:lnTo>
                <a:lnTo>
                  <a:pt x="260794" y="490677"/>
                </a:lnTo>
                <a:lnTo>
                  <a:pt x="270598" y="494461"/>
                </a:lnTo>
                <a:lnTo>
                  <a:pt x="281076" y="495592"/>
                </a:lnTo>
                <a:lnTo>
                  <a:pt x="291223" y="493826"/>
                </a:lnTo>
                <a:lnTo>
                  <a:pt x="297675" y="491756"/>
                </a:lnTo>
                <a:lnTo>
                  <a:pt x="304292" y="488403"/>
                </a:lnTo>
                <a:lnTo>
                  <a:pt x="308737" y="481825"/>
                </a:lnTo>
                <a:lnTo>
                  <a:pt x="309422" y="481076"/>
                </a:lnTo>
                <a:lnTo>
                  <a:pt x="325704" y="464070"/>
                </a:lnTo>
                <a:lnTo>
                  <a:pt x="560108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FF00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2555258" y="7476940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75297" y="200748"/>
                </a:lnTo>
                <a:lnTo>
                  <a:pt x="575170" y="192036"/>
                </a:lnTo>
                <a:lnTo>
                  <a:pt x="575157" y="190461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64" y="51371"/>
                </a:lnTo>
                <a:lnTo>
                  <a:pt x="460984" y="29565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193"/>
                </a:lnTo>
                <a:lnTo>
                  <a:pt x="460629" y="7505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29" y="44208"/>
                </a:lnTo>
                <a:lnTo>
                  <a:pt x="308965" y="49047"/>
                </a:lnTo>
                <a:lnTo>
                  <a:pt x="136601" y="58877"/>
                </a:lnTo>
                <a:lnTo>
                  <a:pt x="113182" y="60147"/>
                </a:lnTo>
                <a:lnTo>
                  <a:pt x="113639" y="60147"/>
                </a:lnTo>
                <a:lnTo>
                  <a:pt x="44234" y="110032"/>
                </a:lnTo>
                <a:lnTo>
                  <a:pt x="5334" y="149631"/>
                </a:lnTo>
                <a:lnTo>
                  <a:pt x="0" y="154711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09" y="166052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33" y="95402"/>
                </a:lnTo>
                <a:lnTo>
                  <a:pt x="255320" y="75831"/>
                </a:lnTo>
                <a:lnTo>
                  <a:pt x="383120" y="66903"/>
                </a:lnTo>
                <a:lnTo>
                  <a:pt x="392861" y="66344"/>
                </a:lnTo>
                <a:lnTo>
                  <a:pt x="381939" y="79692"/>
                </a:lnTo>
                <a:lnTo>
                  <a:pt x="368071" y="98425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09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34" y="222084"/>
                </a:lnTo>
                <a:lnTo>
                  <a:pt x="218186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45"/>
                </a:lnTo>
                <a:lnTo>
                  <a:pt x="238658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09" y="247319"/>
                </a:lnTo>
                <a:lnTo>
                  <a:pt x="336461" y="407238"/>
                </a:lnTo>
                <a:lnTo>
                  <a:pt x="310108" y="432549"/>
                </a:lnTo>
                <a:lnTo>
                  <a:pt x="286372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20" y="339788"/>
                </a:lnTo>
                <a:lnTo>
                  <a:pt x="116865" y="331584"/>
                </a:lnTo>
                <a:lnTo>
                  <a:pt x="114477" y="331431"/>
                </a:lnTo>
                <a:lnTo>
                  <a:pt x="114477" y="339940"/>
                </a:lnTo>
                <a:lnTo>
                  <a:pt x="113995" y="344754"/>
                </a:lnTo>
                <a:lnTo>
                  <a:pt x="114477" y="339940"/>
                </a:lnTo>
                <a:lnTo>
                  <a:pt x="114477" y="331431"/>
                </a:lnTo>
                <a:lnTo>
                  <a:pt x="111137" y="331216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12" y="338150"/>
                </a:lnTo>
                <a:lnTo>
                  <a:pt x="99288" y="339940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592"/>
                </a:lnTo>
                <a:lnTo>
                  <a:pt x="291211" y="493826"/>
                </a:lnTo>
                <a:lnTo>
                  <a:pt x="297662" y="491756"/>
                </a:lnTo>
                <a:lnTo>
                  <a:pt x="304292" y="488403"/>
                </a:lnTo>
                <a:lnTo>
                  <a:pt x="309232" y="481076"/>
                </a:lnTo>
                <a:lnTo>
                  <a:pt x="308737" y="481825"/>
                </a:lnTo>
                <a:lnTo>
                  <a:pt x="309410" y="481076"/>
                </a:lnTo>
                <a:lnTo>
                  <a:pt x="309638" y="480834"/>
                </a:lnTo>
                <a:lnTo>
                  <a:pt x="312648" y="477545"/>
                </a:lnTo>
                <a:lnTo>
                  <a:pt x="320319" y="469493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FF00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13191197" y="6553315"/>
            <a:ext cx="2453005" cy="132905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1590" marR="5080">
              <a:lnSpc>
                <a:spcPts val="2420"/>
              </a:lnSpc>
              <a:spcBef>
                <a:spcPts val="585"/>
              </a:spcBef>
            </a:pPr>
            <a:r>
              <a:rPr sz="2400" spc="-70" dirty="0">
                <a:latin typeface="Trebuchet MS"/>
                <a:cs typeface="Trebuchet MS"/>
              </a:rPr>
              <a:t>Remueve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manchas </a:t>
            </a:r>
            <a:r>
              <a:rPr sz="2400" spc="-10" dirty="0">
                <a:latin typeface="Trebuchet MS"/>
                <a:cs typeface="Trebuchet MS"/>
              </a:rPr>
              <a:t>difíciles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50"/>
              </a:spcBef>
            </a:pP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amarillenta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6578389" y="7487316"/>
            <a:ext cx="2611120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90" dirty="0">
                <a:latin typeface="Trebuchet MS"/>
                <a:cs typeface="Trebuchet MS"/>
              </a:rPr>
              <a:t>Poder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quitamanchas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2555258" y="6674643"/>
            <a:ext cx="575945" cy="495934"/>
          </a:xfrm>
          <a:custGeom>
            <a:avLst/>
            <a:gdLst/>
            <a:ahLst/>
            <a:cxnLst/>
            <a:rect l="l" t="t" r="r" b="b"/>
            <a:pathLst>
              <a:path w="575944" h="495934">
                <a:moveTo>
                  <a:pt x="575322" y="202717"/>
                </a:moveTo>
                <a:lnTo>
                  <a:pt x="575297" y="200748"/>
                </a:lnTo>
                <a:lnTo>
                  <a:pt x="575170" y="192036"/>
                </a:lnTo>
                <a:lnTo>
                  <a:pt x="575157" y="190461"/>
                </a:lnTo>
                <a:lnTo>
                  <a:pt x="481431" y="86106"/>
                </a:lnTo>
                <a:lnTo>
                  <a:pt x="453288" y="56769"/>
                </a:lnTo>
                <a:lnTo>
                  <a:pt x="452475" y="55930"/>
                </a:lnTo>
                <a:lnTo>
                  <a:pt x="452145" y="55384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64" y="51371"/>
                </a:lnTo>
                <a:lnTo>
                  <a:pt x="460984" y="29565"/>
                </a:lnTo>
                <a:lnTo>
                  <a:pt x="476046" y="4241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193"/>
                </a:lnTo>
                <a:lnTo>
                  <a:pt x="460629" y="7505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42" y="44196"/>
                </a:lnTo>
                <a:lnTo>
                  <a:pt x="308965" y="49047"/>
                </a:lnTo>
                <a:lnTo>
                  <a:pt x="136601" y="58877"/>
                </a:lnTo>
                <a:lnTo>
                  <a:pt x="113182" y="60147"/>
                </a:lnTo>
                <a:lnTo>
                  <a:pt x="113639" y="60147"/>
                </a:lnTo>
                <a:lnTo>
                  <a:pt x="44234" y="110032"/>
                </a:lnTo>
                <a:lnTo>
                  <a:pt x="5334" y="149631"/>
                </a:lnTo>
                <a:lnTo>
                  <a:pt x="0" y="154711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47" y="166052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33" y="95402"/>
                </a:lnTo>
                <a:lnTo>
                  <a:pt x="255320" y="75831"/>
                </a:lnTo>
                <a:lnTo>
                  <a:pt x="383120" y="66903"/>
                </a:lnTo>
                <a:lnTo>
                  <a:pt x="392861" y="66344"/>
                </a:lnTo>
                <a:lnTo>
                  <a:pt x="381939" y="79692"/>
                </a:lnTo>
                <a:lnTo>
                  <a:pt x="368071" y="98425"/>
                </a:lnTo>
                <a:lnTo>
                  <a:pt x="342112" y="136791"/>
                </a:lnTo>
                <a:lnTo>
                  <a:pt x="317855" y="176161"/>
                </a:lnTo>
                <a:lnTo>
                  <a:pt x="295262" y="216509"/>
                </a:lnTo>
                <a:lnTo>
                  <a:pt x="274256" y="257810"/>
                </a:lnTo>
                <a:lnTo>
                  <a:pt x="272237" y="261416"/>
                </a:lnTo>
                <a:lnTo>
                  <a:pt x="248234" y="222097"/>
                </a:lnTo>
                <a:lnTo>
                  <a:pt x="218186" y="190461"/>
                </a:lnTo>
                <a:lnTo>
                  <a:pt x="192443" y="181838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45"/>
                </a:lnTo>
                <a:lnTo>
                  <a:pt x="238658" y="355358"/>
                </a:lnTo>
                <a:lnTo>
                  <a:pt x="268706" y="377164"/>
                </a:lnTo>
                <a:lnTo>
                  <a:pt x="279057" y="376961"/>
                </a:lnTo>
                <a:lnTo>
                  <a:pt x="315010" y="348551"/>
                </a:lnTo>
                <a:lnTo>
                  <a:pt x="339775" y="284645"/>
                </a:lnTo>
                <a:lnTo>
                  <a:pt x="348881" y="260819"/>
                </a:lnTo>
                <a:lnTo>
                  <a:pt x="378637" y="190398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48"/>
                </a:lnTo>
                <a:lnTo>
                  <a:pt x="547065" y="209080"/>
                </a:lnTo>
                <a:lnTo>
                  <a:pt x="538886" y="216928"/>
                </a:lnTo>
                <a:lnTo>
                  <a:pt x="506209" y="247319"/>
                </a:lnTo>
                <a:lnTo>
                  <a:pt x="336461" y="407238"/>
                </a:lnTo>
                <a:lnTo>
                  <a:pt x="310108" y="432549"/>
                </a:lnTo>
                <a:lnTo>
                  <a:pt x="286372" y="456209"/>
                </a:lnTo>
                <a:lnTo>
                  <a:pt x="281635" y="459790"/>
                </a:lnTo>
                <a:lnTo>
                  <a:pt x="268185" y="458774"/>
                </a:lnTo>
                <a:lnTo>
                  <a:pt x="263410" y="453948"/>
                </a:lnTo>
                <a:lnTo>
                  <a:pt x="126707" y="339775"/>
                </a:lnTo>
                <a:lnTo>
                  <a:pt x="116865" y="331584"/>
                </a:lnTo>
                <a:lnTo>
                  <a:pt x="114477" y="331431"/>
                </a:lnTo>
                <a:lnTo>
                  <a:pt x="114477" y="339940"/>
                </a:lnTo>
                <a:lnTo>
                  <a:pt x="113995" y="344754"/>
                </a:lnTo>
                <a:lnTo>
                  <a:pt x="114477" y="339940"/>
                </a:lnTo>
                <a:lnTo>
                  <a:pt x="114477" y="331431"/>
                </a:lnTo>
                <a:lnTo>
                  <a:pt x="111137" y="331216"/>
                </a:lnTo>
                <a:lnTo>
                  <a:pt x="106807" y="334276"/>
                </a:lnTo>
                <a:lnTo>
                  <a:pt x="104381" y="335953"/>
                </a:lnTo>
                <a:lnTo>
                  <a:pt x="101612" y="338150"/>
                </a:lnTo>
                <a:lnTo>
                  <a:pt x="99288" y="339940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190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592"/>
                </a:lnTo>
                <a:lnTo>
                  <a:pt x="291211" y="493826"/>
                </a:lnTo>
                <a:lnTo>
                  <a:pt x="297662" y="491756"/>
                </a:lnTo>
                <a:lnTo>
                  <a:pt x="304292" y="488403"/>
                </a:lnTo>
                <a:lnTo>
                  <a:pt x="309232" y="481076"/>
                </a:lnTo>
                <a:lnTo>
                  <a:pt x="308737" y="481825"/>
                </a:lnTo>
                <a:lnTo>
                  <a:pt x="309410" y="481076"/>
                </a:lnTo>
                <a:lnTo>
                  <a:pt x="309638" y="480834"/>
                </a:lnTo>
                <a:lnTo>
                  <a:pt x="312648" y="477545"/>
                </a:lnTo>
                <a:lnTo>
                  <a:pt x="320319" y="469493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</a:pathLst>
          </a:custGeom>
          <a:solidFill>
            <a:srgbClr val="FF00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16580677" y="6672371"/>
            <a:ext cx="2993390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debilita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tus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prendas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12458020" y="5497450"/>
            <a:ext cx="7085965" cy="0"/>
          </a:xfrm>
          <a:custGeom>
            <a:avLst/>
            <a:gdLst/>
            <a:ahLst/>
            <a:cxnLst/>
            <a:rect l="l" t="t" r="r" b="b"/>
            <a:pathLst>
              <a:path w="7085965">
                <a:moveTo>
                  <a:pt x="0" y="0"/>
                </a:moveTo>
                <a:lnTo>
                  <a:pt x="7085407" y="0"/>
                </a:lnTo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12646983" y="4852908"/>
            <a:ext cx="697230" cy="1255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">
              <a:lnSpc>
                <a:spcPts val="2560"/>
              </a:lnSpc>
              <a:spcBef>
                <a:spcPts val="100"/>
              </a:spcBef>
            </a:pPr>
            <a:r>
              <a:rPr sz="2150" spc="-30" dirty="0">
                <a:latin typeface="Trebuchet MS"/>
                <a:cs typeface="Trebuchet MS"/>
              </a:rPr>
              <a:t>450</a:t>
            </a:r>
            <a:r>
              <a:rPr sz="2150" spc="-175" dirty="0">
                <a:latin typeface="Trebuchet MS"/>
                <a:cs typeface="Trebuchet MS"/>
              </a:rPr>
              <a:t> </a:t>
            </a:r>
            <a:r>
              <a:rPr sz="2150" spc="65" dirty="0">
                <a:latin typeface="Trebuchet MS"/>
                <a:cs typeface="Trebuchet MS"/>
              </a:rPr>
              <a:t>g</a:t>
            </a:r>
            <a:endParaRPr sz="2150">
              <a:latin typeface="Trebuchet MS"/>
              <a:cs typeface="Trebuchet MS"/>
            </a:endParaRPr>
          </a:p>
          <a:p>
            <a:pPr marL="12700">
              <a:lnSpc>
                <a:spcPts val="1839"/>
              </a:lnSpc>
            </a:pPr>
            <a:r>
              <a:rPr sz="1550" spc="-55" dirty="0">
                <a:latin typeface="Trebuchet MS"/>
                <a:cs typeface="Trebuchet MS"/>
              </a:rPr>
              <a:t>(Blanca)</a:t>
            </a:r>
            <a:endParaRPr sz="1550">
              <a:latin typeface="Trebuchet MS"/>
              <a:cs typeface="Trebuchet MS"/>
            </a:endParaRPr>
          </a:p>
          <a:p>
            <a:pPr marL="52705">
              <a:lnSpc>
                <a:spcPct val="100000"/>
              </a:lnSpc>
              <a:spcBef>
                <a:spcPts val="790"/>
              </a:spcBef>
            </a:pPr>
            <a:r>
              <a:rPr sz="2150" spc="-30" dirty="0">
                <a:latin typeface="Trebuchet MS"/>
                <a:cs typeface="Trebuchet MS"/>
              </a:rPr>
              <a:t>450</a:t>
            </a:r>
            <a:r>
              <a:rPr sz="2150" spc="-175" dirty="0">
                <a:latin typeface="Trebuchet MS"/>
                <a:cs typeface="Trebuchet MS"/>
              </a:rPr>
              <a:t> </a:t>
            </a:r>
            <a:r>
              <a:rPr sz="2150" spc="65" dirty="0">
                <a:latin typeface="Trebuchet MS"/>
                <a:cs typeface="Trebuchet MS"/>
              </a:rPr>
              <a:t>g</a:t>
            </a:r>
            <a:endParaRPr sz="2150">
              <a:latin typeface="Trebuchet MS"/>
              <a:cs typeface="Trebuchet MS"/>
            </a:endParaRPr>
          </a:p>
          <a:p>
            <a:pPr marL="65405">
              <a:lnSpc>
                <a:spcPct val="100000"/>
              </a:lnSpc>
              <a:spcBef>
                <a:spcPts val="45"/>
              </a:spcBef>
            </a:pPr>
            <a:r>
              <a:rPr sz="1550" spc="-10" dirty="0">
                <a:latin typeface="Trebuchet MS"/>
                <a:cs typeface="Trebuchet MS"/>
              </a:rPr>
              <a:t>(Color)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B3F220-0F0C-99FC-DE7B-192E7BA2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upo 72">
            <a:extLst>
              <a:ext uri="{FF2B5EF4-FFF2-40B4-BE49-F238E27FC236}">
                <a16:creationId xmlns:a16="http://schemas.microsoft.com/office/drawing/2014/main" id="{53F40635-98C7-2A24-6D39-E9E458905A44}"/>
              </a:ext>
            </a:extLst>
          </p:cNvPr>
          <p:cNvGrpSpPr/>
          <p:nvPr/>
        </p:nvGrpSpPr>
        <p:grpSpPr>
          <a:xfrm>
            <a:off x="-6350" y="0"/>
            <a:ext cx="20080773" cy="11309350"/>
            <a:chOff x="-6350" y="0"/>
            <a:chExt cx="20080773" cy="1130935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5B661A1-CB26-8F47-0C73-76EE6E2C1F02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98" b="1598"/>
            <a:stretch/>
          </p:blipFill>
          <p:spPr>
            <a:xfrm>
              <a:off x="-6350" y="805"/>
              <a:ext cx="20080773" cy="11308545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91F0047-453D-3FE8-ACAA-4D80C664186A}"/>
                </a:ext>
              </a:extLst>
            </p:cNvPr>
            <p:cNvSpPr/>
            <p:nvPr/>
          </p:nvSpPr>
          <p:spPr>
            <a:xfrm>
              <a:off x="16437007" y="9750838"/>
              <a:ext cx="13970" cy="10795"/>
            </a:xfrm>
            <a:custGeom>
              <a:avLst/>
              <a:gdLst/>
              <a:ahLst/>
              <a:cxnLst/>
              <a:rect l="l" t="t" r="r" b="b"/>
              <a:pathLst>
                <a:path w="13969" h="10795">
                  <a:moveTo>
                    <a:pt x="0" y="0"/>
                  </a:moveTo>
                  <a:lnTo>
                    <a:pt x="3905" y="3476"/>
                  </a:lnTo>
                  <a:lnTo>
                    <a:pt x="8418" y="6889"/>
                  </a:lnTo>
                  <a:lnTo>
                    <a:pt x="13612" y="10219"/>
                  </a:lnTo>
                  <a:lnTo>
                    <a:pt x="6649" y="4795"/>
                  </a:lnTo>
                  <a:lnTo>
                    <a:pt x="2209" y="1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6729E53-AFB5-F9ED-E621-5B5FDAF1DF10}"/>
                </a:ext>
              </a:extLst>
            </p:cNvPr>
            <p:cNvSpPr/>
            <p:nvPr/>
          </p:nvSpPr>
          <p:spPr>
            <a:xfrm>
              <a:off x="17000208" y="9011750"/>
              <a:ext cx="2098675" cy="1929764"/>
            </a:xfrm>
            <a:custGeom>
              <a:avLst/>
              <a:gdLst/>
              <a:ahLst/>
              <a:cxnLst/>
              <a:rect l="l" t="t" r="r" b="b"/>
              <a:pathLst>
                <a:path w="2098675" h="1929765">
                  <a:moveTo>
                    <a:pt x="36323" y="1271062"/>
                  </a:moveTo>
                  <a:lnTo>
                    <a:pt x="32135" y="1271764"/>
                  </a:lnTo>
                  <a:lnTo>
                    <a:pt x="27904" y="1272225"/>
                  </a:lnTo>
                  <a:lnTo>
                    <a:pt x="0" y="1273031"/>
                  </a:lnTo>
                  <a:lnTo>
                    <a:pt x="139456" y="1393142"/>
                  </a:lnTo>
                  <a:lnTo>
                    <a:pt x="383258" y="1606930"/>
                  </a:lnTo>
                  <a:lnTo>
                    <a:pt x="704564" y="1893850"/>
                  </a:lnTo>
                  <a:lnTo>
                    <a:pt x="708732" y="1897818"/>
                  </a:lnTo>
                  <a:lnTo>
                    <a:pt x="711611" y="1900645"/>
                  </a:lnTo>
                  <a:lnTo>
                    <a:pt x="713632" y="1902425"/>
                  </a:lnTo>
                  <a:lnTo>
                    <a:pt x="715695" y="1904153"/>
                  </a:lnTo>
                  <a:lnTo>
                    <a:pt x="760663" y="1926991"/>
                  </a:lnTo>
                  <a:lnTo>
                    <a:pt x="809950" y="1929252"/>
                  </a:lnTo>
                  <a:lnTo>
                    <a:pt x="854456" y="1914864"/>
                  </a:lnTo>
                  <a:lnTo>
                    <a:pt x="885082" y="1887756"/>
                  </a:lnTo>
                  <a:lnTo>
                    <a:pt x="891397" y="1880779"/>
                  </a:lnTo>
                  <a:lnTo>
                    <a:pt x="902606" y="1869063"/>
                  </a:lnTo>
                  <a:lnTo>
                    <a:pt x="908747" y="1862782"/>
                  </a:lnTo>
                  <a:lnTo>
                    <a:pt x="794902" y="1862782"/>
                  </a:lnTo>
                  <a:lnTo>
                    <a:pt x="746227" y="1858974"/>
                  </a:lnTo>
                  <a:lnTo>
                    <a:pt x="701413" y="1835223"/>
                  </a:lnTo>
                  <a:lnTo>
                    <a:pt x="36323" y="1271062"/>
                  </a:lnTo>
                  <a:close/>
                </a:path>
                <a:path w="2098675" h="1929765">
                  <a:moveTo>
                    <a:pt x="1423431" y="0"/>
                  </a:moveTo>
                  <a:lnTo>
                    <a:pt x="1412857" y="839"/>
                  </a:lnTo>
                  <a:lnTo>
                    <a:pt x="1393724" y="2085"/>
                  </a:lnTo>
                  <a:lnTo>
                    <a:pt x="1403287" y="2085"/>
                  </a:lnTo>
                  <a:lnTo>
                    <a:pt x="1452745" y="12251"/>
                  </a:lnTo>
                  <a:lnTo>
                    <a:pt x="1496425" y="44503"/>
                  </a:lnTo>
                  <a:lnTo>
                    <a:pt x="1970038" y="518304"/>
                  </a:lnTo>
                  <a:lnTo>
                    <a:pt x="1988733" y="536462"/>
                  </a:lnTo>
                  <a:lnTo>
                    <a:pt x="1998619" y="545660"/>
                  </a:lnTo>
                  <a:lnTo>
                    <a:pt x="2020692" y="573014"/>
                  </a:lnTo>
                  <a:lnTo>
                    <a:pt x="2035267" y="614263"/>
                  </a:lnTo>
                  <a:lnTo>
                    <a:pt x="2030304" y="663549"/>
                  </a:lnTo>
                  <a:lnTo>
                    <a:pt x="1993761" y="715016"/>
                  </a:lnTo>
                  <a:lnTo>
                    <a:pt x="1972708" y="735256"/>
                  </a:lnTo>
                  <a:lnTo>
                    <a:pt x="1730030" y="971413"/>
                  </a:lnTo>
                  <a:lnTo>
                    <a:pt x="902645" y="1788179"/>
                  </a:lnTo>
                  <a:lnTo>
                    <a:pt x="886592" y="1804634"/>
                  </a:lnTo>
                  <a:lnTo>
                    <a:pt x="875235" y="1816529"/>
                  </a:lnTo>
                  <a:lnTo>
                    <a:pt x="868884" y="1823559"/>
                  </a:lnTo>
                  <a:lnTo>
                    <a:pt x="838700" y="1849895"/>
                  </a:lnTo>
                  <a:lnTo>
                    <a:pt x="794902" y="1862782"/>
                  </a:lnTo>
                  <a:lnTo>
                    <a:pt x="908747" y="1862782"/>
                  </a:lnTo>
                  <a:lnTo>
                    <a:pt x="918414" y="1852896"/>
                  </a:lnTo>
                  <a:lnTo>
                    <a:pt x="1791521" y="994075"/>
                  </a:lnTo>
                  <a:lnTo>
                    <a:pt x="2033241" y="759732"/>
                  </a:lnTo>
                  <a:lnTo>
                    <a:pt x="2054377" y="739487"/>
                  </a:lnTo>
                  <a:lnTo>
                    <a:pt x="2087796" y="696851"/>
                  </a:lnTo>
                  <a:lnTo>
                    <a:pt x="2098604" y="654886"/>
                  </a:lnTo>
                  <a:lnTo>
                    <a:pt x="2093209" y="616696"/>
                  </a:lnTo>
                  <a:lnTo>
                    <a:pt x="2078019" y="585389"/>
                  </a:lnTo>
                  <a:lnTo>
                    <a:pt x="2059445" y="564068"/>
                  </a:lnTo>
                  <a:lnTo>
                    <a:pt x="2049168" y="554543"/>
                  </a:lnTo>
                  <a:lnTo>
                    <a:pt x="2029734" y="535737"/>
                  </a:lnTo>
                  <a:lnTo>
                    <a:pt x="1537481" y="45016"/>
                  </a:lnTo>
                  <a:lnTo>
                    <a:pt x="1532194" y="38189"/>
                  </a:lnTo>
                  <a:lnTo>
                    <a:pt x="1526288" y="32398"/>
                  </a:lnTo>
                  <a:lnTo>
                    <a:pt x="1520027" y="27488"/>
                  </a:lnTo>
                  <a:lnTo>
                    <a:pt x="1484764" y="8313"/>
                  </a:lnTo>
                  <a:lnTo>
                    <a:pt x="1450069" y="839"/>
                  </a:lnTo>
                  <a:lnTo>
                    <a:pt x="1450577" y="839"/>
                  </a:lnTo>
                  <a:lnTo>
                    <a:pt x="1423431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7D137C1-18FB-7D13-35E4-CCEA9015E6BF}"/>
                </a:ext>
              </a:extLst>
            </p:cNvPr>
            <p:cNvSpPr/>
            <p:nvPr/>
          </p:nvSpPr>
          <p:spPr>
            <a:xfrm>
              <a:off x="14325393" y="9020337"/>
              <a:ext cx="4710430" cy="1854200"/>
            </a:xfrm>
            <a:custGeom>
              <a:avLst/>
              <a:gdLst/>
              <a:ahLst/>
              <a:cxnLst/>
              <a:rect l="l" t="t" r="r" b="b"/>
              <a:pathLst>
                <a:path w="4710430" h="1854200">
                  <a:moveTo>
                    <a:pt x="4186157" y="1181100"/>
                  </a:moveTo>
                  <a:lnTo>
                    <a:pt x="2481421" y="1181100"/>
                  </a:lnTo>
                  <a:lnTo>
                    <a:pt x="2487341" y="1193800"/>
                  </a:lnTo>
                  <a:lnTo>
                    <a:pt x="2494276" y="1206500"/>
                  </a:lnTo>
                  <a:lnTo>
                    <a:pt x="2502217" y="1219200"/>
                  </a:lnTo>
                  <a:lnTo>
                    <a:pt x="2511159" y="1231900"/>
                  </a:lnTo>
                  <a:lnTo>
                    <a:pt x="2524686" y="1231900"/>
                  </a:lnTo>
                  <a:lnTo>
                    <a:pt x="2539923" y="1244600"/>
                  </a:lnTo>
                  <a:lnTo>
                    <a:pt x="2556813" y="1257300"/>
                  </a:lnTo>
                  <a:lnTo>
                    <a:pt x="2575293" y="1257300"/>
                  </a:lnTo>
                  <a:lnTo>
                    <a:pt x="2584502" y="1270000"/>
                  </a:lnTo>
                  <a:lnTo>
                    <a:pt x="2711142" y="1270000"/>
                  </a:lnTo>
                  <a:lnTo>
                    <a:pt x="3050263" y="1549400"/>
                  </a:lnTo>
                  <a:lnTo>
                    <a:pt x="3136398" y="1625600"/>
                  </a:lnTo>
                  <a:lnTo>
                    <a:pt x="3176427" y="1663700"/>
                  </a:lnTo>
                  <a:lnTo>
                    <a:pt x="3214092" y="1689100"/>
                  </a:lnTo>
                  <a:lnTo>
                    <a:pt x="3249139" y="1727200"/>
                  </a:lnTo>
                  <a:lnTo>
                    <a:pt x="3281315" y="1752600"/>
                  </a:lnTo>
                  <a:lnTo>
                    <a:pt x="3310366" y="1778000"/>
                  </a:lnTo>
                  <a:lnTo>
                    <a:pt x="3336039" y="1803400"/>
                  </a:lnTo>
                  <a:lnTo>
                    <a:pt x="3358078" y="1816100"/>
                  </a:lnTo>
                  <a:lnTo>
                    <a:pt x="3376232" y="1828800"/>
                  </a:lnTo>
                  <a:lnTo>
                    <a:pt x="3421047" y="1854200"/>
                  </a:lnTo>
                  <a:lnTo>
                    <a:pt x="3469721" y="1854200"/>
                  </a:lnTo>
                  <a:lnTo>
                    <a:pt x="3513519" y="1841500"/>
                  </a:lnTo>
                  <a:lnTo>
                    <a:pt x="3543703" y="1816100"/>
                  </a:lnTo>
                  <a:lnTo>
                    <a:pt x="3550054" y="1816100"/>
                  </a:lnTo>
                  <a:lnTo>
                    <a:pt x="3561411" y="1803400"/>
                  </a:lnTo>
                  <a:lnTo>
                    <a:pt x="3577464" y="1790700"/>
                  </a:lnTo>
                  <a:lnTo>
                    <a:pt x="3597901" y="1765300"/>
                  </a:lnTo>
                  <a:lnTo>
                    <a:pt x="3622410" y="1739900"/>
                  </a:lnTo>
                  <a:lnTo>
                    <a:pt x="3650680" y="1714500"/>
                  </a:lnTo>
                  <a:lnTo>
                    <a:pt x="3682400" y="1676400"/>
                  </a:lnTo>
                  <a:lnTo>
                    <a:pt x="3717257" y="1651000"/>
                  </a:lnTo>
                  <a:lnTo>
                    <a:pt x="3754941" y="1612900"/>
                  </a:lnTo>
                  <a:lnTo>
                    <a:pt x="3795140" y="1574800"/>
                  </a:lnTo>
                  <a:lnTo>
                    <a:pt x="3837542" y="1524000"/>
                  </a:lnTo>
                  <a:lnTo>
                    <a:pt x="3881836" y="1485900"/>
                  </a:lnTo>
                  <a:lnTo>
                    <a:pt x="3927710" y="1435100"/>
                  </a:lnTo>
                  <a:lnTo>
                    <a:pt x="3974854" y="1397000"/>
                  </a:lnTo>
                  <a:lnTo>
                    <a:pt x="4022954" y="1346200"/>
                  </a:lnTo>
                  <a:lnTo>
                    <a:pt x="4169886" y="1193800"/>
                  </a:lnTo>
                  <a:lnTo>
                    <a:pt x="4186157" y="1181100"/>
                  </a:lnTo>
                  <a:close/>
                </a:path>
                <a:path w="4710430" h="1854200">
                  <a:moveTo>
                    <a:pt x="1500917" y="1498600"/>
                  </a:moveTo>
                  <a:lnTo>
                    <a:pt x="1277538" y="1498600"/>
                  </a:lnTo>
                  <a:lnTo>
                    <a:pt x="1294462" y="1511300"/>
                  </a:lnTo>
                  <a:lnTo>
                    <a:pt x="1312975" y="1524000"/>
                  </a:lnTo>
                  <a:lnTo>
                    <a:pt x="1463794" y="1524000"/>
                  </a:lnTo>
                  <a:lnTo>
                    <a:pt x="1482585" y="1511300"/>
                  </a:lnTo>
                  <a:lnTo>
                    <a:pt x="1500917" y="1498600"/>
                  </a:lnTo>
                  <a:close/>
                </a:path>
                <a:path w="4710430" h="1854200">
                  <a:moveTo>
                    <a:pt x="1530002" y="1270000"/>
                  </a:moveTo>
                  <a:lnTo>
                    <a:pt x="1202329" y="1270000"/>
                  </a:lnTo>
                  <a:lnTo>
                    <a:pt x="1201868" y="1295400"/>
                  </a:lnTo>
                  <a:lnTo>
                    <a:pt x="1201579" y="1320800"/>
                  </a:lnTo>
                  <a:lnTo>
                    <a:pt x="1201607" y="1358900"/>
                  </a:lnTo>
                  <a:lnTo>
                    <a:pt x="1202693" y="1371600"/>
                  </a:lnTo>
                  <a:lnTo>
                    <a:pt x="1204675" y="1397000"/>
                  </a:lnTo>
                  <a:lnTo>
                    <a:pt x="1207544" y="1409700"/>
                  </a:lnTo>
                  <a:lnTo>
                    <a:pt x="1211292" y="1422400"/>
                  </a:lnTo>
                  <a:lnTo>
                    <a:pt x="1217746" y="1435100"/>
                  </a:lnTo>
                  <a:lnTo>
                    <a:pt x="1226155" y="1460500"/>
                  </a:lnTo>
                  <a:lnTo>
                    <a:pt x="1236485" y="1473200"/>
                  </a:lnTo>
                  <a:lnTo>
                    <a:pt x="1248705" y="1485900"/>
                  </a:lnTo>
                  <a:lnTo>
                    <a:pt x="1262265" y="1498600"/>
                  </a:lnTo>
                  <a:lnTo>
                    <a:pt x="1501116" y="1498600"/>
                  </a:lnTo>
                  <a:lnTo>
                    <a:pt x="1521748" y="1460500"/>
                  </a:lnTo>
                  <a:lnTo>
                    <a:pt x="1525119" y="1409700"/>
                  </a:lnTo>
                  <a:lnTo>
                    <a:pt x="1526229" y="1397000"/>
                  </a:lnTo>
                  <a:lnTo>
                    <a:pt x="1527164" y="1371600"/>
                  </a:lnTo>
                  <a:lnTo>
                    <a:pt x="1527922" y="1358900"/>
                  </a:lnTo>
                  <a:lnTo>
                    <a:pt x="1528545" y="1333500"/>
                  </a:lnTo>
                  <a:lnTo>
                    <a:pt x="1530002" y="1270000"/>
                  </a:lnTo>
                  <a:close/>
                </a:path>
                <a:path w="4710430" h="1854200">
                  <a:moveTo>
                    <a:pt x="134082" y="863600"/>
                  </a:moveTo>
                  <a:lnTo>
                    <a:pt x="86121" y="863600"/>
                  </a:lnTo>
                  <a:lnTo>
                    <a:pt x="58866" y="876300"/>
                  </a:lnTo>
                  <a:lnTo>
                    <a:pt x="10449" y="952500"/>
                  </a:lnTo>
                  <a:lnTo>
                    <a:pt x="2382" y="1003300"/>
                  </a:lnTo>
                  <a:lnTo>
                    <a:pt x="504" y="1041400"/>
                  </a:lnTo>
                  <a:lnTo>
                    <a:pt x="0" y="1079500"/>
                  </a:lnTo>
                  <a:lnTo>
                    <a:pt x="2511" y="1104900"/>
                  </a:lnTo>
                  <a:lnTo>
                    <a:pt x="9849" y="1117600"/>
                  </a:lnTo>
                  <a:lnTo>
                    <a:pt x="21979" y="1143000"/>
                  </a:lnTo>
                  <a:lnTo>
                    <a:pt x="54506" y="1181100"/>
                  </a:lnTo>
                  <a:lnTo>
                    <a:pt x="92760" y="1206500"/>
                  </a:lnTo>
                  <a:lnTo>
                    <a:pt x="138080" y="1231900"/>
                  </a:lnTo>
                  <a:lnTo>
                    <a:pt x="162683" y="1244600"/>
                  </a:lnTo>
                  <a:lnTo>
                    <a:pt x="188963" y="1244600"/>
                  </a:lnTo>
                  <a:lnTo>
                    <a:pt x="216831" y="1257300"/>
                  </a:lnTo>
                  <a:lnTo>
                    <a:pt x="246015" y="1257300"/>
                  </a:lnTo>
                  <a:lnTo>
                    <a:pt x="276402" y="1270000"/>
                  </a:lnTo>
                  <a:lnTo>
                    <a:pt x="418280" y="1270000"/>
                  </a:lnTo>
                  <a:lnTo>
                    <a:pt x="485042" y="1244600"/>
                  </a:lnTo>
                  <a:lnTo>
                    <a:pt x="544531" y="1219200"/>
                  </a:lnTo>
                  <a:lnTo>
                    <a:pt x="570385" y="1193800"/>
                  </a:lnTo>
                  <a:lnTo>
                    <a:pt x="593521" y="1181100"/>
                  </a:lnTo>
                  <a:lnTo>
                    <a:pt x="601791" y="1168400"/>
                  </a:lnTo>
                  <a:lnTo>
                    <a:pt x="609655" y="1155700"/>
                  </a:lnTo>
                  <a:lnTo>
                    <a:pt x="617117" y="1155700"/>
                  </a:lnTo>
                  <a:lnTo>
                    <a:pt x="624179" y="1143000"/>
                  </a:lnTo>
                  <a:lnTo>
                    <a:pt x="1871286" y="1143000"/>
                  </a:lnTo>
                  <a:lnTo>
                    <a:pt x="1879105" y="1130300"/>
                  </a:lnTo>
                  <a:lnTo>
                    <a:pt x="1886062" y="1130300"/>
                  </a:lnTo>
                  <a:lnTo>
                    <a:pt x="1892727" y="1117600"/>
                  </a:lnTo>
                  <a:lnTo>
                    <a:pt x="1899110" y="1104900"/>
                  </a:lnTo>
                  <a:lnTo>
                    <a:pt x="1905219" y="1092200"/>
                  </a:lnTo>
                  <a:lnTo>
                    <a:pt x="4278741" y="1092200"/>
                  </a:lnTo>
                  <a:lnTo>
                    <a:pt x="4314219" y="1054100"/>
                  </a:lnTo>
                  <a:lnTo>
                    <a:pt x="4360299" y="1016000"/>
                  </a:lnTo>
                  <a:lnTo>
                    <a:pt x="4382572" y="990600"/>
                  </a:lnTo>
                  <a:lnTo>
                    <a:pt x="926505" y="990600"/>
                  </a:lnTo>
                  <a:lnTo>
                    <a:pt x="923793" y="977900"/>
                  </a:lnTo>
                  <a:lnTo>
                    <a:pt x="923217" y="965200"/>
                  </a:lnTo>
                  <a:lnTo>
                    <a:pt x="923647" y="952500"/>
                  </a:lnTo>
                  <a:lnTo>
                    <a:pt x="925769" y="876300"/>
                  </a:lnTo>
                  <a:lnTo>
                    <a:pt x="147901" y="876300"/>
                  </a:lnTo>
                  <a:lnTo>
                    <a:pt x="134082" y="863600"/>
                  </a:lnTo>
                  <a:close/>
                </a:path>
                <a:path w="4710430" h="1854200">
                  <a:moveTo>
                    <a:pt x="932149" y="1257300"/>
                  </a:moveTo>
                  <a:lnTo>
                    <a:pt x="775576" y="1257300"/>
                  </a:lnTo>
                  <a:lnTo>
                    <a:pt x="801137" y="1270000"/>
                  </a:lnTo>
                  <a:lnTo>
                    <a:pt x="916564" y="1270000"/>
                  </a:lnTo>
                  <a:lnTo>
                    <a:pt x="932149" y="1257300"/>
                  </a:lnTo>
                  <a:close/>
                </a:path>
                <a:path w="4710430" h="1854200">
                  <a:moveTo>
                    <a:pt x="1530696" y="1257300"/>
                  </a:moveTo>
                  <a:lnTo>
                    <a:pt x="1084050" y="1257300"/>
                  </a:lnTo>
                  <a:lnTo>
                    <a:pt x="1099282" y="1270000"/>
                  </a:lnTo>
                  <a:lnTo>
                    <a:pt x="1530257" y="1270000"/>
                  </a:lnTo>
                  <a:lnTo>
                    <a:pt x="1530696" y="1257300"/>
                  </a:lnTo>
                  <a:close/>
                </a:path>
                <a:path w="4710430" h="1854200">
                  <a:moveTo>
                    <a:pt x="1801716" y="1219200"/>
                  </a:moveTo>
                  <a:lnTo>
                    <a:pt x="1018607" y="1219200"/>
                  </a:lnTo>
                  <a:lnTo>
                    <a:pt x="1021016" y="1231900"/>
                  </a:lnTo>
                  <a:lnTo>
                    <a:pt x="1023508" y="1231900"/>
                  </a:lnTo>
                  <a:lnTo>
                    <a:pt x="1036525" y="1244600"/>
                  </a:lnTo>
                  <a:lnTo>
                    <a:pt x="1050991" y="1244600"/>
                  </a:lnTo>
                  <a:lnTo>
                    <a:pt x="1066851" y="1257300"/>
                  </a:lnTo>
                  <a:lnTo>
                    <a:pt x="1551299" y="1257300"/>
                  </a:lnTo>
                  <a:lnTo>
                    <a:pt x="1573158" y="1270000"/>
                  </a:lnTo>
                  <a:lnTo>
                    <a:pt x="1669810" y="1270000"/>
                  </a:lnTo>
                  <a:lnTo>
                    <a:pt x="1705094" y="1257300"/>
                  </a:lnTo>
                  <a:lnTo>
                    <a:pt x="1739004" y="1244600"/>
                  </a:lnTo>
                  <a:lnTo>
                    <a:pt x="1771422" y="1231900"/>
                  </a:lnTo>
                  <a:lnTo>
                    <a:pt x="1801716" y="1219200"/>
                  </a:lnTo>
                  <a:close/>
                </a:path>
                <a:path w="4710430" h="1854200">
                  <a:moveTo>
                    <a:pt x="4278741" y="1092200"/>
                  </a:moveTo>
                  <a:lnTo>
                    <a:pt x="1908256" y="1092200"/>
                  </a:lnTo>
                  <a:lnTo>
                    <a:pt x="1909910" y="1104900"/>
                  </a:lnTo>
                  <a:lnTo>
                    <a:pt x="1949485" y="1155700"/>
                  </a:lnTo>
                  <a:lnTo>
                    <a:pt x="1998640" y="1206500"/>
                  </a:lnTo>
                  <a:lnTo>
                    <a:pt x="2025874" y="1219200"/>
                  </a:lnTo>
                  <a:lnTo>
                    <a:pt x="2054734" y="1244600"/>
                  </a:lnTo>
                  <a:lnTo>
                    <a:pt x="2085120" y="1244600"/>
                  </a:lnTo>
                  <a:lnTo>
                    <a:pt x="2116930" y="1257300"/>
                  </a:lnTo>
                  <a:lnTo>
                    <a:pt x="2142787" y="1270000"/>
                  </a:lnTo>
                  <a:lnTo>
                    <a:pt x="2281895" y="1270000"/>
                  </a:lnTo>
                  <a:lnTo>
                    <a:pt x="2304839" y="1257300"/>
                  </a:lnTo>
                  <a:lnTo>
                    <a:pt x="2352090" y="1257300"/>
                  </a:lnTo>
                  <a:lnTo>
                    <a:pt x="2375219" y="1244600"/>
                  </a:lnTo>
                  <a:lnTo>
                    <a:pt x="2397254" y="1231900"/>
                  </a:lnTo>
                  <a:lnTo>
                    <a:pt x="2418114" y="1231900"/>
                  </a:lnTo>
                  <a:lnTo>
                    <a:pt x="2435906" y="1219200"/>
                  </a:lnTo>
                  <a:lnTo>
                    <a:pt x="2452403" y="1206500"/>
                  </a:lnTo>
                  <a:lnTo>
                    <a:pt x="2467582" y="1193800"/>
                  </a:lnTo>
                  <a:lnTo>
                    <a:pt x="2481421" y="1181100"/>
                  </a:lnTo>
                  <a:lnTo>
                    <a:pt x="4186157" y="1181100"/>
                  </a:lnTo>
                  <a:lnTo>
                    <a:pt x="4218701" y="1155700"/>
                  </a:lnTo>
                  <a:lnTo>
                    <a:pt x="4266916" y="1104900"/>
                  </a:lnTo>
                  <a:lnTo>
                    <a:pt x="4278741" y="1092200"/>
                  </a:lnTo>
                  <a:close/>
                </a:path>
                <a:path w="4710430" h="1854200">
                  <a:moveTo>
                    <a:pt x="1871286" y="1143000"/>
                  </a:moveTo>
                  <a:lnTo>
                    <a:pt x="624179" y="1143000"/>
                  </a:lnTo>
                  <a:lnTo>
                    <a:pt x="633834" y="1155700"/>
                  </a:lnTo>
                  <a:lnTo>
                    <a:pt x="644710" y="1181100"/>
                  </a:lnTo>
                  <a:lnTo>
                    <a:pt x="688281" y="1219200"/>
                  </a:lnTo>
                  <a:lnTo>
                    <a:pt x="729991" y="1244600"/>
                  </a:lnTo>
                  <a:lnTo>
                    <a:pt x="753327" y="1257300"/>
                  </a:lnTo>
                  <a:lnTo>
                    <a:pt x="948578" y="1257300"/>
                  </a:lnTo>
                  <a:lnTo>
                    <a:pt x="964780" y="1244600"/>
                  </a:lnTo>
                  <a:lnTo>
                    <a:pt x="980698" y="1244600"/>
                  </a:lnTo>
                  <a:lnTo>
                    <a:pt x="996273" y="1231900"/>
                  </a:lnTo>
                  <a:lnTo>
                    <a:pt x="1009969" y="1231900"/>
                  </a:lnTo>
                  <a:lnTo>
                    <a:pt x="1016304" y="1219200"/>
                  </a:lnTo>
                  <a:lnTo>
                    <a:pt x="1801716" y="1219200"/>
                  </a:lnTo>
                  <a:lnTo>
                    <a:pt x="1829822" y="1193800"/>
                  </a:lnTo>
                  <a:lnTo>
                    <a:pt x="1855649" y="1168400"/>
                  </a:lnTo>
                  <a:lnTo>
                    <a:pt x="1871286" y="1143000"/>
                  </a:lnTo>
                  <a:close/>
                </a:path>
                <a:path w="4710430" h="1854200">
                  <a:moveTo>
                    <a:pt x="1216098" y="469900"/>
                  </a:moveTo>
                  <a:lnTo>
                    <a:pt x="1041659" y="469900"/>
                  </a:lnTo>
                  <a:lnTo>
                    <a:pt x="1025696" y="482600"/>
                  </a:lnTo>
                  <a:lnTo>
                    <a:pt x="998946" y="520700"/>
                  </a:lnTo>
                  <a:lnTo>
                    <a:pt x="991520" y="571500"/>
                  </a:lnTo>
                  <a:lnTo>
                    <a:pt x="989874" y="622300"/>
                  </a:lnTo>
                  <a:lnTo>
                    <a:pt x="989003" y="673100"/>
                  </a:lnTo>
                  <a:lnTo>
                    <a:pt x="988492" y="698500"/>
                  </a:lnTo>
                  <a:lnTo>
                    <a:pt x="987767" y="736600"/>
                  </a:lnTo>
                  <a:lnTo>
                    <a:pt x="985921" y="774700"/>
                  </a:lnTo>
                  <a:lnTo>
                    <a:pt x="981914" y="825500"/>
                  </a:lnTo>
                  <a:lnTo>
                    <a:pt x="976049" y="876300"/>
                  </a:lnTo>
                  <a:lnTo>
                    <a:pt x="967926" y="914400"/>
                  </a:lnTo>
                  <a:lnTo>
                    <a:pt x="962965" y="939800"/>
                  </a:lnTo>
                  <a:lnTo>
                    <a:pt x="958462" y="952500"/>
                  </a:lnTo>
                  <a:lnTo>
                    <a:pt x="953385" y="965200"/>
                  </a:lnTo>
                  <a:lnTo>
                    <a:pt x="947753" y="977900"/>
                  </a:lnTo>
                  <a:lnTo>
                    <a:pt x="941583" y="990600"/>
                  </a:lnTo>
                  <a:lnTo>
                    <a:pt x="4382572" y="990600"/>
                  </a:lnTo>
                  <a:lnTo>
                    <a:pt x="4404845" y="965200"/>
                  </a:lnTo>
                  <a:lnTo>
                    <a:pt x="4447544" y="927100"/>
                  </a:lnTo>
                  <a:lnTo>
                    <a:pt x="4488086" y="889000"/>
                  </a:lnTo>
                  <a:lnTo>
                    <a:pt x="4526158" y="850900"/>
                  </a:lnTo>
                  <a:lnTo>
                    <a:pt x="4561450" y="812800"/>
                  </a:lnTo>
                  <a:lnTo>
                    <a:pt x="4593649" y="787400"/>
                  </a:lnTo>
                  <a:lnTo>
                    <a:pt x="4622445" y="762000"/>
                  </a:lnTo>
                  <a:lnTo>
                    <a:pt x="4647526" y="736600"/>
                  </a:lnTo>
                  <a:lnTo>
                    <a:pt x="4668580" y="711200"/>
                  </a:lnTo>
                  <a:lnTo>
                    <a:pt x="4705123" y="660400"/>
                  </a:lnTo>
                  <a:lnTo>
                    <a:pt x="1936768" y="660400"/>
                  </a:lnTo>
                  <a:lnTo>
                    <a:pt x="1925777" y="622300"/>
                  </a:lnTo>
                  <a:lnTo>
                    <a:pt x="1912812" y="596900"/>
                  </a:lnTo>
                  <a:lnTo>
                    <a:pt x="1897870" y="571500"/>
                  </a:lnTo>
                  <a:lnTo>
                    <a:pt x="1880947" y="546100"/>
                  </a:lnTo>
                  <a:lnTo>
                    <a:pt x="1848859" y="520700"/>
                  </a:lnTo>
                  <a:lnTo>
                    <a:pt x="1506236" y="520700"/>
                  </a:lnTo>
                  <a:lnTo>
                    <a:pt x="1503273" y="508000"/>
                  </a:lnTo>
                  <a:lnTo>
                    <a:pt x="1496886" y="508000"/>
                  </a:lnTo>
                  <a:lnTo>
                    <a:pt x="1471942" y="495300"/>
                  </a:lnTo>
                  <a:lnTo>
                    <a:pt x="1249783" y="495300"/>
                  </a:lnTo>
                  <a:lnTo>
                    <a:pt x="1239289" y="482600"/>
                  </a:lnTo>
                  <a:lnTo>
                    <a:pt x="1228058" y="482600"/>
                  </a:lnTo>
                  <a:lnTo>
                    <a:pt x="1216098" y="469900"/>
                  </a:lnTo>
                  <a:close/>
                </a:path>
                <a:path w="4710430" h="1854200">
                  <a:moveTo>
                    <a:pt x="476387" y="279400"/>
                  </a:moveTo>
                  <a:lnTo>
                    <a:pt x="345862" y="279400"/>
                  </a:lnTo>
                  <a:lnTo>
                    <a:pt x="313209" y="292100"/>
                  </a:lnTo>
                  <a:lnTo>
                    <a:pt x="280630" y="292100"/>
                  </a:lnTo>
                  <a:lnTo>
                    <a:pt x="214505" y="317500"/>
                  </a:lnTo>
                  <a:lnTo>
                    <a:pt x="155440" y="355600"/>
                  </a:lnTo>
                  <a:lnTo>
                    <a:pt x="103871" y="406400"/>
                  </a:lnTo>
                  <a:lnTo>
                    <a:pt x="62919" y="457200"/>
                  </a:lnTo>
                  <a:lnTo>
                    <a:pt x="46959" y="495300"/>
                  </a:lnTo>
                  <a:lnTo>
                    <a:pt x="35570" y="533400"/>
                  </a:lnTo>
                  <a:lnTo>
                    <a:pt x="28786" y="584200"/>
                  </a:lnTo>
                  <a:lnTo>
                    <a:pt x="26637" y="622300"/>
                  </a:lnTo>
                  <a:lnTo>
                    <a:pt x="28662" y="660400"/>
                  </a:lnTo>
                  <a:lnTo>
                    <a:pt x="34389" y="698500"/>
                  </a:lnTo>
                  <a:lnTo>
                    <a:pt x="43795" y="736600"/>
                  </a:lnTo>
                  <a:lnTo>
                    <a:pt x="72326" y="787400"/>
                  </a:lnTo>
                  <a:lnTo>
                    <a:pt x="109431" y="838200"/>
                  </a:lnTo>
                  <a:lnTo>
                    <a:pt x="130938" y="863600"/>
                  </a:lnTo>
                  <a:lnTo>
                    <a:pt x="145992" y="863600"/>
                  </a:lnTo>
                  <a:lnTo>
                    <a:pt x="153705" y="876300"/>
                  </a:lnTo>
                  <a:lnTo>
                    <a:pt x="925769" y="876300"/>
                  </a:lnTo>
                  <a:lnTo>
                    <a:pt x="926127" y="863600"/>
                  </a:lnTo>
                  <a:lnTo>
                    <a:pt x="930488" y="723900"/>
                  </a:lnTo>
                  <a:lnTo>
                    <a:pt x="932236" y="673100"/>
                  </a:lnTo>
                  <a:lnTo>
                    <a:pt x="933076" y="635000"/>
                  </a:lnTo>
                  <a:lnTo>
                    <a:pt x="933144" y="622300"/>
                  </a:lnTo>
                  <a:lnTo>
                    <a:pt x="932038" y="609600"/>
                  </a:lnTo>
                  <a:lnTo>
                    <a:pt x="929967" y="596900"/>
                  </a:lnTo>
                  <a:lnTo>
                    <a:pt x="926940" y="571500"/>
                  </a:lnTo>
                  <a:lnTo>
                    <a:pt x="907540" y="533400"/>
                  </a:lnTo>
                  <a:lnTo>
                    <a:pt x="870577" y="495300"/>
                  </a:lnTo>
                  <a:lnTo>
                    <a:pt x="855142" y="482600"/>
                  </a:lnTo>
                  <a:lnTo>
                    <a:pt x="838084" y="482600"/>
                  </a:lnTo>
                  <a:lnTo>
                    <a:pt x="819451" y="469900"/>
                  </a:lnTo>
                  <a:lnTo>
                    <a:pt x="690931" y="469900"/>
                  </a:lnTo>
                  <a:lnTo>
                    <a:pt x="680986" y="431800"/>
                  </a:lnTo>
                  <a:lnTo>
                    <a:pt x="665737" y="393700"/>
                  </a:lnTo>
                  <a:lnTo>
                    <a:pt x="645295" y="368300"/>
                  </a:lnTo>
                  <a:lnTo>
                    <a:pt x="619771" y="342900"/>
                  </a:lnTo>
                  <a:lnTo>
                    <a:pt x="579860" y="317500"/>
                  </a:lnTo>
                  <a:lnTo>
                    <a:pt x="532006" y="292100"/>
                  </a:lnTo>
                  <a:lnTo>
                    <a:pt x="476387" y="279400"/>
                  </a:lnTo>
                  <a:close/>
                </a:path>
                <a:path w="4710430" h="1854200">
                  <a:moveTo>
                    <a:pt x="4104011" y="0"/>
                  </a:moveTo>
                  <a:lnTo>
                    <a:pt x="4052651" y="0"/>
                  </a:lnTo>
                  <a:lnTo>
                    <a:pt x="2721990" y="88900"/>
                  </a:lnTo>
                  <a:lnTo>
                    <a:pt x="2687639" y="88900"/>
                  </a:lnTo>
                  <a:lnTo>
                    <a:pt x="2661274" y="101600"/>
                  </a:lnTo>
                  <a:lnTo>
                    <a:pt x="2644373" y="114300"/>
                  </a:lnTo>
                  <a:lnTo>
                    <a:pt x="2638411" y="127000"/>
                  </a:lnTo>
                  <a:lnTo>
                    <a:pt x="2271847" y="469900"/>
                  </a:lnTo>
                  <a:lnTo>
                    <a:pt x="2189043" y="469900"/>
                  </a:lnTo>
                  <a:lnTo>
                    <a:pt x="2151837" y="482600"/>
                  </a:lnTo>
                  <a:lnTo>
                    <a:pt x="2086119" y="508000"/>
                  </a:lnTo>
                  <a:lnTo>
                    <a:pt x="2030038" y="546100"/>
                  </a:lnTo>
                  <a:lnTo>
                    <a:pt x="2005656" y="571500"/>
                  </a:lnTo>
                  <a:lnTo>
                    <a:pt x="1985630" y="584200"/>
                  </a:lnTo>
                  <a:lnTo>
                    <a:pt x="1967450" y="609600"/>
                  </a:lnTo>
                  <a:lnTo>
                    <a:pt x="1951151" y="635000"/>
                  </a:lnTo>
                  <a:lnTo>
                    <a:pt x="1936768" y="660400"/>
                  </a:lnTo>
                  <a:lnTo>
                    <a:pt x="4705123" y="660400"/>
                  </a:lnTo>
                  <a:lnTo>
                    <a:pt x="4710086" y="609600"/>
                  </a:lnTo>
                  <a:lnTo>
                    <a:pt x="4695511" y="571500"/>
                  </a:lnTo>
                  <a:lnTo>
                    <a:pt x="4673438" y="546100"/>
                  </a:lnTo>
                  <a:lnTo>
                    <a:pt x="4663552" y="533400"/>
                  </a:lnTo>
                  <a:lnTo>
                    <a:pt x="4644856" y="520700"/>
                  </a:lnTo>
                  <a:lnTo>
                    <a:pt x="4618553" y="495300"/>
                  </a:lnTo>
                  <a:lnTo>
                    <a:pt x="4585846" y="457200"/>
                  </a:lnTo>
                  <a:lnTo>
                    <a:pt x="4547938" y="419100"/>
                  </a:lnTo>
                  <a:lnTo>
                    <a:pt x="4506032" y="381000"/>
                  </a:lnTo>
                  <a:lnTo>
                    <a:pt x="4461332" y="330200"/>
                  </a:lnTo>
                  <a:lnTo>
                    <a:pt x="4415041" y="292100"/>
                  </a:lnTo>
                  <a:lnTo>
                    <a:pt x="4368361" y="241300"/>
                  </a:lnTo>
                  <a:lnTo>
                    <a:pt x="4278648" y="152400"/>
                  </a:lnTo>
                  <a:lnTo>
                    <a:pt x="4171244" y="38100"/>
                  </a:lnTo>
                  <a:lnTo>
                    <a:pt x="4150755" y="25400"/>
                  </a:lnTo>
                  <a:lnTo>
                    <a:pt x="4104011" y="0"/>
                  </a:lnTo>
                  <a:close/>
                </a:path>
                <a:path w="4710430" h="1854200">
                  <a:moveTo>
                    <a:pt x="1725167" y="469900"/>
                  </a:moveTo>
                  <a:lnTo>
                    <a:pt x="1621657" y="469900"/>
                  </a:lnTo>
                  <a:lnTo>
                    <a:pt x="1585894" y="482600"/>
                  </a:lnTo>
                  <a:lnTo>
                    <a:pt x="1553091" y="495300"/>
                  </a:lnTo>
                  <a:lnTo>
                    <a:pt x="1523367" y="508000"/>
                  </a:lnTo>
                  <a:lnTo>
                    <a:pt x="1511765" y="508000"/>
                  </a:lnTo>
                  <a:lnTo>
                    <a:pt x="1506236" y="520700"/>
                  </a:lnTo>
                  <a:lnTo>
                    <a:pt x="1848859" y="520700"/>
                  </a:lnTo>
                  <a:lnTo>
                    <a:pt x="1812138" y="495300"/>
                  </a:lnTo>
                  <a:lnTo>
                    <a:pt x="1770877" y="482600"/>
                  </a:lnTo>
                  <a:lnTo>
                    <a:pt x="1725167" y="469900"/>
                  </a:lnTo>
                  <a:close/>
                </a:path>
                <a:path w="4710430" h="1854200">
                  <a:moveTo>
                    <a:pt x="1409125" y="469900"/>
                  </a:moveTo>
                  <a:lnTo>
                    <a:pt x="1285100" y="469900"/>
                  </a:lnTo>
                  <a:lnTo>
                    <a:pt x="1267159" y="482600"/>
                  </a:lnTo>
                  <a:lnTo>
                    <a:pt x="1249783" y="495300"/>
                  </a:lnTo>
                  <a:lnTo>
                    <a:pt x="1471942" y="495300"/>
                  </a:lnTo>
                  <a:lnTo>
                    <a:pt x="1442653" y="482600"/>
                  </a:lnTo>
                  <a:lnTo>
                    <a:pt x="1409125" y="4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42A036C-6EB6-5CF2-3C20-5A8BDDEE2B09}"/>
                </a:ext>
              </a:extLst>
            </p:cNvPr>
            <p:cNvSpPr/>
            <p:nvPr/>
          </p:nvSpPr>
          <p:spPr>
            <a:xfrm>
              <a:off x="16675847" y="9046691"/>
              <a:ext cx="2308225" cy="1785620"/>
            </a:xfrm>
            <a:custGeom>
              <a:avLst/>
              <a:gdLst/>
              <a:ahLst/>
              <a:cxnLst/>
              <a:rect l="l" t="t" r="r" b="b"/>
              <a:pathLst>
                <a:path w="2308225" h="1785620">
                  <a:moveTo>
                    <a:pt x="415704" y="1205827"/>
                  </a:moveTo>
                  <a:lnTo>
                    <a:pt x="389925" y="1226172"/>
                  </a:lnTo>
                  <a:lnTo>
                    <a:pt x="1019923" y="1752364"/>
                  </a:lnTo>
                  <a:lnTo>
                    <a:pt x="1025675" y="1757391"/>
                  </a:lnTo>
                  <a:lnTo>
                    <a:pt x="1067442" y="1781498"/>
                  </a:lnTo>
                  <a:lnTo>
                    <a:pt x="1114276" y="1785047"/>
                  </a:lnTo>
                  <a:lnTo>
                    <a:pt x="1156988" y="1772007"/>
                  </a:lnTo>
                  <a:lnTo>
                    <a:pt x="1186393" y="1746344"/>
                  </a:lnTo>
                  <a:lnTo>
                    <a:pt x="1192784" y="1739301"/>
                  </a:lnTo>
                  <a:lnTo>
                    <a:pt x="1204302" y="1727290"/>
                  </a:lnTo>
                  <a:lnTo>
                    <a:pt x="1210569" y="1720891"/>
                  </a:lnTo>
                  <a:lnTo>
                    <a:pt x="1089096" y="1720891"/>
                  </a:lnTo>
                  <a:lnTo>
                    <a:pt x="1040236" y="1713010"/>
                  </a:lnTo>
                  <a:lnTo>
                    <a:pt x="998189" y="1688440"/>
                  </a:lnTo>
                  <a:lnTo>
                    <a:pt x="989163" y="1680821"/>
                  </a:lnTo>
                  <a:lnTo>
                    <a:pt x="415704" y="1205827"/>
                  </a:lnTo>
                  <a:close/>
                </a:path>
                <a:path w="2308225" h="1785620">
                  <a:moveTo>
                    <a:pt x="1792416" y="41914"/>
                  </a:moveTo>
                  <a:lnTo>
                    <a:pt x="1673657" y="41914"/>
                  </a:lnTo>
                  <a:lnTo>
                    <a:pt x="1699363" y="44070"/>
                  </a:lnTo>
                  <a:lnTo>
                    <a:pt x="1718505" y="56968"/>
                  </a:lnTo>
                  <a:lnTo>
                    <a:pt x="1741433" y="84081"/>
                  </a:lnTo>
                  <a:lnTo>
                    <a:pt x="2177746" y="505175"/>
                  </a:lnTo>
                  <a:lnTo>
                    <a:pt x="2197369" y="523597"/>
                  </a:lnTo>
                  <a:lnTo>
                    <a:pt x="2207608" y="532811"/>
                  </a:lnTo>
                  <a:lnTo>
                    <a:pt x="2228075" y="557314"/>
                  </a:lnTo>
                  <a:lnTo>
                    <a:pt x="2241499" y="594307"/>
                  </a:lnTo>
                  <a:lnTo>
                    <a:pt x="2236722" y="638148"/>
                  </a:lnTo>
                  <a:lnTo>
                    <a:pt x="2236677" y="638559"/>
                  </a:lnTo>
                  <a:lnTo>
                    <a:pt x="2202404" y="684837"/>
                  </a:lnTo>
                  <a:lnTo>
                    <a:pt x="2183045" y="702795"/>
                  </a:lnTo>
                  <a:lnTo>
                    <a:pt x="2104560" y="776840"/>
                  </a:lnTo>
                  <a:lnTo>
                    <a:pt x="1837502" y="1033064"/>
                  </a:lnTo>
                  <a:lnTo>
                    <a:pt x="1212875" y="1641757"/>
                  </a:lnTo>
                  <a:lnTo>
                    <a:pt x="1179050" y="1675689"/>
                  </a:lnTo>
                  <a:lnTo>
                    <a:pt x="1164163" y="1691278"/>
                  </a:lnTo>
                  <a:lnTo>
                    <a:pt x="1133996" y="1713256"/>
                  </a:lnTo>
                  <a:lnTo>
                    <a:pt x="1089096" y="1720891"/>
                  </a:lnTo>
                  <a:lnTo>
                    <a:pt x="1210569" y="1720891"/>
                  </a:lnTo>
                  <a:lnTo>
                    <a:pt x="1220617" y="1710634"/>
                  </a:lnTo>
                  <a:lnTo>
                    <a:pt x="2045586" y="898964"/>
                  </a:lnTo>
                  <a:lnTo>
                    <a:pt x="2246422" y="704212"/>
                  </a:lnTo>
                  <a:lnTo>
                    <a:pt x="2267396" y="684104"/>
                  </a:lnTo>
                  <a:lnTo>
                    <a:pt x="2301235" y="638148"/>
                  </a:lnTo>
                  <a:lnTo>
                    <a:pt x="2307979" y="594307"/>
                  </a:lnTo>
                  <a:lnTo>
                    <a:pt x="2308080" y="593653"/>
                  </a:lnTo>
                  <a:lnTo>
                    <a:pt x="2297268" y="555168"/>
                  </a:lnTo>
                  <a:lnTo>
                    <a:pt x="2278140" y="527240"/>
                  </a:lnTo>
                  <a:lnTo>
                    <a:pt x="2276119" y="525125"/>
                  </a:lnTo>
                  <a:lnTo>
                    <a:pt x="2274182" y="523282"/>
                  </a:lnTo>
                  <a:lnTo>
                    <a:pt x="2272307" y="521690"/>
                  </a:lnTo>
                  <a:lnTo>
                    <a:pt x="2261741" y="511811"/>
                  </a:lnTo>
                  <a:lnTo>
                    <a:pt x="2241488" y="492061"/>
                  </a:lnTo>
                  <a:lnTo>
                    <a:pt x="1792416" y="41914"/>
                  </a:lnTo>
                  <a:close/>
                </a:path>
                <a:path w="2308225" h="1785620">
                  <a:moveTo>
                    <a:pt x="1702496" y="0"/>
                  </a:moveTo>
                  <a:lnTo>
                    <a:pt x="1684702" y="0"/>
                  </a:lnTo>
                  <a:lnTo>
                    <a:pt x="1679268" y="397"/>
                  </a:lnTo>
                  <a:lnTo>
                    <a:pt x="1677404" y="649"/>
                  </a:lnTo>
                  <a:lnTo>
                    <a:pt x="400427" y="83180"/>
                  </a:lnTo>
                  <a:lnTo>
                    <a:pt x="342133" y="100618"/>
                  </a:lnTo>
                  <a:lnTo>
                    <a:pt x="0" y="434761"/>
                  </a:lnTo>
                  <a:lnTo>
                    <a:pt x="7319" y="435756"/>
                  </a:lnTo>
                  <a:lnTo>
                    <a:pt x="14449" y="436939"/>
                  </a:lnTo>
                  <a:lnTo>
                    <a:pt x="21371" y="438321"/>
                  </a:lnTo>
                  <a:lnTo>
                    <a:pt x="312199" y="158937"/>
                  </a:lnTo>
                  <a:lnTo>
                    <a:pt x="330847" y="142944"/>
                  </a:lnTo>
                  <a:lnTo>
                    <a:pt x="345193" y="134417"/>
                  </a:lnTo>
                  <a:lnTo>
                    <a:pt x="362555" y="130480"/>
                  </a:lnTo>
                  <a:lnTo>
                    <a:pt x="390249" y="128257"/>
                  </a:lnTo>
                  <a:lnTo>
                    <a:pt x="1631039" y="47024"/>
                  </a:lnTo>
                  <a:lnTo>
                    <a:pt x="1673657" y="41914"/>
                  </a:lnTo>
                  <a:lnTo>
                    <a:pt x="1792416" y="41914"/>
                  </a:lnTo>
                  <a:lnTo>
                    <a:pt x="1791139" y="40627"/>
                  </a:lnTo>
                  <a:lnTo>
                    <a:pt x="1770320" y="20888"/>
                  </a:lnTo>
                  <a:lnTo>
                    <a:pt x="1746745" y="8679"/>
                  </a:lnTo>
                  <a:lnTo>
                    <a:pt x="1723064" y="2270"/>
                  </a:lnTo>
                  <a:lnTo>
                    <a:pt x="1702496" y="0"/>
                  </a:lnTo>
                  <a:close/>
                </a:path>
              </a:pathLst>
            </a:custGeom>
            <a:solidFill>
              <a:srgbClr val="EE00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208C459-F431-8BD8-D725-DFBE84FC2933}"/>
                </a:ext>
              </a:extLst>
            </p:cNvPr>
            <p:cNvSpPr/>
            <p:nvPr/>
          </p:nvSpPr>
          <p:spPr>
            <a:xfrm>
              <a:off x="15554121" y="9539509"/>
              <a:ext cx="1543685" cy="648335"/>
            </a:xfrm>
            <a:custGeom>
              <a:avLst/>
              <a:gdLst/>
              <a:ahLst/>
              <a:cxnLst/>
              <a:rect l="l" t="t" r="r" b="b"/>
              <a:pathLst>
                <a:path w="1543684" h="648334">
                  <a:moveTo>
                    <a:pt x="25" y="0"/>
                  </a:moveTo>
                  <a:close/>
                </a:path>
                <a:path w="1543684" h="648334">
                  <a:moveTo>
                    <a:pt x="1305636" y="5588"/>
                  </a:moveTo>
                  <a:close/>
                </a:path>
                <a:path w="1543684" h="648334">
                  <a:moveTo>
                    <a:pt x="1543608" y="647827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96D79E9-D4BD-5C7D-7B2D-C9FC5AAFDDF6}"/>
                </a:ext>
              </a:extLst>
            </p:cNvPr>
            <p:cNvSpPr/>
            <p:nvPr/>
          </p:nvSpPr>
          <p:spPr>
            <a:xfrm>
              <a:off x="17678469" y="9424896"/>
              <a:ext cx="276860" cy="68580"/>
            </a:xfrm>
            <a:custGeom>
              <a:avLst/>
              <a:gdLst/>
              <a:ahLst/>
              <a:cxnLst/>
              <a:rect l="l" t="t" r="r" b="b"/>
              <a:pathLst>
                <a:path w="276859" h="68579">
                  <a:moveTo>
                    <a:pt x="181419" y="0"/>
                  </a:moveTo>
                  <a:lnTo>
                    <a:pt x="169218" y="77"/>
                  </a:lnTo>
                  <a:lnTo>
                    <a:pt x="156913" y="753"/>
                  </a:lnTo>
                  <a:lnTo>
                    <a:pt x="144623" y="1945"/>
                  </a:lnTo>
                  <a:lnTo>
                    <a:pt x="0" y="19044"/>
                  </a:lnTo>
                  <a:lnTo>
                    <a:pt x="14418" y="55650"/>
                  </a:lnTo>
                  <a:lnTo>
                    <a:pt x="159021" y="38593"/>
                  </a:lnTo>
                  <a:lnTo>
                    <a:pt x="171316" y="37377"/>
                  </a:lnTo>
                  <a:lnTo>
                    <a:pt x="183623" y="36687"/>
                  </a:lnTo>
                  <a:lnTo>
                    <a:pt x="195831" y="36602"/>
                  </a:lnTo>
                  <a:lnTo>
                    <a:pt x="207826" y="37200"/>
                  </a:lnTo>
                  <a:lnTo>
                    <a:pt x="228232" y="40236"/>
                  </a:lnTo>
                  <a:lnTo>
                    <a:pt x="246870" y="46193"/>
                  </a:lnTo>
                  <a:lnTo>
                    <a:pt x="263104" y="55478"/>
                  </a:lnTo>
                  <a:lnTo>
                    <a:pt x="276295" y="68498"/>
                  </a:lnTo>
                  <a:lnTo>
                    <a:pt x="275237" y="60351"/>
                  </a:lnTo>
                  <a:lnTo>
                    <a:pt x="255719" y="24593"/>
                  </a:lnTo>
                  <a:lnTo>
                    <a:pt x="214558" y="3746"/>
                  </a:lnTo>
                  <a:lnTo>
                    <a:pt x="193397" y="604"/>
                  </a:lnTo>
                  <a:lnTo>
                    <a:pt x="181419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1EF3C2BE-8919-7031-D119-7221E28BDDF6}"/>
                </a:ext>
              </a:extLst>
            </p:cNvPr>
            <p:cNvSpPr/>
            <p:nvPr/>
          </p:nvSpPr>
          <p:spPr>
            <a:xfrm>
              <a:off x="17666431" y="9443936"/>
              <a:ext cx="26670" cy="224154"/>
            </a:xfrm>
            <a:custGeom>
              <a:avLst/>
              <a:gdLst/>
              <a:ahLst/>
              <a:cxnLst/>
              <a:rect l="l" t="t" r="r" b="b"/>
              <a:pathLst>
                <a:path w="26669" h="224154">
                  <a:moveTo>
                    <a:pt x="12041" y="0"/>
                  </a:moveTo>
                  <a:lnTo>
                    <a:pt x="0" y="224118"/>
                  </a:lnTo>
                  <a:lnTo>
                    <a:pt x="16460" y="222223"/>
                  </a:lnTo>
                  <a:lnTo>
                    <a:pt x="26459" y="36606"/>
                  </a:lnTo>
                  <a:lnTo>
                    <a:pt x="12041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EA668EDD-C47D-F9A6-8E9C-B2A561E2756A}"/>
                </a:ext>
              </a:extLst>
            </p:cNvPr>
            <p:cNvSpPr/>
            <p:nvPr/>
          </p:nvSpPr>
          <p:spPr>
            <a:xfrm>
              <a:off x="17656468" y="9365913"/>
              <a:ext cx="570865" cy="541020"/>
            </a:xfrm>
            <a:custGeom>
              <a:avLst/>
              <a:gdLst/>
              <a:ahLst/>
              <a:cxnLst/>
              <a:rect l="l" t="t" r="r" b="b"/>
              <a:pathLst>
                <a:path w="570865" h="541020">
                  <a:moveTo>
                    <a:pt x="312191" y="540499"/>
                  </a:moveTo>
                  <a:lnTo>
                    <a:pt x="297840" y="503440"/>
                  </a:lnTo>
                  <a:lnTo>
                    <a:pt x="268122" y="478726"/>
                  </a:lnTo>
                  <a:lnTo>
                    <a:pt x="227825" y="467194"/>
                  </a:lnTo>
                  <a:lnTo>
                    <a:pt x="207073" y="465683"/>
                  </a:lnTo>
                  <a:lnTo>
                    <a:pt x="194589" y="465721"/>
                  </a:lnTo>
                  <a:lnTo>
                    <a:pt x="182003" y="466369"/>
                  </a:lnTo>
                  <a:lnTo>
                    <a:pt x="169430" y="467563"/>
                  </a:lnTo>
                  <a:lnTo>
                    <a:pt x="0" y="486968"/>
                  </a:lnTo>
                  <a:lnTo>
                    <a:pt x="14389" y="523570"/>
                  </a:lnTo>
                  <a:lnTo>
                    <a:pt x="183845" y="504177"/>
                  </a:lnTo>
                  <a:lnTo>
                    <a:pt x="196405" y="502970"/>
                  </a:lnTo>
                  <a:lnTo>
                    <a:pt x="208978" y="502323"/>
                  </a:lnTo>
                  <a:lnTo>
                    <a:pt x="221462" y="502285"/>
                  </a:lnTo>
                  <a:lnTo>
                    <a:pt x="233756" y="502920"/>
                  </a:lnTo>
                  <a:lnTo>
                    <a:pt x="257263" y="506514"/>
                  </a:lnTo>
                  <a:lnTo>
                    <a:pt x="278714" y="513638"/>
                  </a:lnTo>
                  <a:lnTo>
                    <a:pt x="297281" y="524802"/>
                  </a:lnTo>
                  <a:lnTo>
                    <a:pt x="312191" y="540499"/>
                  </a:lnTo>
                  <a:close/>
                </a:path>
                <a:path w="570865" h="541020">
                  <a:moveTo>
                    <a:pt x="570407" y="139954"/>
                  </a:moveTo>
                  <a:lnTo>
                    <a:pt x="565797" y="84632"/>
                  </a:lnTo>
                  <a:lnTo>
                    <a:pt x="554355" y="41122"/>
                  </a:lnTo>
                  <a:lnTo>
                    <a:pt x="538670" y="0"/>
                  </a:lnTo>
                  <a:lnTo>
                    <a:pt x="538873" y="952"/>
                  </a:lnTo>
                  <a:lnTo>
                    <a:pt x="539216" y="1905"/>
                  </a:lnTo>
                  <a:lnTo>
                    <a:pt x="540829" y="6134"/>
                  </a:lnTo>
                  <a:lnTo>
                    <a:pt x="542175" y="10642"/>
                  </a:lnTo>
                  <a:lnTo>
                    <a:pt x="544626" y="18656"/>
                  </a:lnTo>
                  <a:lnTo>
                    <a:pt x="545795" y="22123"/>
                  </a:lnTo>
                  <a:lnTo>
                    <a:pt x="547814" y="30035"/>
                  </a:lnTo>
                  <a:lnTo>
                    <a:pt x="548665" y="34645"/>
                  </a:lnTo>
                  <a:lnTo>
                    <a:pt x="550329" y="43091"/>
                  </a:lnTo>
                  <a:lnTo>
                    <a:pt x="551180" y="46901"/>
                  </a:lnTo>
                  <a:lnTo>
                    <a:pt x="551751" y="50800"/>
                  </a:lnTo>
                  <a:lnTo>
                    <a:pt x="552462" y="55270"/>
                  </a:lnTo>
                  <a:lnTo>
                    <a:pt x="553872" y="69075"/>
                  </a:lnTo>
                  <a:lnTo>
                    <a:pt x="554342" y="73406"/>
                  </a:lnTo>
                  <a:lnTo>
                    <a:pt x="554901" y="81876"/>
                  </a:lnTo>
                  <a:lnTo>
                    <a:pt x="555218" y="90360"/>
                  </a:lnTo>
                  <a:lnTo>
                    <a:pt x="555294" y="93052"/>
                  </a:lnTo>
                  <a:lnTo>
                    <a:pt x="555536" y="95732"/>
                  </a:lnTo>
                  <a:lnTo>
                    <a:pt x="554863" y="139954"/>
                  </a:lnTo>
                  <a:lnTo>
                    <a:pt x="552881" y="163220"/>
                  </a:lnTo>
                  <a:lnTo>
                    <a:pt x="552818" y="163766"/>
                  </a:lnTo>
                  <a:lnTo>
                    <a:pt x="540118" y="216230"/>
                  </a:lnTo>
                  <a:lnTo>
                    <a:pt x="516636" y="261251"/>
                  </a:lnTo>
                  <a:lnTo>
                    <a:pt x="483831" y="299415"/>
                  </a:lnTo>
                  <a:lnTo>
                    <a:pt x="443230" y="331190"/>
                  </a:lnTo>
                  <a:lnTo>
                    <a:pt x="429348" y="339801"/>
                  </a:lnTo>
                  <a:lnTo>
                    <a:pt x="440601" y="343255"/>
                  </a:lnTo>
                  <a:lnTo>
                    <a:pt x="451789" y="347091"/>
                  </a:lnTo>
                  <a:lnTo>
                    <a:pt x="462889" y="351345"/>
                  </a:lnTo>
                  <a:lnTo>
                    <a:pt x="473849" y="356057"/>
                  </a:lnTo>
                  <a:lnTo>
                    <a:pt x="489369" y="343585"/>
                  </a:lnTo>
                  <a:lnTo>
                    <a:pt x="517461" y="315493"/>
                  </a:lnTo>
                  <a:lnTo>
                    <a:pt x="544271" y="275767"/>
                  </a:lnTo>
                  <a:lnTo>
                    <a:pt x="563346" y="223240"/>
                  </a:lnTo>
                  <a:lnTo>
                    <a:pt x="569887" y="167932"/>
                  </a:lnTo>
                  <a:lnTo>
                    <a:pt x="570407" y="140169"/>
                  </a:lnTo>
                  <a:lnTo>
                    <a:pt x="570407" y="13995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DCCE577D-D92E-3941-E698-863A5536B48D}"/>
                </a:ext>
              </a:extLst>
            </p:cNvPr>
            <p:cNvSpPr/>
            <p:nvPr/>
          </p:nvSpPr>
          <p:spPr>
            <a:xfrm>
              <a:off x="17641349" y="9852879"/>
              <a:ext cx="29845" cy="260350"/>
            </a:xfrm>
            <a:custGeom>
              <a:avLst/>
              <a:gdLst/>
              <a:ahLst/>
              <a:cxnLst/>
              <a:rect l="l" t="t" r="r" b="b"/>
              <a:pathLst>
                <a:path w="29844" h="260350">
                  <a:moveTo>
                    <a:pt x="15119" y="0"/>
                  </a:moveTo>
                  <a:lnTo>
                    <a:pt x="0" y="260159"/>
                  </a:lnTo>
                  <a:lnTo>
                    <a:pt x="16575" y="258986"/>
                  </a:lnTo>
                  <a:lnTo>
                    <a:pt x="29506" y="36595"/>
                  </a:lnTo>
                  <a:lnTo>
                    <a:pt x="15119" y="0"/>
                  </a:lnTo>
                  <a:close/>
                </a:path>
              </a:pathLst>
            </a:custGeom>
            <a:solidFill>
              <a:srgbClr val="15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F7FD57CB-58E6-996C-0688-DF519AF69797}"/>
                </a:ext>
              </a:extLst>
            </p:cNvPr>
            <p:cNvSpPr/>
            <p:nvPr/>
          </p:nvSpPr>
          <p:spPr>
            <a:xfrm>
              <a:off x="17896340" y="9429476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69" h="634">
                  <a:moveTo>
                    <a:pt x="0" y="0"/>
                  </a:moveTo>
                  <a:lnTo>
                    <a:pt x="513" y="125"/>
                  </a:lnTo>
                  <a:lnTo>
                    <a:pt x="764" y="178"/>
                  </a:lnTo>
                  <a:lnTo>
                    <a:pt x="251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E617D599-DE74-EAD0-5DF7-C18501DA8E5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3247" y="9426864"/>
              <a:ext cx="13850" cy="2786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DB627DE-0134-91F9-D867-D46A4718AC4C}"/>
                </a:ext>
              </a:extLst>
            </p:cNvPr>
            <p:cNvSpPr/>
            <p:nvPr/>
          </p:nvSpPr>
          <p:spPr>
            <a:xfrm>
              <a:off x="17907299" y="9432980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1664" y="628"/>
                  </a:lnTo>
                  <a:lnTo>
                    <a:pt x="2492" y="963"/>
                  </a:lnTo>
                  <a:lnTo>
                    <a:pt x="827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05A0769A-4BD7-44AE-598D-7BFD222523F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7297" y="9432980"/>
              <a:ext cx="2492" cy="963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1330C570-9704-D7B5-D4D9-A8E595DBFC19}"/>
                </a:ext>
              </a:extLst>
            </p:cNvPr>
            <p:cNvSpPr/>
            <p:nvPr/>
          </p:nvSpPr>
          <p:spPr>
            <a:xfrm>
              <a:off x="17951704" y="9367805"/>
              <a:ext cx="258445" cy="135890"/>
            </a:xfrm>
            <a:custGeom>
              <a:avLst/>
              <a:gdLst/>
              <a:ahLst/>
              <a:cxnLst/>
              <a:rect l="l" t="t" r="r" b="b"/>
              <a:pathLst>
                <a:path w="258444" h="135890">
                  <a:moveTo>
                    <a:pt x="9956" y="135610"/>
                  </a:moveTo>
                  <a:lnTo>
                    <a:pt x="0" y="110337"/>
                  </a:lnTo>
                  <a:lnTo>
                    <a:pt x="2006" y="117462"/>
                  </a:lnTo>
                  <a:lnTo>
                    <a:pt x="3060" y="125590"/>
                  </a:lnTo>
                  <a:lnTo>
                    <a:pt x="6705" y="130390"/>
                  </a:lnTo>
                  <a:lnTo>
                    <a:pt x="9956" y="135610"/>
                  </a:lnTo>
                  <a:close/>
                </a:path>
                <a:path w="258444" h="135890">
                  <a:moveTo>
                    <a:pt x="246837" y="8458"/>
                  </a:moveTo>
                  <a:lnTo>
                    <a:pt x="245643" y="4356"/>
                  </a:lnTo>
                  <a:lnTo>
                    <a:pt x="243979" y="0"/>
                  </a:lnTo>
                  <a:lnTo>
                    <a:pt x="245579" y="4241"/>
                  </a:lnTo>
                  <a:lnTo>
                    <a:pt x="246837" y="8458"/>
                  </a:lnTo>
                  <a:close/>
                </a:path>
                <a:path w="258444" h="135890">
                  <a:moveTo>
                    <a:pt x="257225" y="53517"/>
                  </a:moveTo>
                  <a:lnTo>
                    <a:pt x="257213" y="53390"/>
                  </a:lnTo>
                  <a:lnTo>
                    <a:pt x="256514" y="48907"/>
                  </a:lnTo>
                  <a:lnTo>
                    <a:pt x="257225" y="53517"/>
                  </a:lnTo>
                  <a:close/>
                </a:path>
                <a:path w="258444" h="135890">
                  <a:moveTo>
                    <a:pt x="258178" y="62839"/>
                  </a:moveTo>
                  <a:lnTo>
                    <a:pt x="257225" y="53517"/>
                  </a:lnTo>
                  <a:lnTo>
                    <a:pt x="257683" y="58178"/>
                  </a:lnTo>
                  <a:lnTo>
                    <a:pt x="258178" y="62839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6FD3129D-9394-3395-38DA-D94AC97B0C1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85744" y="9529775"/>
              <a:ext cx="123523" cy="212533"/>
            </a:xfrm>
            <a:prstGeom prst="rect">
              <a:avLst/>
            </a:prstGeom>
          </p:spPr>
        </p:pic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269D2C37-DD64-93B6-65C2-312F124C3BF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085826" y="9698542"/>
              <a:ext cx="11664" cy="7172"/>
            </a:xfrm>
            <a:prstGeom prst="rect">
              <a:avLst/>
            </a:prstGeom>
          </p:spPr>
        </p:pic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A1308229-8485-FC6A-CAE2-8123722F9548}"/>
                </a:ext>
              </a:extLst>
            </p:cNvPr>
            <p:cNvSpPr/>
            <p:nvPr/>
          </p:nvSpPr>
          <p:spPr>
            <a:xfrm>
              <a:off x="17962767" y="9885114"/>
              <a:ext cx="12700" cy="31750"/>
            </a:xfrm>
            <a:custGeom>
              <a:avLst/>
              <a:gdLst/>
              <a:ahLst/>
              <a:cxnLst/>
              <a:rect l="l" t="t" r="r" b="b"/>
              <a:pathLst>
                <a:path w="12700" h="31750">
                  <a:moveTo>
                    <a:pt x="2425" y="5702"/>
                  </a:moveTo>
                  <a:lnTo>
                    <a:pt x="355" y="469"/>
                  </a:lnTo>
                  <a:lnTo>
                    <a:pt x="0" y="0"/>
                  </a:lnTo>
                  <a:lnTo>
                    <a:pt x="2425" y="5702"/>
                  </a:lnTo>
                  <a:close/>
                </a:path>
                <a:path w="12700" h="31750">
                  <a:moveTo>
                    <a:pt x="12573" y="31534"/>
                  </a:moveTo>
                  <a:lnTo>
                    <a:pt x="2552" y="6019"/>
                  </a:lnTo>
                  <a:lnTo>
                    <a:pt x="4610" y="13220"/>
                  </a:lnTo>
                  <a:lnTo>
                    <a:pt x="5892" y="21297"/>
                  </a:lnTo>
                  <a:lnTo>
                    <a:pt x="9398" y="26238"/>
                  </a:lnTo>
                  <a:lnTo>
                    <a:pt x="12573" y="31534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FAEE24BC-063A-45DA-8070-D9DFFC4399E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55369" y="9237079"/>
              <a:ext cx="1403148" cy="1133829"/>
            </a:xfrm>
            <a:prstGeom prst="rect">
              <a:avLst/>
            </a:prstGeom>
          </p:spPr>
        </p:pic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EE561F77-D29B-52DC-0D1B-F0CF5BAFA2BC}"/>
                </a:ext>
              </a:extLst>
            </p:cNvPr>
            <p:cNvSpPr/>
            <p:nvPr/>
          </p:nvSpPr>
          <p:spPr>
            <a:xfrm>
              <a:off x="14390396" y="9355842"/>
              <a:ext cx="2438400" cy="1121410"/>
            </a:xfrm>
            <a:custGeom>
              <a:avLst/>
              <a:gdLst/>
              <a:ahLst/>
              <a:cxnLst/>
              <a:rect l="l" t="t" r="r" b="b"/>
              <a:pathLst>
                <a:path w="2438400" h="1121409">
                  <a:moveTo>
                    <a:pt x="565759" y="174256"/>
                  </a:moveTo>
                  <a:lnTo>
                    <a:pt x="552018" y="103619"/>
                  </a:lnTo>
                  <a:lnTo>
                    <a:pt x="511429" y="47866"/>
                  </a:lnTo>
                  <a:lnTo>
                    <a:pt x="443090" y="11747"/>
                  </a:lnTo>
                  <a:lnTo>
                    <a:pt x="398208" y="2819"/>
                  </a:lnTo>
                  <a:lnTo>
                    <a:pt x="346189" y="0"/>
                  </a:lnTo>
                  <a:lnTo>
                    <a:pt x="317754" y="1028"/>
                  </a:lnTo>
                  <a:lnTo>
                    <a:pt x="260692" y="8636"/>
                  </a:lnTo>
                  <a:lnTo>
                    <a:pt x="204139" y="23901"/>
                  </a:lnTo>
                  <a:lnTo>
                    <a:pt x="152768" y="48361"/>
                  </a:lnTo>
                  <a:lnTo>
                    <a:pt x="107645" y="82296"/>
                  </a:lnTo>
                  <a:lnTo>
                    <a:pt x="70535" y="125920"/>
                  </a:lnTo>
                  <a:lnTo>
                    <a:pt x="42532" y="179539"/>
                  </a:lnTo>
                  <a:lnTo>
                    <a:pt x="28295" y="244665"/>
                  </a:lnTo>
                  <a:lnTo>
                    <a:pt x="26631" y="281647"/>
                  </a:lnTo>
                  <a:lnTo>
                    <a:pt x="28155" y="314401"/>
                  </a:lnTo>
                  <a:lnTo>
                    <a:pt x="39611" y="370560"/>
                  </a:lnTo>
                  <a:lnTo>
                    <a:pt x="61595" y="414807"/>
                  </a:lnTo>
                  <a:lnTo>
                    <a:pt x="90131" y="450494"/>
                  </a:lnTo>
                  <a:lnTo>
                    <a:pt x="124155" y="478421"/>
                  </a:lnTo>
                  <a:lnTo>
                    <a:pt x="161213" y="500176"/>
                  </a:lnTo>
                  <a:lnTo>
                    <a:pt x="219087" y="524344"/>
                  </a:lnTo>
                  <a:lnTo>
                    <a:pt x="254800" y="539292"/>
                  </a:lnTo>
                  <a:lnTo>
                    <a:pt x="299707" y="562965"/>
                  </a:lnTo>
                  <a:lnTo>
                    <a:pt x="328650" y="592251"/>
                  </a:lnTo>
                  <a:lnTo>
                    <a:pt x="334378" y="618845"/>
                  </a:lnTo>
                  <a:lnTo>
                    <a:pt x="333933" y="626846"/>
                  </a:lnTo>
                  <a:lnTo>
                    <a:pt x="312661" y="662419"/>
                  </a:lnTo>
                  <a:lnTo>
                    <a:pt x="270383" y="677786"/>
                  </a:lnTo>
                  <a:lnTo>
                    <a:pt x="245884" y="679538"/>
                  </a:lnTo>
                  <a:lnTo>
                    <a:pt x="225793" y="678738"/>
                  </a:lnTo>
                  <a:lnTo>
                    <a:pt x="173062" y="665619"/>
                  </a:lnTo>
                  <a:lnTo>
                    <a:pt x="130263" y="642493"/>
                  </a:lnTo>
                  <a:lnTo>
                    <a:pt x="75793" y="602119"/>
                  </a:lnTo>
                  <a:lnTo>
                    <a:pt x="66700" y="595934"/>
                  </a:lnTo>
                  <a:lnTo>
                    <a:pt x="20891" y="596696"/>
                  </a:lnTo>
                  <a:lnTo>
                    <a:pt x="4622" y="642391"/>
                  </a:lnTo>
                  <a:lnTo>
                    <a:pt x="406" y="698601"/>
                  </a:lnTo>
                  <a:lnTo>
                    <a:pt x="0" y="734923"/>
                  </a:lnTo>
                  <a:lnTo>
                    <a:pt x="1358" y="744639"/>
                  </a:lnTo>
                  <a:lnTo>
                    <a:pt x="33134" y="788111"/>
                  </a:lnTo>
                  <a:lnTo>
                    <a:pt x="80175" y="819213"/>
                  </a:lnTo>
                  <a:lnTo>
                    <a:pt x="120764" y="836942"/>
                  </a:lnTo>
                  <a:lnTo>
                    <a:pt x="167855" y="851395"/>
                  </a:lnTo>
                  <a:lnTo>
                    <a:pt x="220395" y="860958"/>
                  </a:lnTo>
                  <a:lnTo>
                    <a:pt x="277355" y="864006"/>
                  </a:lnTo>
                  <a:lnTo>
                    <a:pt x="310591" y="862685"/>
                  </a:lnTo>
                  <a:lnTo>
                    <a:pt x="370598" y="852982"/>
                  </a:lnTo>
                  <a:lnTo>
                    <a:pt x="421957" y="834123"/>
                  </a:lnTo>
                  <a:lnTo>
                    <a:pt x="464451" y="807618"/>
                  </a:lnTo>
                  <a:lnTo>
                    <a:pt x="498119" y="773950"/>
                  </a:lnTo>
                  <a:lnTo>
                    <a:pt x="523392" y="734225"/>
                  </a:lnTo>
                  <a:lnTo>
                    <a:pt x="540334" y="688936"/>
                  </a:lnTo>
                  <a:lnTo>
                    <a:pt x="548728" y="640105"/>
                  </a:lnTo>
                  <a:lnTo>
                    <a:pt x="549706" y="614476"/>
                  </a:lnTo>
                  <a:lnTo>
                    <a:pt x="548068" y="582790"/>
                  </a:lnTo>
                  <a:lnTo>
                    <a:pt x="535724" y="528116"/>
                  </a:lnTo>
                  <a:lnTo>
                    <a:pt x="512038" y="484466"/>
                  </a:lnTo>
                  <a:lnTo>
                    <a:pt x="481431" y="448500"/>
                  </a:lnTo>
                  <a:lnTo>
                    <a:pt x="445020" y="419468"/>
                  </a:lnTo>
                  <a:lnTo>
                    <a:pt x="405003" y="396240"/>
                  </a:lnTo>
                  <a:lnTo>
                    <a:pt x="362546" y="378002"/>
                  </a:lnTo>
                  <a:lnTo>
                    <a:pt x="342138" y="369316"/>
                  </a:lnTo>
                  <a:lnTo>
                    <a:pt x="303771" y="352158"/>
                  </a:lnTo>
                  <a:lnTo>
                    <a:pt x="255625" y="324954"/>
                  </a:lnTo>
                  <a:lnTo>
                    <a:pt x="224409" y="292125"/>
                  </a:lnTo>
                  <a:lnTo>
                    <a:pt x="218236" y="263156"/>
                  </a:lnTo>
                  <a:lnTo>
                    <a:pt x="220014" y="245668"/>
                  </a:lnTo>
                  <a:lnTo>
                    <a:pt x="247573" y="203288"/>
                  </a:lnTo>
                  <a:lnTo>
                    <a:pt x="296519" y="181470"/>
                  </a:lnTo>
                  <a:lnTo>
                    <a:pt x="314934" y="179959"/>
                  </a:lnTo>
                  <a:lnTo>
                    <a:pt x="327799" y="180682"/>
                  </a:lnTo>
                  <a:lnTo>
                    <a:pt x="364769" y="198729"/>
                  </a:lnTo>
                  <a:lnTo>
                    <a:pt x="386016" y="240334"/>
                  </a:lnTo>
                  <a:lnTo>
                    <a:pt x="390956" y="283349"/>
                  </a:lnTo>
                  <a:lnTo>
                    <a:pt x="391121" y="298386"/>
                  </a:lnTo>
                  <a:lnTo>
                    <a:pt x="393103" y="304088"/>
                  </a:lnTo>
                  <a:lnTo>
                    <a:pt x="424307" y="310883"/>
                  </a:lnTo>
                  <a:lnTo>
                    <a:pt x="456603" y="308571"/>
                  </a:lnTo>
                  <a:lnTo>
                    <a:pt x="509181" y="290918"/>
                  </a:lnTo>
                  <a:lnTo>
                    <a:pt x="545426" y="256095"/>
                  </a:lnTo>
                  <a:lnTo>
                    <a:pt x="563575" y="205447"/>
                  </a:lnTo>
                  <a:lnTo>
                    <a:pt x="565759" y="174256"/>
                  </a:lnTo>
                  <a:close/>
                </a:path>
                <a:path w="2438400" h="1121409">
                  <a:moveTo>
                    <a:pt x="1185037" y="305968"/>
                  </a:moveTo>
                  <a:lnTo>
                    <a:pt x="1180630" y="259537"/>
                  </a:lnTo>
                  <a:lnTo>
                    <a:pt x="1164209" y="220230"/>
                  </a:lnTo>
                  <a:lnTo>
                    <a:pt x="1131265" y="196329"/>
                  </a:lnTo>
                  <a:lnTo>
                    <a:pt x="1093495" y="187731"/>
                  </a:lnTo>
                  <a:lnTo>
                    <a:pt x="1077658" y="186880"/>
                  </a:lnTo>
                  <a:lnTo>
                    <a:pt x="1060170" y="187071"/>
                  </a:lnTo>
                  <a:lnTo>
                    <a:pt x="1008926" y="189014"/>
                  </a:lnTo>
                  <a:lnTo>
                    <a:pt x="991476" y="234315"/>
                  </a:lnTo>
                  <a:lnTo>
                    <a:pt x="989291" y="311632"/>
                  </a:lnTo>
                  <a:lnTo>
                    <a:pt x="987958" y="389610"/>
                  </a:lnTo>
                  <a:lnTo>
                    <a:pt x="987120" y="416242"/>
                  </a:lnTo>
                  <a:lnTo>
                    <a:pt x="983957" y="469341"/>
                  </a:lnTo>
                  <a:lnTo>
                    <a:pt x="978712" y="521944"/>
                  </a:lnTo>
                  <a:lnTo>
                    <a:pt x="970965" y="571525"/>
                  </a:lnTo>
                  <a:lnTo>
                    <a:pt x="960361" y="615581"/>
                  </a:lnTo>
                  <a:lnTo>
                    <a:pt x="946099" y="653135"/>
                  </a:lnTo>
                  <a:lnTo>
                    <a:pt x="916266" y="694702"/>
                  </a:lnTo>
                  <a:lnTo>
                    <a:pt x="874585" y="710603"/>
                  </a:lnTo>
                  <a:lnTo>
                    <a:pt x="857199" y="709828"/>
                  </a:lnTo>
                  <a:lnTo>
                    <a:pt x="816356" y="689724"/>
                  </a:lnTo>
                  <a:lnTo>
                    <a:pt x="795261" y="645591"/>
                  </a:lnTo>
                  <a:lnTo>
                    <a:pt x="793229" y="626084"/>
                  </a:lnTo>
                  <a:lnTo>
                    <a:pt x="793661" y="603973"/>
                  </a:lnTo>
                  <a:lnTo>
                    <a:pt x="802805" y="306527"/>
                  </a:lnTo>
                  <a:lnTo>
                    <a:pt x="803186" y="282968"/>
                  </a:lnTo>
                  <a:lnTo>
                    <a:pt x="796277" y="241198"/>
                  </a:lnTo>
                  <a:lnTo>
                    <a:pt x="768502" y="204724"/>
                  </a:lnTo>
                  <a:lnTo>
                    <a:pt x="725398" y="189268"/>
                  </a:lnTo>
                  <a:lnTo>
                    <a:pt x="695109" y="186867"/>
                  </a:lnTo>
                  <a:lnTo>
                    <a:pt x="677595" y="187096"/>
                  </a:lnTo>
                  <a:lnTo>
                    <a:pt x="628700" y="188950"/>
                  </a:lnTo>
                  <a:lnTo>
                    <a:pt x="608037" y="226441"/>
                  </a:lnTo>
                  <a:lnTo>
                    <a:pt x="604875" y="291172"/>
                  </a:lnTo>
                  <a:lnTo>
                    <a:pt x="602716" y="350964"/>
                  </a:lnTo>
                  <a:lnTo>
                    <a:pt x="600760" y="439585"/>
                  </a:lnTo>
                  <a:lnTo>
                    <a:pt x="598398" y="515378"/>
                  </a:lnTo>
                  <a:lnTo>
                    <a:pt x="595541" y="621347"/>
                  </a:lnTo>
                  <a:lnTo>
                    <a:pt x="595083" y="669442"/>
                  </a:lnTo>
                  <a:lnTo>
                    <a:pt x="595414" y="689698"/>
                  </a:lnTo>
                  <a:lnTo>
                    <a:pt x="604088" y="740676"/>
                  </a:lnTo>
                  <a:lnTo>
                    <a:pt x="627329" y="788377"/>
                  </a:lnTo>
                  <a:lnTo>
                    <a:pt x="663054" y="826046"/>
                  </a:lnTo>
                  <a:lnTo>
                    <a:pt x="711009" y="852093"/>
                  </a:lnTo>
                  <a:lnTo>
                    <a:pt x="754697" y="861733"/>
                  </a:lnTo>
                  <a:lnTo>
                    <a:pt x="802830" y="863815"/>
                  </a:lnTo>
                  <a:lnTo>
                    <a:pt x="814717" y="863028"/>
                  </a:lnTo>
                  <a:lnTo>
                    <a:pt x="863320" y="853071"/>
                  </a:lnTo>
                  <a:lnTo>
                    <a:pt x="898906" y="837057"/>
                  </a:lnTo>
                  <a:lnTo>
                    <a:pt x="941222" y="806297"/>
                  </a:lnTo>
                  <a:lnTo>
                    <a:pt x="970800" y="771588"/>
                  </a:lnTo>
                  <a:lnTo>
                    <a:pt x="972045" y="780935"/>
                  </a:lnTo>
                  <a:lnTo>
                    <a:pt x="987907" y="824217"/>
                  </a:lnTo>
                  <a:lnTo>
                    <a:pt x="1017422" y="849160"/>
                  </a:lnTo>
                  <a:lnTo>
                    <a:pt x="1065022" y="863028"/>
                  </a:lnTo>
                  <a:lnTo>
                    <a:pt x="1080490" y="863993"/>
                  </a:lnTo>
                  <a:lnTo>
                    <a:pt x="1097457" y="863854"/>
                  </a:lnTo>
                  <a:lnTo>
                    <a:pt x="1154607" y="861695"/>
                  </a:lnTo>
                  <a:lnTo>
                    <a:pt x="1176299" y="565899"/>
                  </a:lnTo>
                  <a:lnTo>
                    <a:pt x="1182509" y="410997"/>
                  </a:lnTo>
                  <a:lnTo>
                    <a:pt x="1185037" y="318249"/>
                  </a:lnTo>
                  <a:lnTo>
                    <a:pt x="1185037" y="305968"/>
                  </a:lnTo>
                  <a:close/>
                </a:path>
                <a:path w="2438400" h="1121409">
                  <a:moveTo>
                    <a:pt x="1831441" y="513041"/>
                  </a:moveTo>
                  <a:lnTo>
                    <a:pt x="1831378" y="501954"/>
                  </a:lnTo>
                  <a:lnTo>
                    <a:pt x="1831289" y="487426"/>
                  </a:lnTo>
                  <a:lnTo>
                    <a:pt x="1831174" y="468515"/>
                  </a:lnTo>
                  <a:lnTo>
                    <a:pt x="1826945" y="412813"/>
                  </a:lnTo>
                  <a:lnTo>
                    <a:pt x="1818436" y="363105"/>
                  </a:lnTo>
                  <a:lnTo>
                    <a:pt x="1815566" y="353364"/>
                  </a:lnTo>
                  <a:lnTo>
                    <a:pt x="1815477" y="353060"/>
                  </a:lnTo>
                  <a:lnTo>
                    <a:pt x="1795703" y="298145"/>
                  </a:lnTo>
                  <a:lnTo>
                    <a:pt x="1767332" y="252933"/>
                  </a:lnTo>
                  <a:lnTo>
                    <a:pt x="1734743" y="224332"/>
                  </a:lnTo>
                  <a:lnTo>
                    <a:pt x="1695589" y="204470"/>
                  </a:lnTo>
                  <a:lnTo>
                    <a:pt x="1649869" y="193344"/>
                  </a:lnTo>
                  <a:lnTo>
                    <a:pt x="1619262" y="191960"/>
                  </a:lnTo>
                  <a:lnTo>
                    <a:pt x="1619262" y="501954"/>
                  </a:lnTo>
                  <a:lnTo>
                    <a:pt x="1618894" y="549490"/>
                  </a:lnTo>
                  <a:lnTo>
                    <a:pt x="1613966" y="593686"/>
                  </a:lnTo>
                  <a:lnTo>
                    <a:pt x="1590509" y="657898"/>
                  </a:lnTo>
                  <a:lnTo>
                    <a:pt x="1553400" y="696201"/>
                  </a:lnTo>
                  <a:lnTo>
                    <a:pt x="1507147" y="710184"/>
                  </a:lnTo>
                  <a:lnTo>
                    <a:pt x="1493558" y="709790"/>
                  </a:lnTo>
                  <a:lnTo>
                    <a:pt x="1450975" y="690486"/>
                  </a:lnTo>
                  <a:lnTo>
                    <a:pt x="1424279" y="649427"/>
                  </a:lnTo>
                  <a:lnTo>
                    <a:pt x="1412951" y="609117"/>
                  </a:lnTo>
                  <a:lnTo>
                    <a:pt x="1407477" y="564654"/>
                  </a:lnTo>
                  <a:lnTo>
                    <a:pt x="1406677" y="549490"/>
                  </a:lnTo>
                  <a:lnTo>
                    <a:pt x="1406906" y="513041"/>
                  </a:lnTo>
                  <a:lnTo>
                    <a:pt x="1406931" y="507238"/>
                  </a:lnTo>
                  <a:lnTo>
                    <a:pt x="1418602" y="436397"/>
                  </a:lnTo>
                  <a:lnTo>
                    <a:pt x="1445387" y="384670"/>
                  </a:lnTo>
                  <a:lnTo>
                    <a:pt x="1488808" y="357289"/>
                  </a:lnTo>
                  <a:lnTo>
                    <a:pt x="1516849" y="353060"/>
                  </a:lnTo>
                  <a:lnTo>
                    <a:pt x="1530985" y="353364"/>
                  </a:lnTo>
                  <a:lnTo>
                    <a:pt x="1574977" y="370852"/>
                  </a:lnTo>
                  <a:lnTo>
                    <a:pt x="1601876" y="407924"/>
                  </a:lnTo>
                  <a:lnTo>
                    <a:pt x="1613103" y="445249"/>
                  </a:lnTo>
                  <a:lnTo>
                    <a:pt x="1618488" y="487426"/>
                  </a:lnTo>
                  <a:lnTo>
                    <a:pt x="1619262" y="501954"/>
                  </a:lnTo>
                  <a:lnTo>
                    <a:pt x="1619262" y="191960"/>
                  </a:lnTo>
                  <a:lnTo>
                    <a:pt x="1567002" y="193535"/>
                  </a:lnTo>
                  <a:lnTo>
                    <a:pt x="1513840" y="207213"/>
                  </a:lnTo>
                  <a:lnTo>
                    <a:pt x="1471320" y="232625"/>
                  </a:lnTo>
                  <a:lnTo>
                    <a:pt x="1437525" y="272567"/>
                  </a:lnTo>
                  <a:lnTo>
                    <a:pt x="1423835" y="298145"/>
                  </a:lnTo>
                  <a:lnTo>
                    <a:pt x="1420964" y="277202"/>
                  </a:lnTo>
                  <a:lnTo>
                    <a:pt x="1403451" y="231101"/>
                  </a:lnTo>
                  <a:lnTo>
                    <a:pt x="1372768" y="203339"/>
                  </a:lnTo>
                  <a:lnTo>
                    <a:pt x="1325892" y="191833"/>
                  </a:lnTo>
                  <a:lnTo>
                    <a:pt x="1296085" y="191249"/>
                  </a:lnTo>
                  <a:lnTo>
                    <a:pt x="1237627" y="193344"/>
                  </a:lnTo>
                  <a:lnTo>
                    <a:pt x="1239393" y="193344"/>
                  </a:lnTo>
                  <a:lnTo>
                    <a:pt x="1233462" y="194678"/>
                  </a:lnTo>
                  <a:lnTo>
                    <a:pt x="1225981" y="244703"/>
                  </a:lnTo>
                  <a:lnTo>
                    <a:pt x="1226070" y="300520"/>
                  </a:lnTo>
                  <a:lnTo>
                    <a:pt x="1225511" y="331089"/>
                  </a:lnTo>
                  <a:lnTo>
                    <a:pt x="1223175" y="395655"/>
                  </a:lnTo>
                  <a:lnTo>
                    <a:pt x="1220279" y="468515"/>
                  </a:lnTo>
                  <a:lnTo>
                    <a:pt x="1211910" y="667016"/>
                  </a:lnTo>
                  <a:lnTo>
                    <a:pt x="1210411" y="703605"/>
                  </a:lnTo>
                  <a:lnTo>
                    <a:pt x="1208697" y="746912"/>
                  </a:lnTo>
                  <a:lnTo>
                    <a:pt x="1205979" y="818591"/>
                  </a:lnTo>
                  <a:lnTo>
                    <a:pt x="1203756" y="880579"/>
                  </a:lnTo>
                  <a:lnTo>
                    <a:pt x="1202169" y="935685"/>
                  </a:lnTo>
                  <a:lnTo>
                    <a:pt x="1202118" y="937717"/>
                  </a:lnTo>
                  <a:lnTo>
                    <a:pt x="1201674" y="970699"/>
                  </a:lnTo>
                  <a:lnTo>
                    <a:pt x="1201559" y="1013688"/>
                  </a:lnTo>
                  <a:lnTo>
                    <a:pt x="1202359" y="1026756"/>
                  </a:lnTo>
                  <a:lnTo>
                    <a:pt x="1212113" y="1070711"/>
                  </a:lnTo>
                  <a:lnTo>
                    <a:pt x="1236357" y="1101229"/>
                  </a:lnTo>
                  <a:lnTo>
                    <a:pt x="1278661" y="1118108"/>
                  </a:lnTo>
                  <a:lnTo>
                    <a:pt x="1308658" y="1120851"/>
                  </a:lnTo>
                  <a:lnTo>
                    <a:pt x="1326159" y="1120698"/>
                  </a:lnTo>
                  <a:lnTo>
                    <a:pt x="1378966" y="1118806"/>
                  </a:lnTo>
                  <a:lnTo>
                    <a:pt x="1394269" y="1087653"/>
                  </a:lnTo>
                  <a:lnTo>
                    <a:pt x="1395120" y="1070711"/>
                  </a:lnTo>
                  <a:lnTo>
                    <a:pt x="1397241" y="1026896"/>
                  </a:lnTo>
                  <a:lnTo>
                    <a:pt x="1399768" y="937717"/>
                  </a:lnTo>
                  <a:lnTo>
                    <a:pt x="1399819" y="935685"/>
                  </a:lnTo>
                  <a:lnTo>
                    <a:pt x="1400390" y="919403"/>
                  </a:lnTo>
                  <a:lnTo>
                    <a:pt x="1400898" y="911021"/>
                  </a:lnTo>
                  <a:lnTo>
                    <a:pt x="1401292" y="903528"/>
                  </a:lnTo>
                  <a:lnTo>
                    <a:pt x="1401572" y="896912"/>
                  </a:lnTo>
                  <a:lnTo>
                    <a:pt x="1401737" y="891184"/>
                  </a:lnTo>
                  <a:lnTo>
                    <a:pt x="1401889" y="884135"/>
                  </a:lnTo>
                  <a:lnTo>
                    <a:pt x="1402194" y="876096"/>
                  </a:lnTo>
                  <a:lnTo>
                    <a:pt x="1402816" y="864158"/>
                  </a:lnTo>
                  <a:lnTo>
                    <a:pt x="1403540" y="851814"/>
                  </a:lnTo>
                  <a:lnTo>
                    <a:pt x="1404188" y="841844"/>
                  </a:lnTo>
                  <a:lnTo>
                    <a:pt x="1404924" y="831215"/>
                  </a:lnTo>
                  <a:lnTo>
                    <a:pt x="1405712" y="819150"/>
                  </a:lnTo>
                  <a:lnTo>
                    <a:pt x="1406613" y="803871"/>
                  </a:lnTo>
                  <a:lnTo>
                    <a:pt x="1407541" y="786447"/>
                  </a:lnTo>
                  <a:lnTo>
                    <a:pt x="1408531" y="766533"/>
                  </a:lnTo>
                  <a:lnTo>
                    <a:pt x="1420368" y="789368"/>
                  </a:lnTo>
                  <a:lnTo>
                    <a:pt x="1449527" y="826465"/>
                  </a:lnTo>
                  <a:lnTo>
                    <a:pt x="1486687" y="851814"/>
                  </a:lnTo>
                  <a:lnTo>
                    <a:pt x="1536242" y="863536"/>
                  </a:lnTo>
                  <a:lnTo>
                    <a:pt x="1565935" y="864158"/>
                  </a:lnTo>
                  <a:lnTo>
                    <a:pt x="1594916" y="861504"/>
                  </a:lnTo>
                  <a:lnTo>
                    <a:pt x="1649437" y="846632"/>
                  </a:lnTo>
                  <a:lnTo>
                    <a:pt x="1699069" y="819150"/>
                  </a:lnTo>
                  <a:lnTo>
                    <a:pt x="1742059" y="779754"/>
                  </a:lnTo>
                  <a:lnTo>
                    <a:pt x="1777898" y="728726"/>
                  </a:lnTo>
                  <a:lnTo>
                    <a:pt x="1805292" y="667016"/>
                  </a:lnTo>
                  <a:lnTo>
                    <a:pt x="1823720" y="594880"/>
                  </a:lnTo>
                  <a:lnTo>
                    <a:pt x="1828952" y="555155"/>
                  </a:lnTo>
                  <a:lnTo>
                    <a:pt x="1831441" y="513041"/>
                  </a:lnTo>
                  <a:close/>
                </a:path>
                <a:path w="2438400" h="1121409">
                  <a:moveTo>
                    <a:pt x="2437904" y="357022"/>
                  </a:moveTo>
                  <a:lnTo>
                    <a:pt x="2437155" y="347091"/>
                  </a:lnTo>
                  <a:lnTo>
                    <a:pt x="2437053" y="345744"/>
                  </a:lnTo>
                  <a:lnTo>
                    <a:pt x="2436558" y="339013"/>
                  </a:lnTo>
                  <a:lnTo>
                    <a:pt x="2423769" y="288836"/>
                  </a:lnTo>
                  <a:lnTo>
                    <a:pt x="2396579" y="246126"/>
                  </a:lnTo>
                  <a:lnTo>
                    <a:pt x="2353145" y="213220"/>
                  </a:lnTo>
                  <a:lnTo>
                    <a:pt x="2314156" y="197815"/>
                  </a:lnTo>
                  <a:lnTo>
                    <a:pt x="2266492" y="188760"/>
                  </a:lnTo>
                  <a:lnTo>
                    <a:pt x="2240826" y="187121"/>
                  </a:lnTo>
                  <a:lnTo>
                    <a:pt x="2237079" y="187121"/>
                  </a:lnTo>
                  <a:lnTo>
                    <a:pt x="2237079" y="405206"/>
                  </a:lnTo>
                  <a:lnTo>
                    <a:pt x="2234933" y="425932"/>
                  </a:lnTo>
                  <a:lnTo>
                    <a:pt x="2213292" y="460400"/>
                  </a:lnTo>
                  <a:lnTo>
                    <a:pt x="2169668" y="485394"/>
                  </a:lnTo>
                  <a:lnTo>
                    <a:pt x="2110663" y="499821"/>
                  </a:lnTo>
                  <a:lnTo>
                    <a:pt x="2075827" y="502983"/>
                  </a:lnTo>
                  <a:lnTo>
                    <a:pt x="2077351" y="490359"/>
                  </a:lnTo>
                  <a:lnTo>
                    <a:pt x="2084120" y="450608"/>
                  </a:lnTo>
                  <a:lnTo>
                    <a:pt x="2095919" y="412038"/>
                  </a:lnTo>
                  <a:lnTo>
                    <a:pt x="2122322" y="370192"/>
                  </a:lnTo>
                  <a:lnTo>
                    <a:pt x="2162213" y="347091"/>
                  </a:lnTo>
                  <a:lnTo>
                    <a:pt x="2174710" y="345744"/>
                  </a:lnTo>
                  <a:lnTo>
                    <a:pt x="2189111" y="346443"/>
                  </a:lnTo>
                  <a:lnTo>
                    <a:pt x="2227656" y="372681"/>
                  </a:lnTo>
                  <a:lnTo>
                    <a:pt x="2237079" y="405206"/>
                  </a:lnTo>
                  <a:lnTo>
                    <a:pt x="2237079" y="187121"/>
                  </a:lnTo>
                  <a:lnTo>
                    <a:pt x="2209622" y="187121"/>
                  </a:lnTo>
                  <a:lnTo>
                    <a:pt x="2172551" y="189699"/>
                  </a:lnTo>
                  <a:lnTo>
                    <a:pt x="2106688" y="202577"/>
                  </a:lnTo>
                  <a:lnTo>
                    <a:pt x="2051519" y="225221"/>
                  </a:lnTo>
                  <a:lnTo>
                    <a:pt x="2005152" y="254609"/>
                  </a:lnTo>
                  <a:lnTo>
                    <a:pt x="1967166" y="289953"/>
                  </a:lnTo>
                  <a:lnTo>
                    <a:pt x="1936838" y="329742"/>
                  </a:lnTo>
                  <a:lnTo>
                    <a:pt x="1913775" y="373214"/>
                  </a:lnTo>
                  <a:lnTo>
                    <a:pt x="1896300" y="417322"/>
                  </a:lnTo>
                  <a:lnTo>
                    <a:pt x="1884057" y="461340"/>
                  </a:lnTo>
                  <a:lnTo>
                    <a:pt x="1876336" y="504228"/>
                  </a:lnTo>
                  <a:lnTo>
                    <a:pt x="1872716" y="545198"/>
                  </a:lnTo>
                  <a:lnTo>
                    <a:pt x="1871865" y="563714"/>
                  </a:lnTo>
                  <a:lnTo>
                    <a:pt x="1871878" y="597700"/>
                  </a:lnTo>
                  <a:lnTo>
                    <a:pt x="1874583" y="633196"/>
                  </a:lnTo>
                  <a:lnTo>
                    <a:pt x="1874697" y="634733"/>
                  </a:lnTo>
                  <a:lnTo>
                    <a:pt x="1889950" y="701103"/>
                  </a:lnTo>
                  <a:lnTo>
                    <a:pt x="1917065" y="753821"/>
                  </a:lnTo>
                  <a:lnTo>
                    <a:pt x="1951901" y="795274"/>
                  </a:lnTo>
                  <a:lnTo>
                    <a:pt x="1993531" y="825995"/>
                  </a:lnTo>
                  <a:lnTo>
                    <a:pt x="2040407" y="846899"/>
                  </a:lnTo>
                  <a:lnTo>
                    <a:pt x="2091664" y="858570"/>
                  </a:lnTo>
                  <a:lnTo>
                    <a:pt x="2143620" y="863333"/>
                  </a:lnTo>
                  <a:lnTo>
                    <a:pt x="2168614" y="863333"/>
                  </a:lnTo>
                  <a:lnTo>
                    <a:pt x="2209177" y="860171"/>
                  </a:lnTo>
                  <a:lnTo>
                    <a:pt x="2249792" y="853465"/>
                  </a:lnTo>
                  <a:lnTo>
                    <a:pt x="2288959" y="842975"/>
                  </a:lnTo>
                  <a:lnTo>
                    <a:pt x="2339937" y="819658"/>
                  </a:lnTo>
                  <a:lnTo>
                    <a:pt x="2377783" y="786409"/>
                  </a:lnTo>
                  <a:lnTo>
                    <a:pt x="2396299" y="743178"/>
                  </a:lnTo>
                  <a:lnTo>
                    <a:pt x="2397074" y="726567"/>
                  </a:lnTo>
                  <a:lnTo>
                    <a:pt x="2395893" y="712838"/>
                  </a:lnTo>
                  <a:lnTo>
                    <a:pt x="2394597" y="705904"/>
                  </a:lnTo>
                  <a:lnTo>
                    <a:pt x="2393315" y="698957"/>
                  </a:lnTo>
                  <a:lnTo>
                    <a:pt x="2370505" y="661416"/>
                  </a:lnTo>
                  <a:lnTo>
                    <a:pt x="2332558" y="640905"/>
                  </a:lnTo>
                  <a:lnTo>
                    <a:pt x="2308212" y="636879"/>
                  </a:lnTo>
                  <a:lnTo>
                    <a:pt x="2295601" y="637311"/>
                  </a:lnTo>
                  <a:lnTo>
                    <a:pt x="2288794" y="640905"/>
                  </a:lnTo>
                  <a:lnTo>
                    <a:pt x="2283917" y="647750"/>
                  </a:lnTo>
                  <a:lnTo>
                    <a:pt x="2280056" y="653072"/>
                  </a:lnTo>
                  <a:lnTo>
                    <a:pt x="2254466" y="683069"/>
                  </a:lnTo>
                  <a:lnTo>
                    <a:pt x="2219020" y="702475"/>
                  </a:lnTo>
                  <a:lnTo>
                    <a:pt x="2191766" y="705904"/>
                  </a:lnTo>
                  <a:lnTo>
                    <a:pt x="2176957" y="705739"/>
                  </a:lnTo>
                  <a:lnTo>
                    <a:pt x="2139365" y="697014"/>
                  </a:lnTo>
                  <a:lnTo>
                    <a:pt x="2104161" y="670966"/>
                  </a:lnTo>
                  <a:lnTo>
                    <a:pt x="2083358" y="633196"/>
                  </a:lnTo>
                  <a:lnTo>
                    <a:pt x="2075459" y="597700"/>
                  </a:lnTo>
                  <a:lnTo>
                    <a:pt x="2085898" y="597242"/>
                  </a:lnTo>
                  <a:lnTo>
                    <a:pt x="2098344" y="596493"/>
                  </a:lnTo>
                  <a:lnTo>
                    <a:pt x="2146998" y="592264"/>
                  </a:lnTo>
                  <a:lnTo>
                    <a:pt x="2184971" y="586257"/>
                  </a:lnTo>
                  <a:lnTo>
                    <a:pt x="2225776" y="577138"/>
                  </a:lnTo>
                  <a:lnTo>
                    <a:pt x="2267394" y="564794"/>
                  </a:lnTo>
                  <a:lnTo>
                    <a:pt x="2308923" y="548894"/>
                  </a:lnTo>
                  <a:lnTo>
                    <a:pt x="2346985" y="527786"/>
                  </a:lnTo>
                  <a:lnTo>
                    <a:pt x="2378532" y="502983"/>
                  </a:lnTo>
                  <a:lnTo>
                    <a:pt x="2407983" y="468541"/>
                  </a:lnTo>
                  <a:lnTo>
                    <a:pt x="2428024" y="429717"/>
                  </a:lnTo>
                  <a:lnTo>
                    <a:pt x="2437409" y="383235"/>
                  </a:lnTo>
                  <a:lnTo>
                    <a:pt x="2437790" y="363131"/>
                  </a:lnTo>
                  <a:lnTo>
                    <a:pt x="2437904" y="357022"/>
                  </a:lnTo>
                  <a:close/>
                </a:path>
              </a:pathLst>
            </a:custGeom>
            <a:solidFill>
              <a:srgbClr val="002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8815370F-14FF-B456-C1E9-A3C382B86C1E}"/>
                </a:ext>
              </a:extLst>
            </p:cNvPr>
            <p:cNvSpPr/>
            <p:nvPr/>
          </p:nvSpPr>
          <p:spPr>
            <a:xfrm>
              <a:off x="2136060" y="0"/>
              <a:ext cx="5611495" cy="2492375"/>
            </a:xfrm>
            <a:custGeom>
              <a:avLst/>
              <a:gdLst/>
              <a:ahLst/>
              <a:cxnLst/>
              <a:rect l="l" t="t" r="r" b="b"/>
              <a:pathLst>
                <a:path w="5611495" h="2492375">
                  <a:moveTo>
                    <a:pt x="5611085" y="0"/>
                  </a:moveTo>
                  <a:lnTo>
                    <a:pt x="1501636" y="0"/>
                  </a:lnTo>
                  <a:lnTo>
                    <a:pt x="0" y="2492070"/>
                  </a:lnTo>
                  <a:lnTo>
                    <a:pt x="4156941" y="2408303"/>
                  </a:lnTo>
                  <a:lnTo>
                    <a:pt x="5611085" y="0"/>
                  </a:lnTo>
                  <a:close/>
                </a:path>
              </a:pathLst>
            </a:custGeom>
            <a:solidFill>
              <a:srgbClr val="EA00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1B06CB83-D0E7-325F-BFA7-D8753AE9C776}"/>
                </a:ext>
              </a:extLst>
            </p:cNvPr>
            <p:cNvSpPr/>
            <p:nvPr/>
          </p:nvSpPr>
          <p:spPr>
            <a:xfrm>
              <a:off x="12404217" y="1927514"/>
              <a:ext cx="7093584" cy="746125"/>
            </a:xfrm>
            <a:custGeom>
              <a:avLst/>
              <a:gdLst/>
              <a:ahLst/>
              <a:cxnLst/>
              <a:rect l="l" t="t" r="r" b="b"/>
              <a:pathLst>
                <a:path w="7093584" h="746125">
                  <a:moveTo>
                    <a:pt x="7009985" y="0"/>
                  </a:moveTo>
                  <a:lnTo>
                    <a:pt x="83568" y="0"/>
                  </a:lnTo>
                  <a:lnTo>
                    <a:pt x="51118" y="6593"/>
                  </a:lnTo>
                  <a:lnTo>
                    <a:pt x="24546" y="24546"/>
                  </a:lnTo>
                  <a:lnTo>
                    <a:pt x="6593" y="51118"/>
                  </a:lnTo>
                  <a:lnTo>
                    <a:pt x="0" y="83568"/>
                  </a:lnTo>
                  <a:lnTo>
                    <a:pt x="0" y="662492"/>
                  </a:lnTo>
                  <a:lnTo>
                    <a:pt x="6593" y="694938"/>
                  </a:lnTo>
                  <a:lnTo>
                    <a:pt x="24546" y="721510"/>
                  </a:lnTo>
                  <a:lnTo>
                    <a:pt x="51118" y="739466"/>
                  </a:lnTo>
                  <a:lnTo>
                    <a:pt x="83568" y="746061"/>
                  </a:lnTo>
                  <a:lnTo>
                    <a:pt x="7009985" y="746061"/>
                  </a:lnTo>
                  <a:lnTo>
                    <a:pt x="7042435" y="739466"/>
                  </a:lnTo>
                  <a:lnTo>
                    <a:pt x="7069007" y="721510"/>
                  </a:lnTo>
                  <a:lnTo>
                    <a:pt x="7086960" y="694938"/>
                  </a:lnTo>
                  <a:lnTo>
                    <a:pt x="7093553" y="662492"/>
                  </a:lnTo>
                  <a:lnTo>
                    <a:pt x="7093553" y="83568"/>
                  </a:lnTo>
                  <a:lnTo>
                    <a:pt x="7086960" y="51118"/>
                  </a:lnTo>
                  <a:lnTo>
                    <a:pt x="7069007" y="24546"/>
                  </a:lnTo>
                  <a:lnTo>
                    <a:pt x="7042435" y="6593"/>
                  </a:lnTo>
                  <a:lnTo>
                    <a:pt x="7009985" y="0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0527103A-31CB-4800-59D9-FE7CB269A4C3}"/>
                </a:ext>
              </a:extLst>
            </p:cNvPr>
            <p:cNvSpPr/>
            <p:nvPr/>
          </p:nvSpPr>
          <p:spPr>
            <a:xfrm>
              <a:off x="13544231" y="1995780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1A6D548A-35B9-EFEE-2E6D-FEBBCCD46B58}"/>
                </a:ext>
              </a:extLst>
            </p:cNvPr>
            <p:cNvSpPr/>
            <p:nvPr/>
          </p:nvSpPr>
          <p:spPr>
            <a:xfrm>
              <a:off x="15346504" y="1995780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07F6E23D-6E66-2BEC-DBA6-6424BD886396}"/>
                </a:ext>
              </a:extLst>
            </p:cNvPr>
            <p:cNvSpPr/>
            <p:nvPr/>
          </p:nvSpPr>
          <p:spPr>
            <a:xfrm>
              <a:off x="17398797" y="1995780"/>
              <a:ext cx="0" cy="615950"/>
            </a:xfrm>
            <a:custGeom>
              <a:avLst/>
              <a:gdLst/>
              <a:ahLst/>
              <a:cxnLst/>
              <a:rect l="l" t="t" r="r" b="b"/>
              <a:pathLst>
                <a:path h="615950">
                  <a:moveTo>
                    <a:pt x="0" y="0"/>
                  </a:moveTo>
                  <a:lnTo>
                    <a:pt x="0" y="615698"/>
                  </a:lnTo>
                </a:path>
              </a:pathLst>
            </a:custGeom>
            <a:ln w="177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>
            <a:extLst>
              <a:ext uri="{FF2B5EF4-FFF2-40B4-BE49-F238E27FC236}">
                <a16:creationId xmlns:a16="http://schemas.microsoft.com/office/drawing/2014/main" id="{7028157C-34A6-34B9-EA61-6CE55EC20AEB}"/>
              </a:ext>
            </a:extLst>
          </p:cNvPr>
          <p:cNvSpPr/>
          <p:nvPr/>
        </p:nvSpPr>
        <p:spPr>
          <a:xfrm>
            <a:off x="12404210" y="2765831"/>
            <a:ext cx="7093584" cy="1944370"/>
          </a:xfrm>
          <a:custGeom>
            <a:avLst/>
            <a:gdLst/>
            <a:ahLst/>
            <a:cxnLst/>
            <a:rect l="l" t="t" r="r" b="b"/>
            <a:pathLst>
              <a:path w="7093584" h="1944370">
                <a:moveTo>
                  <a:pt x="6958667" y="1943846"/>
                </a:moveTo>
                <a:lnTo>
                  <a:pt x="134896" y="1943846"/>
                </a:lnTo>
                <a:lnTo>
                  <a:pt x="92375" y="1936940"/>
                </a:lnTo>
                <a:lnTo>
                  <a:pt x="55359" y="1917731"/>
                </a:lnTo>
                <a:lnTo>
                  <a:pt x="26114" y="1888486"/>
                </a:lnTo>
                <a:lnTo>
                  <a:pt x="6906" y="1851470"/>
                </a:lnTo>
                <a:lnTo>
                  <a:pt x="0" y="1808950"/>
                </a:lnTo>
                <a:lnTo>
                  <a:pt x="0" y="134896"/>
                </a:lnTo>
                <a:lnTo>
                  <a:pt x="6906" y="92375"/>
                </a:lnTo>
                <a:lnTo>
                  <a:pt x="26114" y="55359"/>
                </a:lnTo>
                <a:lnTo>
                  <a:pt x="55359" y="26114"/>
                </a:lnTo>
                <a:lnTo>
                  <a:pt x="92375" y="6906"/>
                </a:lnTo>
                <a:lnTo>
                  <a:pt x="134896" y="0"/>
                </a:lnTo>
                <a:lnTo>
                  <a:pt x="6958667" y="0"/>
                </a:lnTo>
                <a:lnTo>
                  <a:pt x="7001188" y="6906"/>
                </a:lnTo>
                <a:lnTo>
                  <a:pt x="7038204" y="26114"/>
                </a:lnTo>
                <a:lnTo>
                  <a:pt x="7067449" y="55359"/>
                </a:lnTo>
                <a:lnTo>
                  <a:pt x="7086657" y="92375"/>
                </a:lnTo>
                <a:lnTo>
                  <a:pt x="7093564" y="134896"/>
                </a:lnTo>
                <a:lnTo>
                  <a:pt x="7093564" y="1808950"/>
                </a:lnTo>
                <a:lnTo>
                  <a:pt x="7086657" y="1851470"/>
                </a:lnTo>
                <a:lnTo>
                  <a:pt x="7067449" y="1888486"/>
                </a:lnTo>
                <a:lnTo>
                  <a:pt x="7038204" y="1917731"/>
                </a:lnTo>
                <a:lnTo>
                  <a:pt x="7001188" y="1936940"/>
                </a:lnTo>
                <a:lnTo>
                  <a:pt x="6958667" y="1943846"/>
                </a:lnTo>
                <a:close/>
              </a:path>
            </a:pathLst>
          </a:custGeom>
          <a:ln w="16994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BEB3912B-1A5B-C690-0A91-6C35901EB2C3}"/>
              </a:ext>
            </a:extLst>
          </p:cNvPr>
          <p:cNvSpPr txBox="1"/>
          <p:nvPr/>
        </p:nvSpPr>
        <p:spPr>
          <a:xfrm>
            <a:off x="17755002" y="2111492"/>
            <a:ext cx="1533385" cy="343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419" sz="2150" spc="-25" dirty="0">
                <a:solidFill>
                  <a:srgbClr val="FFFFFF"/>
                </a:solidFill>
                <a:latin typeface="Trebuchet MS"/>
                <a:cs typeface="Trebuchet MS"/>
              </a:rPr>
              <a:t>PRODUCTO</a:t>
            </a:r>
            <a:endParaRPr sz="2150" dirty="0">
              <a:latin typeface="Trebuchet MS"/>
              <a:cs typeface="Trebuchet MS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C5993A72-27B1-B6E0-975D-23D851097914}"/>
              </a:ext>
            </a:extLst>
          </p:cNvPr>
          <p:cNvSpPr txBox="1"/>
          <p:nvPr/>
        </p:nvSpPr>
        <p:spPr>
          <a:xfrm>
            <a:off x="15937934" y="2111764"/>
            <a:ext cx="81661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EAN13</a:t>
            </a:r>
            <a:endParaRPr sz="2150" dirty="0">
              <a:latin typeface="Trebuchet MS"/>
              <a:cs typeface="Trebuchet MS"/>
            </a:endParaRPr>
          </a:p>
        </p:txBody>
      </p:sp>
      <p:graphicFrame>
        <p:nvGraphicFramePr>
          <p:cNvPr id="43" name="object 43">
            <a:extLst>
              <a:ext uri="{FF2B5EF4-FFF2-40B4-BE49-F238E27FC236}">
                <a16:creationId xmlns:a16="http://schemas.microsoft.com/office/drawing/2014/main" id="{19405B90-655E-395D-132D-CF155D424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054440"/>
              </p:ext>
            </p:extLst>
          </p:nvPr>
        </p:nvGraphicFramePr>
        <p:xfrm>
          <a:off x="12406650" y="2761344"/>
          <a:ext cx="7091680" cy="1941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6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980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150" spc="-30" dirty="0">
                          <a:latin typeface="Trebuchet MS"/>
                          <a:cs typeface="Trebuchet MS"/>
                        </a:rPr>
                        <a:t>500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25" dirty="0">
                          <a:latin typeface="Trebuchet MS"/>
                          <a:cs typeface="Trebuchet MS"/>
                        </a:rPr>
                        <a:t>mL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5405" marB="0"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s-ES" sz="2150" spc="-25" dirty="0">
                          <a:latin typeface="Trebuchet MS"/>
                          <a:cs typeface="Trebuchet MS"/>
                        </a:rPr>
                        <a:t>18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540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419" sz="2150" dirty="0">
                          <a:latin typeface="Trebuchet MS"/>
                          <a:cs typeface="Trebuchet MS"/>
                        </a:rPr>
                        <a:t>7707291392021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ES" sz="2150" dirty="0">
                          <a:latin typeface="Trebuchet MS"/>
                          <a:cs typeface="Trebuchet MS"/>
                        </a:rPr>
                        <a:t>Blanqueador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1C1C1B"/>
                      </a:solidFill>
                      <a:prstDash val="solid"/>
                    </a:lnL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es-ES" sz="2150" spc="-30" dirty="0">
                          <a:latin typeface="Trebuchet MS"/>
                          <a:cs typeface="Trebuchet MS"/>
                        </a:rPr>
                        <a:t>500</a:t>
                      </a:r>
                      <a:r>
                        <a:rPr sz="215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35" dirty="0">
                          <a:latin typeface="Trebuchet MS"/>
                          <a:cs typeface="Trebuchet MS"/>
                        </a:rPr>
                        <a:t>mL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es-419"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lang="es-419"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s-419"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lang="es-419"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s-419" sz="2150" spc="-25" dirty="0">
                          <a:latin typeface="Trebuchet MS"/>
                          <a:cs typeface="Trebuchet MS"/>
                        </a:rPr>
                        <a:t>18</a:t>
                      </a:r>
                      <a:endParaRPr lang="es-419"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58419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lang="es-419" sz="2150" spc="-10" dirty="0">
                          <a:latin typeface="Trebuchet MS"/>
                          <a:cs typeface="Trebuchet MS"/>
                        </a:rPr>
                        <a:t>7707426912186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lang="es-ES" sz="2150" dirty="0">
                          <a:latin typeface="Trebuchet MS"/>
                          <a:cs typeface="Trebuchet MS"/>
                        </a:rPr>
                        <a:t>Limpiapisos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1C1C1B"/>
                      </a:solidFill>
                      <a:prstDash val="solid"/>
                    </a:lnL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ES" sz="2150" spc="-30" dirty="0">
                          <a:latin typeface="Trebuchet MS"/>
                          <a:cs typeface="Trebuchet MS"/>
                        </a:rPr>
                        <a:t>500</a:t>
                      </a:r>
                      <a:r>
                        <a:rPr sz="215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35" dirty="0">
                          <a:latin typeface="Trebuchet MS"/>
                          <a:cs typeface="Trebuchet MS"/>
                        </a:rPr>
                        <a:t>mL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es-419"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lang="es-419"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s-419"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lang="es-419"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s-419" sz="2150" spc="-25" dirty="0">
                          <a:latin typeface="Trebuchet MS"/>
                          <a:cs typeface="Trebuchet MS"/>
                        </a:rPr>
                        <a:t>18</a:t>
                      </a:r>
                      <a:endParaRPr lang="es-419"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419" sz="2150" dirty="0">
                          <a:latin typeface="Trebuchet MS"/>
                          <a:cs typeface="Trebuchet MS"/>
                        </a:rPr>
                        <a:t>7707291390409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ES" sz="2150" dirty="0">
                          <a:latin typeface="Trebuchet MS"/>
                          <a:cs typeface="Trebuchet MS"/>
                        </a:rPr>
                        <a:t>Lavaloza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T w="19050">
                      <a:solidFill>
                        <a:srgbClr val="1C1C1B"/>
                      </a:solidFill>
                      <a:prstDash val="solid"/>
                    </a:lnT>
                    <a:lnB w="19050">
                      <a:solidFill>
                        <a:srgbClr val="1C1C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109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ES" sz="2150" spc="-30" dirty="0">
                          <a:latin typeface="Trebuchet MS"/>
                          <a:cs typeface="Trebuchet MS"/>
                        </a:rPr>
                        <a:t>500</a:t>
                      </a:r>
                      <a:r>
                        <a:rPr sz="215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150" spc="-35" dirty="0">
                          <a:latin typeface="Trebuchet MS"/>
                          <a:cs typeface="Trebuchet MS"/>
                        </a:rPr>
                        <a:t>mL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es-419" sz="2150" spc="-140" dirty="0">
                          <a:latin typeface="Trebuchet MS"/>
                          <a:cs typeface="Trebuchet MS"/>
                        </a:rPr>
                        <a:t>Caja</a:t>
                      </a:r>
                      <a:r>
                        <a:rPr lang="es-419" sz="215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s-419" sz="2150" spc="-9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lang="es-419" sz="215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s-419" sz="2150" spc="-25" dirty="0">
                          <a:latin typeface="Trebuchet MS"/>
                          <a:cs typeface="Trebuchet MS"/>
                        </a:rPr>
                        <a:t>18</a:t>
                      </a:r>
                      <a:endParaRPr lang="es-419"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419" sz="2150" spc="-10" dirty="0">
                          <a:latin typeface="Trebuchet MS"/>
                          <a:cs typeface="Trebuchet MS"/>
                        </a:rPr>
                        <a:t>7707426913435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R w="19050">
                      <a:solidFill>
                        <a:srgbClr val="1C1C1B"/>
                      </a:solidFill>
                      <a:prstDash val="solid"/>
                    </a:lnR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ES" sz="2150" dirty="0">
                          <a:latin typeface="Trebuchet MS"/>
                          <a:cs typeface="Trebuchet MS"/>
                        </a:rPr>
                        <a:t>Detergente</a:t>
                      </a:r>
                      <a:endParaRPr sz="2150" dirty="0">
                        <a:latin typeface="Trebuchet MS"/>
                        <a:cs typeface="Trebuchet MS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1C1C1B"/>
                      </a:solidFill>
                      <a:prstDash val="solid"/>
                    </a:lnL>
                    <a:lnT w="19050">
                      <a:solidFill>
                        <a:srgbClr val="1C1C1B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" name="object 44">
            <a:extLst>
              <a:ext uri="{FF2B5EF4-FFF2-40B4-BE49-F238E27FC236}">
                <a16:creationId xmlns:a16="http://schemas.microsoft.com/office/drawing/2014/main" id="{753AF14D-026D-E0DD-531B-BE3AA150ACE6}"/>
              </a:ext>
            </a:extLst>
          </p:cNvPr>
          <p:cNvSpPr txBox="1"/>
          <p:nvPr/>
        </p:nvSpPr>
        <p:spPr>
          <a:xfrm>
            <a:off x="12612212" y="2111492"/>
            <a:ext cx="6496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65" dirty="0">
                <a:solidFill>
                  <a:srgbClr val="FFFFFF"/>
                </a:solidFill>
                <a:latin typeface="Trebuchet MS"/>
                <a:cs typeface="Trebuchet MS"/>
              </a:rPr>
              <a:t>Cont.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24CDC1F8-25BE-7B3D-7EA1-8BEE3E470694}"/>
              </a:ext>
            </a:extLst>
          </p:cNvPr>
          <p:cNvSpPr txBox="1"/>
          <p:nvPr/>
        </p:nvSpPr>
        <p:spPr>
          <a:xfrm>
            <a:off x="13846763" y="1998440"/>
            <a:ext cx="1143000" cy="57848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00330" marR="5080" indent="-88265">
              <a:lnSpc>
                <a:spcPct val="68800"/>
              </a:lnSpc>
              <a:spcBef>
                <a:spcPts val="905"/>
              </a:spcBef>
            </a:pPr>
            <a:r>
              <a:rPr sz="2150" spc="-10" dirty="0">
                <a:solidFill>
                  <a:srgbClr val="FFFFFF"/>
                </a:solidFill>
                <a:latin typeface="Trebuchet MS"/>
                <a:cs typeface="Trebuchet MS"/>
              </a:rPr>
              <a:t>Unidades </a:t>
            </a:r>
            <a:r>
              <a:rPr sz="2150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15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Trebuchet MS"/>
                <a:cs typeface="Trebuchet MS"/>
              </a:rPr>
              <a:t>caja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E9E66B91-0CB2-D100-7310-B09610809556}"/>
              </a:ext>
            </a:extLst>
          </p:cNvPr>
          <p:cNvSpPr/>
          <p:nvPr/>
        </p:nvSpPr>
        <p:spPr>
          <a:xfrm>
            <a:off x="14487457" y="1114312"/>
            <a:ext cx="5005705" cy="634365"/>
          </a:xfrm>
          <a:custGeom>
            <a:avLst/>
            <a:gdLst/>
            <a:ahLst/>
            <a:cxnLst/>
            <a:rect l="l" t="t" r="r" b="b"/>
            <a:pathLst>
              <a:path w="5005705" h="634364">
                <a:moveTo>
                  <a:pt x="4940373" y="633907"/>
                </a:moveTo>
                <a:lnTo>
                  <a:pt x="64699" y="633907"/>
                </a:lnTo>
                <a:lnTo>
                  <a:pt x="39579" y="628801"/>
                </a:lnTo>
                <a:lnTo>
                  <a:pt x="19007" y="614898"/>
                </a:lnTo>
                <a:lnTo>
                  <a:pt x="5105" y="594323"/>
                </a:lnTo>
                <a:lnTo>
                  <a:pt x="0" y="569197"/>
                </a:lnTo>
                <a:lnTo>
                  <a:pt x="0" y="64699"/>
                </a:lnTo>
                <a:lnTo>
                  <a:pt x="5105" y="39575"/>
                </a:lnTo>
                <a:lnTo>
                  <a:pt x="19007" y="19003"/>
                </a:lnTo>
                <a:lnTo>
                  <a:pt x="39579" y="5104"/>
                </a:lnTo>
                <a:lnTo>
                  <a:pt x="64699" y="0"/>
                </a:lnTo>
                <a:lnTo>
                  <a:pt x="4940373" y="0"/>
                </a:lnTo>
                <a:lnTo>
                  <a:pt x="4965498" y="5104"/>
                </a:lnTo>
                <a:lnTo>
                  <a:pt x="4986074" y="19003"/>
                </a:lnTo>
                <a:lnTo>
                  <a:pt x="4999977" y="39575"/>
                </a:lnTo>
                <a:lnTo>
                  <a:pt x="5005083" y="64699"/>
                </a:lnTo>
                <a:lnTo>
                  <a:pt x="5005083" y="569197"/>
                </a:lnTo>
                <a:lnTo>
                  <a:pt x="4999977" y="594323"/>
                </a:lnTo>
                <a:lnTo>
                  <a:pt x="4986074" y="614898"/>
                </a:lnTo>
                <a:lnTo>
                  <a:pt x="4965498" y="628801"/>
                </a:lnTo>
                <a:lnTo>
                  <a:pt x="4940373" y="633907"/>
                </a:lnTo>
                <a:close/>
              </a:path>
            </a:pathLst>
          </a:custGeom>
          <a:ln w="14596">
            <a:solidFill>
              <a:srgbClr val="1C1C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1EE6D850-1C92-67B1-6416-5FE7BDF51630}"/>
              </a:ext>
            </a:extLst>
          </p:cNvPr>
          <p:cNvSpPr txBox="1"/>
          <p:nvPr/>
        </p:nvSpPr>
        <p:spPr>
          <a:xfrm>
            <a:off x="14967067" y="1247864"/>
            <a:ext cx="4262019" cy="343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150" spc="-40" dirty="0">
                <a:latin typeface="Trebuchet MS"/>
                <a:cs typeface="Trebuchet MS"/>
              </a:rPr>
              <a:t>BOLSA REPUESTO ECONÓMICO</a:t>
            </a:r>
            <a:endParaRPr sz="2150" dirty="0">
              <a:latin typeface="Trebuchet MS"/>
              <a:cs typeface="Trebuchet MS"/>
            </a:endParaRPr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A0F021ED-B17B-212F-5C7A-9F5CE714C73A}"/>
              </a:ext>
            </a:extLst>
          </p:cNvPr>
          <p:cNvSpPr/>
          <p:nvPr/>
        </p:nvSpPr>
        <p:spPr>
          <a:xfrm>
            <a:off x="12414685" y="1114304"/>
            <a:ext cx="1984375" cy="629285"/>
          </a:xfrm>
          <a:custGeom>
            <a:avLst/>
            <a:gdLst/>
            <a:ahLst/>
            <a:cxnLst/>
            <a:rect l="l" t="t" r="r" b="b"/>
            <a:pathLst>
              <a:path w="1984375" h="629285">
                <a:moveTo>
                  <a:pt x="1943186" y="0"/>
                </a:moveTo>
                <a:lnTo>
                  <a:pt x="40574" y="0"/>
                </a:lnTo>
                <a:lnTo>
                  <a:pt x="24821" y="3202"/>
                </a:lnTo>
                <a:lnTo>
                  <a:pt x="11919" y="11921"/>
                </a:lnTo>
                <a:lnTo>
                  <a:pt x="3201" y="24825"/>
                </a:lnTo>
                <a:lnTo>
                  <a:pt x="0" y="40585"/>
                </a:lnTo>
                <a:lnTo>
                  <a:pt x="0" y="588453"/>
                </a:lnTo>
                <a:lnTo>
                  <a:pt x="3201" y="604212"/>
                </a:lnTo>
                <a:lnTo>
                  <a:pt x="11919" y="617117"/>
                </a:lnTo>
                <a:lnTo>
                  <a:pt x="24821" y="625836"/>
                </a:lnTo>
                <a:lnTo>
                  <a:pt x="40574" y="629038"/>
                </a:lnTo>
                <a:lnTo>
                  <a:pt x="1943186" y="629038"/>
                </a:lnTo>
                <a:lnTo>
                  <a:pt x="1958940" y="625836"/>
                </a:lnTo>
                <a:lnTo>
                  <a:pt x="1971841" y="617117"/>
                </a:lnTo>
                <a:lnTo>
                  <a:pt x="1980559" y="604212"/>
                </a:lnTo>
                <a:lnTo>
                  <a:pt x="1983761" y="588453"/>
                </a:lnTo>
                <a:lnTo>
                  <a:pt x="1983761" y="40585"/>
                </a:lnTo>
                <a:lnTo>
                  <a:pt x="1980559" y="24825"/>
                </a:lnTo>
                <a:lnTo>
                  <a:pt x="1971841" y="11921"/>
                </a:lnTo>
                <a:lnTo>
                  <a:pt x="1958940" y="3202"/>
                </a:lnTo>
                <a:lnTo>
                  <a:pt x="1943186" y="0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C1F221C4-4D2F-9CAA-FB15-DF7057F0D3BA}"/>
              </a:ext>
            </a:extLst>
          </p:cNvPr>
          <p:cNvSpPr txBox="1"/>
          <p:nvPr/>
        </p:nvSpPr>
        <p:spPr>
          <a:xfrm>
            <a:off x="12686307" y="1234576"/>
            <a:ext cx="1480450" cy="343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150" spc="-25" dirty="0">
                <a:solidFill>
                  <a:srgbClr val="FFFFFF"/>
                </a:solidFill>
                <a:latin typeface="Trebuchet MS"/>
                <a:cs typeface="Trebuchet MS"/>
              </a:rPr>
              <a:t>Referencias</a:t>
            </a:r>
            <a:endParaRPr sz="2150" dirty="0">
              <a:latin typeface="Trebuchet MS"/>
              <a:cs typeface="Trebuchet MS"/>
            </a:endParaRPr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E3C274C1-69B0-AC53-EB07-55DC48E9B63C}"/>
              </a:ext>
            </a:extLst>
          </p:cNvPr>
          <p:cNvSpPr/>
          <p:nvPr/>
        </p:nvSpPr>
        <p:spPr>
          <a:xfrm>
            <a:off x="12420117" y="5585223"/>
            <a:ext cx="4377055" cy="1320800"/>
          </a:xfrm>
          <a:custGeom>
            <a:avLst/>
            <a:gdLst/>
            <a:ahLst/>
            <a:cxnLst/>
            <a:rect l="l" t="t" r="r" b="b"/>
            <a:pathLst>
              <a:path w="4377055" h="1320800">
                <a:moveTo>
                  <a:pt x="575322" y="1005014"/>
                </a:moveTo>
                <a:lnTo>
                  <a:pt x="575297" y="1003058"/>
                </a:lnTo>
                <a:lnTo>
                  <a:pt x="575170" y="994333"/>
                </a:lnTo>
                <a:lnTo>
                  <a:pt x="575157" y="992771"/>
                </a:lnTo>
                <a:lnTo>
                  <a:pt x="481431" y="888415"/>
                </a:lnTo>
                <a:lnTo>
                  <a:pt x="453288" y="859078"/>
                </a:lnTo>
                <a:lnTo>
                  <a:pt x="452475" y="858240"/>
                </a:lnTo>
                <a:lnTo>
                  <a:pt x="452145" y="857694"/>
                </a:lnTo>
                <a:lnTo>
                  <a:pt x="451637" y="857008"/>
                </a:lnTo>
                <a:lnTo>
                  <a:pt x="449834" y="854608"/>
                </a:lnTo>
                <a:lnTo>
                  <a:pt x="448576" y="853668"/>
                </a:lnTo>
                <a:lnTo>
                  <a:pt x="460984" y="831875"/>
                </a:lnTo>
                <a:lnTo>
                  <a:pt x="476046" y="806551"/>
                </a:lnTo>
                <a:lnTo>
                  <a:pt x="477469" y="804976"/>
                </a:lnTo>
                <a:lnTo>
                  <a:pt x="474891" y="802297"/>
                </a:lnTo>
                <a:lnTo>
                  <a:pt x="473227" y="803503"/>
                </a:lnTo>
                <a:lnTo>
                  <a:pt x="460629" y="809815"/>
                </a:lnTo>
                <a:lnTo>
                  <a:pt x="449859" y="816229"/>
                </a:lnTo>
                <a:lnTo>
                  <a:pt x="439547" y="823353"/>
                </a:lnTo>
                <a:lnTo>
                  <a:pt x="429691" y="831164"/>
                </a:lnTo>
                <a:lnTo>
                  <a:pt x="413029" y="846505"/>
                </a:lnTo>
                <a:lnTo>
                  <a:pt x="308965" y="851357"/>
                </a:lnTo>
                <a:lnTo>
                  <a:pt x="136601" y="861174"/>
                </a:lnTo>
                <a:lnTo>
                  <a:pt x="113182" y="862457"/>
                </a:lnTo>
                <a:lnTo>
                  <a:pt x="113639" y="862457"/>
                </a:lnTo>
                <a:lnTo>
                  <a:pt x="44234" y="912342"/>
                </a:lnTo>
                <a:lnTo>
                  <a:pt x="5334" y="951941"/>
                </a:lnTo>
                <a:lnTo>
                  <a:pt x="0" y="957021"/>
                </a:lnTo>
                <a:lnTo>
                  <a:pt x="3238" y="966685"/>
                </a:lnTo>
                <a:lnTo>
                  <a:pt x="3276" y="966812"/>
                </a:lnTo>
                <a:lnTo>
                  <a:pt x="10617" y="967651"/>
                </a:lnTo>
                <a:lnTo>
                  <a:pt x="14947" y="968362"/>
                </a:lnTo>
                <a:lnTo>
                  <a:pt x="20015" y="969695"/>
                </a:lnTo>
                <a:lnTo>
                  <a:pt x="23418" y="965974"/>
                </a:lnTo>
                <a:lnTo>
                  <a:pt x="24371" y="965034"/>
                </a:lnTo>
                <a:lnTo>
                  <a:pt x="79260" y="910170"/>
                </a:lnTo>
                <a:lnTo>
                  <a:pt x="85394" y="903947"/>
                </a:lnTo>
                <a:lnTo>
                  <a:pt x="91833" y="897712"/>
                </a:lnTo>
                <a:lnTo>
                  <a:pt x="255320" y="878141"/>
                </a:lnTo>
                <a:lnTo>
                  <a:pt x="383120" y="869213"/>
                </a:lnTo>
                <a:lnTo>
                  <a:pt x="392849" y="868654"/>
                </a:lnTo>
                <a:lnTo>
                  <a:pt x="381939" y="881989"/>
                </a:lnTo>
                <a:lnTo>
                  <a:pt x="368071" y="900734"/>
                </a:lnTo>
                <a:lnTo>
                  <a:pt x="342112" y="939101"/>
                </a:lnTo>
                <a:lnTo>
                  <a:pt x="317855" y="978471"/>
                </a:lnTo>
                <a:lnTo>
                  <a:pt x="295262" y="1018819"/>
                </a:lnTo>
                <a:lnTo>
                  <a:pt x="274256" y="1060107"/>
                </a:lnTo>
                <a:lnTo>
                  <a:pt x="272237" y="1063726"/>
                </a:lnTo>
                <a:lnTo>
                  <a:pt x="248234" y="1024394"/>
                </a:lnTo>
                <a:lnTo>
                  <a:pt x="218186" y="992771"/>
                </a:lnTo>
                <a:lnTo>
                  <a:pt x="192443" y="984148"/>
                </a:lnTo>
                <a:lnTo>
                  <a:pt x="184010" y="985088"/>
                </a:lnTo>
                <a:lnTo>
                  <a:pt x="175679" y="988275"/>
                </a:lnTo>
                <a:lnTo>
                  <a:pt x="164490" y="997038"/>
                </a:lnTo>
                <a:lnTo>
                  <a:pt x="157340" y="1008646"/>
                </a:lnTo>
                <a:lnTo>
                  <a:pt x="154584" y="1022032"/>
                </a:lnTo>
                <a:lnTo>
                  <a:pt x="156591" y="1036154"/>
                </a:lnTo>
                <a:lnTo>
                  <a:pt x="238658" y="1157655"/>
                </a:lnTo>
                <a:lnTo>
                  <a:pt x="268706" y="1179474"/>
                </a:lnTo>
                <a:lnTo>
                  <a:pt x="279057" y="1179271"/>
                </a:lnTo>
                <a:lnTo>
                  <a:pt x="315010" y="1150861"/>
                </a:lnTo>
                <a:lnTo>
                  <a:pt x="339775" y="1086942"/>
                </a:lnTo>
                <a:lnTo>
                  <a:pt x="348881" y="1063129"/>
                </a:lnTo>
                <a:lnTo>
                  <a:pt x="378637" y="992708"/>
                </a:lnTo>
                <a:lnTo>
                  <a:pt x="400164" y="946581"/>
                </a:lnTo>
                <a:lnTo>
                  <a:pt x="422998" y="901090"/>
                </a:lnTo>
                <a:lnTo>
                  <a:pt x="435495" y="877836"/>
                </a:lnTo>
                <a:lnTo>
                  <a:pt x="461302" y="902957"/>
                </a:lnTo>
                <a:lnTo>
                  <a:pt x="544360" y="985304"/>
                </a:lnTo>
                <a:lnTo>
                  <a:pt x="550976" y="994333"/>
                </a:lnTo>
                <a:lnTo>
                  <a:pt x="551484" y="1003058"/>
                </a:lnTo>
                <a:lnTo>
                  <a:pt x="547065" y="1011377"/>
                </a:lnTo>
                <a:lnTo>
                  <a:pt x="538886" y="1019238"/>
                </a:lnTo>
                <a:lnTo>
                  <a:pt x="506209" y="1049616"/>
                </a:lnTo>
                <a:lnTo>
                  <a:pt x="336461" y="1209548"/>
                </a:lnTo>
                <a:lnTo>
                  <a:pt x="310108" y="1234859"/>
                </a:lnTo>
                <a:lnTo>
                  <a:pt x="286372" y="1258519"/>
                </a:lnTo>
                <a:lnTo>
                  <a:pt x="281635" y="1262100"/>
                </a:lnTo>
                <a:lnTo>
                  <a:pt x="268185" y="1261084"/>
                </a:lnTo>
                <a:lnTo>
                  <a:pt x="263410" y="1256258"/>
                </a:lnTo>
                <a:lnTo>
                  <a:pt x="126707" y="1142085"/>
                </a:lnTo>
                <a:lnTo>
                  <a:pt x="116865" y="1133894"/>
                </a:lnTo>
                <a:lnTo>
                  <a:pt x="114477" y="1133741"/>
                </a:lnTo>
                <a:lnTo>
                  <a:pt x="114477" y="1142250"/>
                </a:lnTo>
                <a:lnTo>
                  <a:pt x="113995" y="1147064"/>
                </a:lnTo>
                <a:lnTo>
                  <a:pt x="114477" y="1142250"/>
                </a:lnTo>
                <a:lnTo>
                  <a:pt x="114477" y="1133741"/>
                </a:lnTo>
                <a:lnTo>
                  <a:pt x="111137" y="1133525"/>
                </a:lnTo>
                <a:lnTo>
                  <a:pt x="106807" y="1136586"/>
                </a:lnTo>
                <a:lnTo>
                  <a:pt x="104381" y="1138262"/>
                </a:lnTo>
                <a:lnTo>
                  <a:pt x="101612" y="1140460"/>
                </a:lnTo>
                <a:lnTo>
                  <a:pt x="99288" y="1142250"/>
                </a:lnTo>
                <a:lnTo>
                  <a:pt x="93548" y="1146810"/>
                </a:lnTo>
                <a:lnTo>
                  <a:pt x="93472" y="1155865"/>
                </a:lnTo>
                <a:lnTo>
                  <a:pt x="99199" y="1160500"/>
                </a:lnTo>
                <a:lnTo>
                  <a:pt x="252679" y="1286814"/>
                </a:lnTo>
                <a:lnTo>
                  <a:pt x="260794" y="1292974"/>
                </a:lnTo>
                <a:lnTo>
                  <a:pt x="270586" y="1296758"/>
                </a:lnTo>
                <a:lnTo>
                  <a:pt x="281063" y="1297901"/>
                </a:lnTo>
                <a:lnTo>
                  <a:pt x="291211" y="1296123"/>
                </a:lnTo>
                <a:lnTo>
                  <a:pt x="297662" y="1294066"/>
                </a:lnTo>
                <a:lnTo>
                  <a:pt x="304292" y="1290701"/>
                </a:lnTo>
                <a:lnTo>
                  <a:pt x="308737" y="1284122"/>
                </a:lnTo>
                <a:lnTo>
                  <a:pt x="309410" y="1283385"/>
                </a:lnTo>
                <a:lnTo>
                  <a:pt x="309638" y="1283144"/>
                </a:lnTo>
                <a:lnTo>
                  <a:pt x="312648" y="1279855"/>
                </a:lnTo>
                <a:lnTo>
                  <a:pt x="320319" y="1271803"/>
                </a:lnTo>
                <a:lnTo>
                  <a:pt x="321119" y="1270952"/>
                </a:lnTo>
                <a:lnTo>
                  <a:pt x="325691" y="1266367"/>
                </a:lnTo>
                <a:lnTo>
                  <a:pt x="560095" y="1027087"/>
                </a:lnTo>
                <a:lnTo>
                  <a:pt x="569836" y="1016723"/>
                </a:lnTo>
                <a:lnTo>
                  <a:pt x="575322" y="1005014"/>
                </a:lnTo>
                <a:close/>
              </a:path>
              <a:path w="4377055" h="1320800">
                <a:moveTo>
                  <a:pt x="575322" y="202717"/>
                </a:moveTo>
                <a:lnTo>
                  <a:pt x="575297" y="200761"/>
                </a:lnTo>
                <a:lnTo>
                  <a:pt x="575170" y="192036"/>
                </a:lnTo>
                <a:lnTo>
                  <a:pt x="575157" y="190474"/>
                </a:lnTo>
                <a:lnTo>
                  <a:pt x="481431" y="86118"/>
                </a:lnTo>
                <a:lnTo>
                  <a:pt x="453288" y="56781"/>
                </a:lnTo>
                <a:lnTo>
                  <a:pt x="452475" y="55930"/>
                </a:lnTo>
                <a:lnTo>
                  <a:pt x="452145" y="55397"/>
                </a:lnTo>
                <a:lnTo>
                  <a:pt x="451637" y="54711"/>
                </a:lnTo>
                <a:lnTo>
                  <a:pt x="449834" y="52311"/>
                </a:lnTo>
                <a:lnTo>
                  <a:pt x="448576" y="51371"/>
                </a:lnTo>
                <a:lnTo>
                  <a:pt x="460984" y="29578"/>
                </a:lnTo>
                <a:lnTo>
                  <a:pt x="476046" y="4254"/>
                </a:lnTo>
                <a:lnTo>
                  <a:pt x="477469" y="2679"/>
                </a:lnTo>
                <a:lnTo>
                  <a:pt x="474891" y="0"/>
                </a:lnTo>
                <a:lnTo>
                  <a:pt x="473227" y="1206"/>
                </a:lnTo>
                <a:lnTo>
                  <a:pt x="460629" y="7518"/>
                </a:lnTo>
                <a:lnTo>
                  <a:pt x="449859" y="13931"/>
                </a:lnTo>
                <a:lnTo>
                  <a:pt x="439547" y="21056"/>
                </a:lnTo>
                <a:lnTo>
                  <a:pt x="429691" y="28867"/>
                </a:lnTo>
                <a:lnTo>
                  <a:pt x="413029" y="44208"/>
                </a:lnTo>
                <a:lnTo>
                  <a:pt x="308965" y="49060"/>
                </a:lnTo>
                <a:lnTo>
                  <a:pt x="136601" y="58877"/>
                </a:lnTo>
                <a:lnTo>
                  <a:pt x="113182" y="60159"/>
                </a:lnTo>
                <a:lnTo>
                  <a:pt x="113639" y="60159"/>
                </a:lnTo>
                <a:lnTo>
                  <a:pt x="68922" y="85382"/>
                </a:lnTo>
                <a:lnTo>
                  <a:pt x="68922" y="96685"/>
                </a:lnTo>
                <a:lnTo>
                  <a:pt x="14173" y="147231"/>
                </a:lnTo>
                <a:lnTo>
                  <a:pt x="14376" y="147027"/>
                </a:lnTo>
                <a:lnTo>
                  <a:pt x="68922" y="96685"/>
                </a:lnTo>
                <a:lnTo>
                  <a:pt x="68922" y="85382"/>
                </a:lnTo>
                <a:lnTo>
                  <a:pt x="44234" y="110045"/>
                </a:lnTo>
                <a:lnTo>
                  <a:pt x="5334" y="149644"/>
                </a:lnTo>
                <a:lnTo>
                  <a:pt x="0" y="154724"/>
                </a:lnTo>
                <a:lnTo>
                  <a:pt x="3238" y="164388"/>
                </a:lnTo>
                <a:lnTo>
                  <a:pt x="3276" y="164515"/>
                </a:lnTo>
                <a:lnTo>
                  <a:pt x="10617" y="165354"/>
                </a:lnTo>
                <a:lnTo>
                  <a:pt x="14947" y="166065"/>
                </a:lnTo>
                <a:lnTo>
                  <a:pt x="20015" y="167398"/>
                </a:lnTo>
                <a:lnTo>
                  <a:pt x="23418" y="163677"/>
                </a:lnTo>
                <a:lnTo>
                  <a:pt x="24371" y="162737"/>
                </a:lnTo>
                <a:lnTo>
                  <a:pt x="79260" y="107873"/>
                </a:lnTo>
                <a:lnTo>
                  <a:pt x="85394" y="101650"/>
                </a:lnTo>
                <a:lnTo>
                  <a:pt x="91833" y="95415"/>
                </a:lnTo>
                <a:lnTo>
                  <a:pt x="255320" y="75844"/>
                </a:lnTo>
                <a:lnTo>
                  <a:pt x="383120" y="66916"/>
                </a:lnTo>
                <a:lnTo>
                  <a:pt x="392849" y="66357"/>
                </a:lnTo>
                <a:lnTo>
                  <a:pt x="381939" y="79692"/>
                </a:lnTo>
                <a:lnTo>
                  <a:pt x="368071" y="98437"/>
                </a:lnTo>
                <a:lnTo>
                  <a:pt x="342112" y="136804"/>
                </a:lnTo>
                <a:lnTo>
                  <a:pt x="317855" y="176174"/>
                </a:lnTo>
                <a:lnTo>
                  <a:pt x="295262" y="216522"/>
                </a:lnTo>
                <a:lnTo>
                  <a:pt x="274256" y="257810"/>
                </a:lnTo>
                <a:lnTo>
                  <a:pt x="272237" y="261429"/>
                </a:lnTo>
                <a:lnTo>
                  <a:pt x="248234" y="222097"/>
                </a:lnTo>
                <a:lnTo>
                  <a:pt x="218186" y="190474"/>
                </a:lnTo>
                <a:lnTo>
                  <a:pt x="192443" y="181851"/>
                </a:lnTo>
                <a:lnTo>
                  <a:pt x="184010" y="182791"/>
                </a:lnTo>
                <a:lnTo>
                  <a:pt x="175679" y="185978"/>
                </a:lnTo>
                <a:lnTo>
                  <a:pt x="164490" y="194741"/>
                </a:lnTo>
                <a:lnTo>
                  <a:pt x="157340" y="206349"/>
                </a:lnTo>
                <a:lnTo>
                  <a:pt x="154584" y="219735"/>
                </a:lnTo>
                <a:lnTo>
                  <a:pt x="156591" y="233857"/>
                </a:lnTo>
                <a:lnTo>
                  <a:pt x="238658" y="355358"/>
                </a:lnTo>
                <a:lnTo>
                  <a:pt x="268706" y="377177"/>
                </a:lnTo>
                <a:lnTo>
                  <a:pt x="279057" y="376974"/>
                </a:lnTo>
                <a:lnTo>
                  <a:pt x="315010" y="348564"/>
                </a:lnTo>
                <a:lnTo>
                  <a:pt x="339775" y="284645"/>
                </a:lnTo>
                <a:lnTo>
                  <a:pt x="348881" y="260832"/>
                </a:lnTo>
                <a:lnTo>
                  <a:pt x="378637" y="190411"/>
                </a:lnTo>
                <a:lnTo>
                  <a:pt x="400164" y="144284"/>
                </a:lnTo>
                <a:lnTo>
                  <a:pt x="422998" y="98793"/>
                </a:lnTo>
                <a:lnTo>
                  <a:pt x="435495" y="75539"/>
                </a:lnTo>
                <a:lnTo>
                  <a:pt x="461302" y="100660"/>
                </a:lnTo>
                <a:lnTo>
                  <a:pt x="544360" y="183007"/>
                </a:lnTo>
                <a:lnTo>
                  <a:pt x="550976" y="192036"/>
                </a:lnTo>
                <a:lnTo>
                  <a:pt x="551484" y="200761"/>
                </a:lnTo>
                <a:lnTo>
                  <a:pt x="547065" y="209080"/>
                </a:lnTo>
                <a:lnTo>
                  <a:pt x="538886" y="216941"/>
                </a:lnTo>
                <a:lnTo>
                  <a:pt x="506209" y="247319"/>
                </a:lnTo>
                <a:lnTo>
                  <a:pt x="336461" y="407250"/>
                </a:lnTo>
                <a:lnTo>
                  <a:pt x="310108" y="432549"/>
                </a:lnTo>
                <a:lnTo>
                  <a:pt x="286372" y="456222"/>
                </a:lnTo>
                <a:lnTo>
                  <a:pt x="281635" y="459803"/>
                </a:lnTo>
                <a:lnTo>
                  <a:pt x="268185" y="458787"/>
                </a:lnTo>
                <a:lnTo>
                  <a:pt x="263410" y="453961"/>
                </a:lnTo>
                <a:lnTo>
                  <a:pt x="126707" y="339775"/>
                </a:lnTo>
                <a:lnTo>
                  <a:pt x="116865" y="331597"/>
                </a:lnTo>
                <a:lnTo>
                  <a:pt x="114477" y="331444"/>
                </a:lnTo>
                <a:lnTo>
                  <a:pt x="114477" y="339953"/>
                </a:lnTo>
                <a:lnTo>
                  <a:pt x="113995" y="344754"/>
                </a:lnTo>
                <a:lnTo>
                  <a:pt x="114477" y="339953"/>
                </a:lnTo>
                <a:lnTo>
                  <a:pt x="114477" y="331444"/>
                </a:lnTo>
                <a:lnTo>
                  <a:pt x="111137" y="331228"/>
                </a:lnTo>
                <a:lnTo>
                  <a:pt x="106807" y="334289"/>
                </a:lnTo>
                <a:lnTo>
                  <a:pt x="104381" y="335965"/>
                </a:lnTo>
                <a:lnTo>
                  <a:pt x="101612" y="338162"/>
                </a:lnTo>
                <a:lnTo>
                  <a:pt x="99288" y="339953"/>
                </a:lnTo>
                <a:lnTo>
                  <a:pt x="93548" y="344512"/>
                </a:lnTo>
                <a:lnTo>
                  <a:pt x="93472" y="353568"/>
                </a:lnTo>
                <a:lnTo>
                  <a:pt x="99199" y="358203"/>
                </a:lnTo>
                <a:lnTo>
                  <a:pt x="252679" y="484517"/>
                </a:lnTo>
                <a:lnTo>
                  <a:pt x="260794" y="490677"/>
                </a:lnTo>
                <a:lnTo>
                  <a:pt x="270586" y="494461"/>
                </a:lnTo>
                <a:lnTo>
                  <a:pt x="281063" y="495604"/>
                </a:lnTo>
                <a:lnTo>
                  <a:pt x="291211" y="493826"/>
                </a:lnTo>
                <a:lnTo>
                  <a:pt x="297662" y="491769"/>
                </a:lnTo>
                <a:lnTo>
                  <a:pt x="304292" y="488403"/>
                </a:lnTo>
                <a:lnTo>
                  <a:pt x="308737" y="481825"/>
                </a:lnTo>
                <a:lnTo>
                  <a:pt x="309410" y="481088"/>
                </a:lnTo>
                <a:lnTo>
                  <a:pt x="309638" y="480847"/>
                </a:lnTo>
                <a:lnTo>
                  <a:pt x="312648" y="477558"/>
                </a:lnTo>
                <a:lnTo>
                  <a:pt x="320319" y="469506"/>
                </a:lnTo>
                <a:lnTo>
                  <a:pt x="321119" y="468655"/>
                </a:lnTo>
                <a:lnTo>
                  <a:pt x="325691" y="464070"/>
                </a:lnTo>
                <a:lnTo>
                  <a:pt x="560095" y="224790"/>
                </a:lnTo>
                <a:lnTo>
                  <a:pt x="569836" y="214426"/>
                </a:lnTo>
                <a:lnTo>
                  <a:pt x="575322" y="202717"/>
                </a:lnTo>
                <a:close/>
              </a:path>
              <a:path w="4377055" h="1320800">
                <a:moveTo>
                  <a:pt x="4376534" y="1027379"/>
                </a:moveTo>
                <a:lnTo>
                  <a:pt x="4376509" y="1025410"/>
                </a:lnTo>
                <a:lnTo>
                  <a:pt x="4376382" y="1016685"/>
                </a:lnTo>
                <a:lnTo>
                  <a:pt x="4376369" y="1015123"/>
                </a:lnTo>
                <a:lnTo>
                  <a:pt x="4282643" y="910767"/>
                </a:lnTo>
                <a:lnTo>
                  <a:pt x="4254500" y="881430"/>
                </a:lnTo>
                <a:lnTo>
                  <a:pt x="4253687" y="880592"/>
                </a:lnTo>
                <a:lnTo>
                  <a:pt x="4253357" y="880046"/>
                </a:lnTo>
                <a:lnTo>
                  <a:pt x="4252849" y="879360"/>
                </a:lnTo>
                <a:lnTo>
                  <a:pt x="4251058" y="876960"/>
                </a:lnTo>
                <a:lnTo>
                  <a:pt x="4249788" y="876020"/>
                </a:lnTo>
                <a:lnTo>
                  <a:pt x="4262196" y="854227"/>
                </a:lnTo>
                <a:lnTo>
                  <a:pt x="4277258" y="828903"/>
                </a:lnTo>
                <a:lnTo>
                  <a:pt x="4278681" y="827328"/>
                </a:lnTo>
                <a:lnTo>
                  <a:pt x="4276102" y="824649"/>
                </a:lnTo>
                <a:lnTo>
                  <a:pt x="4274439" y="825855"/>
                </a:lnTo>
                <a:lnTo>
                  <a:pt x="4261840" y="832167"/>
                </a:lnTo>
                <a:lnTo>
                  <a:pt x="4251071" y="838581"/>
                </a:lnTo>
                <a:lnTo>
                  <a:pt x="4240758" y="845705"/>
                </a:lnTo>
                <a:lnTo>
                  <a:pt x="4230903" y="853516"/>
                </a:lnTo>
                <a:lnTo>
                  <a:pt x="4214241" y="868857"/>
                </a:lnTo>
                <a:lnTo>
                  <a:pt x="4110177" y="873709"/>
                </a:lnTo>
                <a:lnTo>
                  <a:pt x="3937812" y="883526"/>
                </a:lnTo>
                <a:lnTo>
                  <a:pt x="3914381" y="884809"/>
                </a:lnTo>
                <a:lnTo>
                  <a:pt x="3914851" y="884809"/>
                </a:lnTo>
                <a:lnTo>
                  <a:pt x="3845433" y="934694"/>
                </a:lnTo>
                <a:lnTo>
                  <a:pt x="3815384" y="965301"/>
                </a:lnTo>
                <a:lnTo>
                  <a:pt x="3815384" y="971880"/>
                </a:lnTo>
                <a:lnTo>
                  <a:pt x="3814610" y="972604"/>
                </a:lnTo>
                <a:lnTo>
                  <a:pt x="3814483" y="972705"/>
                </a:lnTo>
                <a:lnTo>
                  <a:pt x="3815384" y="971880"/>
                </a:lnTo>
                <a:lnTo>
                  <a:pt x="3815384" y="965301"/>
                </a:lnTo>
                <a:lnTo>
                  <a:pt x="3806545" y="974293"/>
                </a:lnTo>
                <a:lnTo>
                  <a:pt x="3801211" y="979373"/>
                </a:lnTo>
                <a:lnTo>
                  <a:pt x="3804437" y="989037"/>
                </a:lnTo>
                <a:lnTo>
                  <a:pt x="3804475" y="989177"/>
                </a:lnTo>
                <a:lnTo>
                  <a:pt x="3811828" y="990003"/>
                </a:lnTo>
                <a:lnTo>
                  <a:pt x="3816172" y="990714"/>
                </a:lnTo>
                <a:lnTo>
                  <a:pt x="3821226" y="992047"/>
                </a:lnTo>
                <a:lnTo>
                  <a:pt x="3824630" y="988339"/>
                </a:lnTo>
                <a:lnTo>
                  <a:pt x="3825583" y="987386"/>
                </a:lnTo>
                <a:lnTo>
                  <a:pt x="3880459" y="932535"/>
                </a:lnTo>
                <a:lnTo>
                  <a:pt x="3886606" y="926299"/>
                </a:lnTo>
                <a:lnTo>
                  <a:pt x="3893045" y="920064"/>
                </a:lnTo>
                <a:lnTo>
                  <a:pt x="4056532" y="900493"/>
                </a:lnTo>
                <a:lnTo>
                  <a:pt x="4184319" y="891565"/>
                </a:lnTo>
                <a:lnTo>
                  <a:pt x="4194060" y="891006"/>
                </a:lnTo>
                <a:lnTo>
                  <a:pt x="4183138" y="904341"/>
                </a:lnTo>
                <a:lnTo>
                  <a:pt x="4169283" y="923086"/>
                </a:lnTo>
                <a:lnTo>
                  <a:pt x="4143324" y="961453"/>
                </a:lnTo>
                <a:lnTo>
                  <a:pt x="4119067" y="1000823"/>
                </a:lnTo>
                <a:lnTo>
                  <a:pt x="4096474" y="1041171"/>
                </a:lnTo>
                <a:lnTo>
                  <a:pt x="4075468" y="1082471"/>
                </a:lnTo>
                <a:lnTo>
                  <a:pt x="4073448" y="1086078"/>
                </a:lnTo>
                <a:lnTo>
                  <a:pt x="4049433" y="1046746"/>
                </a:lnTo>
                <a:lnTo>
                  <a:pt x="4019397" y="1015123"/>
                </a:lnTo>
                <a:lnTo>
                  <a:pt x="3993654" y="1006500"/>
                </a:lnTo>
                <a:lnTo>
                  <a:pt x="3985222" y="1007440"/>
                </a:lnTo>
                <a:lnTo>
                  <a:pt x="3976890" y="1010640"/>
                </a:lnTo>
                <a:lnTo>
                  <a:pt x="3965702" y="1019403"/>
                </a:lnTo>
                <a:lnTo>
                  <a:pt x="3958552" y="1030998"/>
                </a:lnTo>
                <a:lnTo>
                  <a:pt x="3955796" y="1044397"/>
                </a:lnTo>
                <a:lnTo>
                  <a:pt x="3957790" y="1058506"/>
                </a:lnTo>
                <a:lnTo>
                  <a:pt x="4039857" y="1180007"/>
                </a:lnTo>
                <a:lnTo>
                  <a:pt x="4069918" y="1201826"/>
                </a:lnTo>
                <a:lnTo>
                  <a:pt x="4080268" y="1201623"/>
                </a:lnTo>
                <a:lnTo>
                  <a:pt x="4116222" y="1173213"/>
                </a:lnTo>
                <a:lnTo>
                  <a:pt x="4140987" y="1109294"/>
                </a:lnTo>
                <a:lnTo>
                  <a:pt x="4150093" y="1085481"/>
                </a:lnTo>
                <a:lnTo>
                  <a:pt x="4179849" y="1015060"/>
                </a:lnTo>
                <a:lnTo>
                  <a:pt x="4201376" y="968933"/>
                </a:lnTo>
                <a:lnTo>
                  <a:pt x="4224210" y="923455"/>
                </a:lnTo>
                <a:lnTo>
                  <a:pt x="4236707" y="900201"/>
                </a:lnTo>
                <a:lnTo>
                  <a:pt x="4262513" y="925309"/>
                </a:lnTo>
                <a:lnTo>
                  <a:pt x="4345571" y="1007668"/>
                </a:lnTo>
                <a:lnTo>
                  <a:pt x="4352188" y="1016685"/>
                </a:lnTo>
                <a:lnTo>
                  <a:pt x="4352696" y="1025410"/>
                </a:lnTo>
                <a:lnTo>
                  <a:pt x="4348277" y="1033729"/>
                </a:lnTo>
                <a:lnTo>
                  <a:pt x="4340098" y="1041590"/>
                </a:lnTo>
                <a:lnTo>
                  <a:pt x="4307433" y="1071968"/>
                </a:lnTo>
                <a:lnTo>
                  <a:pt x="4137672" y="1231900"/>
                </a:lnTo>
                <a:lnTo>
                  <a:pt x="4111320" y="1257211"/>
                </a:lnTo>
                <a:lnTo>
                  <a:pt x="4087571" y="1280871"/>
                </a:lnTo>
                <a:lnTo>
                  <a:pt x="4082846" y="1284452"/>
                </a:lnTo>
                <a:lnTo>
                  <a:pt x="4069397" y="1283436"/>
                </a:lnTo>
                <a:lnTo>
                  <a:pt x="4064622" y="1278610"/>
                </a:lnTo>
                <a:lnTo>
                  <a:pt x="3927932" y="1164437"/>
                </a:lnTo>
                <a:lnTo>
                  <a:pt x="3918077" y="1156246"/>
                </a:lnTo>
                <a:lnTo>
                  <a:pt x="3912349" y="1155877"/>
                </a:lnTo>
                <a:lnTo>
                  <a:pt x="3908018" y="1158938"/>
                </a:lnTo>
                <a:lnTo>
                  <a:pt x="3905593" y="1160614"/>
                </a:lnTo>
                <a:lnTo>
                  <a:pt x="3902824" y="1162812"/>
                </a:lnTo>
                <a:lnTo>
                  <a:pt x="3900513" y="1164602"/>
                </a:lnTo>
                <a:lnTo>
                  <a:pt x="3894759" y="1169162"/>
                </a:lnTo>
                <a:lnTo>
                  <a:pt x="3894683" y="1178217"/>
                </a:lnTo>
                <a:lnTo>
                  <a:pt x="3900411" y="1182852"/>
                </a:lnTo>
                <a:lnTo>
                  <a:pt x="4053890" y="1309166"/>
                </a:lnTo>
                <a:lnTo>
                  <a:pt x="4062006" y="1315326"/>
                </a:lnTo>
                <a:lnTo>
                  <a:pt x="4071797" y="1319110"/>
                </a:lnTo>
                <a:lnTo>
                  <a:pt x="4082275" y="1320253"/>
                </a:lnTo>
                <a:lnTo>
                  <a:pt x="4092422" y="1318475"/>
                </a:lnTo>
                <a:lnTo>
                  <a:pt x="4098874" y="1316418"/>
                </a:lnTo>
                <a:lnTo>
                  <a:pt x="4105491" y="1313053"/>
                </a:lnTo>
                <a:lnTo>
                  <a:pt x="4110444" y="1305737"/>
                </a:lnTo>
                <a:lnTo>
                  <a:pt x="4109948" y="1306487"/>
                </a:lnTo>
                <a:lnTo>
                  <a:pt x="4110621" y="1305737"/>
                </a:lnTo>
                <a:lnTo>
                  <a:pt x="4110850" y="1305496"/>
                </a:lnTo>
                <a:lnTo>
                  <a:pt x="4113860" y="1302207"/>
                </a:lnTo>
                <a:lnTo>
                  <a:pt x="4121531" y="1294155"/>
                </a:lnTo>
                <a:lnTo>
                  <a:pt x="4122331" y="1293304"/>
                </a:lnTo>
                <a:lnTo>
                  <a:pt x="4126903" y="1288719"/>
                </a:lnTo>
                <a:lnTo>
                  <a:pt x="4361307" y="1049439"/>
                </a:lnTo>
                <a:lnTo>
                  <a:pt x="4371048" y="1039088"/>
                </a:lnTo>
                <a:lnTo>
                  <a:pt x="4376534" y="1027379"/>
                </a:lnTo>
                <a:close/>
              </a:path>
              <a:path w="4377055" h="1320800">
                <a:moveTo>
                  <a:pt x="4376534" y="202717"/>
                </a:moveTo>
                <a:lnTo>
                  <a:pt x="4376509" y="200761"/>
                </a:lnTo>
                <a:lnTo>
                  <a:pt x="4376382" y="192036"/>
                </a:lnTo>
                <a:lnTo>
                  <a:pt x="4376369" y="190474"/>
                </a:lnTo>
                <a:lnTo>
                  <a:pt x="4282643" y="86118"/>
                </a:lnTo>
                <a:lnTo>
                  <a:pt x="4254500" y="56781"/>
                </a:lnTo>
                <a:lnTo>
                  <a:pt x="4253687" y="55930"/>
                </a:lnTo>
                <a:lnTo>
                  <a:pt x="4253357" y="55397"/>
                </a:lnTo>
                <a:lnTo>
                  <a:pt x="4252849" y="54711"/>
                </a:lnTo>
                <a:lnTo>
                  <a:pt x="4251058" y="52311"/>
                </a:lnTo>
                <a:lnTo>
                  <a:pt x="4249788" y="51371"/>
                </a:lnTo>
                <a:lnTo>
                  <a:pt x="4262196" y="29578"/>
                </a:lnTo>
                <a:lnTo>
                  <a:pt x="4277258" y="4254"/>
                </a:lnTo>
                <a:lnTo>
                  <a:pt x="4278681" y="2679"/>
                </a:lnTo>
                <a:lnTo>
                  <a:pt x="4276102" y="0"/>
                </a:lnTo>
                <a:lnTo>
                  <a:pt x="4274439" y="1206"/>
                </a:lnTo>
                <a:lnTo>
                  <a:pt x="4261840" y="7518"/>
                </a:lnTo>
                <a:lnTo>
                  <a:pt x="4251071" y="13931"/>
                </a:lnTo>
                <a:lnTo>
                  <a:pt x="4240758" y="21056"/>
                </a:lnTo>
                <a:lnTo>
                  <a:pt x="4230903" y="28867"/>
                </a:lnTo>
                <a:lnTo>
                  <a:pt x="4214228" y="44208"/>
                </a:lnTo>
                <a:lnTo>
                  <a:pt x="4110177" y="49060"/>
                </a:lnTo>
                <a:lnTo>
                  <a:pt x="3937812" y="58877"/>
                </a:lnTo>
                <a:lnTo>
                  <a:pt x="3914381" y="60159"/>
                </a:lnTo>
                <a:lnTo>
                  <a:pt x="3914851" y="60159"/>
                </a:lnTo>
                <a:lnTo>
                  <a:pt x="3870134" y="85369"/>
                </a:lnTo>
                <a:lnTo>
                  <a:pt x="3870134" y="96685"/>
                </a:lnTo>
                <a:lnTo>
                  <a:pt x="3815384" y="147231"/>
                </a:lnTo>
                <a:lnTo>
                  <a:pt x="3814610" y="147955"/>
                </a:lnTo>
                <a:lnTo>
                  <a:pt x="3815384" y="147231"/>
                </a:lnTo>
                <a:lnTo>
                  <a:pt x="3815588" y="147027"/>
                </a:lnTo>
                <a:lnTo>
                  <a:pt x="3870134" y="96685"/>
                </a:lnTo>
                <a:lnTo>
                  <a:pt x="3870134" y="85369"/>
                </a:lnTo>
                <a:lnTo>
                  <a:pt x="3845433" y="110045"/>
                </a:lnTo>
                <a:lnTo>
                  <a:pt x="3806545" y="149644"/>
                </a:lnTo>
                <a:lnTo>
                  <a:pt x="3801211" y="154724"/>
                </a:lnTo>
                <a:lnTo>
                  <a:pt x="3804437" y="164388"/>
                </a:lnTo>
                <a:lnTo>
                  <a:pt x="3804475" y="164515"/>
                </a:lnTo>
                <a:lnTo>
                  <a:pt x="3811828" y="165354"/>
                </a:lnTo>
                <a:lnTo>
                  <a:pt x="3816172" y="166065"/>
                </a:lnTo>
                <a:lnTo>
                  <a:pt x="3821226" y="167398"/>
                </a:lnTo>
                <a:lnTo>
                  <a:pt x="3824630" y="163677"/>
                </a:lnTo>
                <a:lnTo>
                  <a:pt x="3825583" y="162737"/>
                </a:lnTo>
                <a:lnTo>
                  <a:pt x="3880459" y="107873"/>
                </a:lnTo>
                <a:lnTo>
                  <a:pt x="3886606" y="101650"/>
                </a:lnTo>
                <a:lnTo>
                  <a:pt x="3893045" y="95415"/>
                </a:lnTo>
                <a:lnTo>
                  <a:pt x="4056532" y="75844"/>
                </a:lnTo>
                <a:lnTo>
                  <a:pt x="4184319" y="66916"/>
                </a:lnTo>
                <a:lnTo>
                  <a:pt x="4194060" y="66357"/>
                </a:lnTo>
                <a:lnTo>
                  <a:pt x="4183138" y="79692"/>
                </a:lnTo>
                <a:lnTo>
                  <a:pt x="4169283" y="98437"/>
                </a:lnTo>
                <a:lnTo>
                  <a:pt x="4143324" y="136804"/>
                </a:lnTo>
                <a:lnTo>
                  <a:pt x="4119067" y="176174"/>
                </a:lnTo>
                <a:lnTo>
                  <a:pt x="4096474" y="216522"/>
                </a:lnTo>
                <a:lnTo>
                  <a:pt x="4075468" y="257810"/>
                </a:lnTo>
                <a:lnTo>
                  <a:pt x="4073448" y="261429"/>
                </a:lnTo>
                <a:lnTo>
                  <a:pt x="4049433" y="222097"/>
                </a:lnTo>
                <a:lnTo>
                  <a:pt x="4019397" y="190474"/>
                </a:lnTo>
                <a:lnTo>
                  <a:pt x="3993654" y="181851"/>
                </a:lnTo>
                <a:lnTo>
                  <a:pt x="3985222" y="182791"/>
                </a:lnTo>
                <a:lnTo>
                  <a:pt x="3976890" y="185978"/>
                </a:lnTo>
                <a:lnTo>
                  <a:pt x="3965702" y="194741"/>
                </a:lnTo>
                <a:lnTo>
                  <a:pt x="3958552" y="206349"/>
                </a:lnTo>
                <a:lnTo>
                  <a:pt x="3955796" y="219735"/>
                </a:lnTo>
                <a:lnTo>
                  <a:pt x="3957790" y="233857"/>
                </a:lnTo>
                <a:lnTo>
                  <a:pt x="4039857" y="355358"/>
                </a:lnTo>
                <a:lnTo>
                  <a:pt x="4069918" y="377177"/>
                </a:lnTo>
                <a:lnTo>
                  <a:pt x="4080268" y="376974"/>
                </a:lnTo>
                <a:lnTo>
                  <a:pt x="4116222" y="348564"/>
                </a:lnTo>
                <a:lnTo>
                  <a:pt x="4140987" y="284645"/>
                </a:lnTo>
                <a:lnTo>
                  <a:pt x="4150093" y="260832"/>
                </a:lnTo>
                <a:lnTo>
                  <a:pt x="4179849" y="190411"/>
                </a:lnTo>
                <a:lnTo>
                  <a:pt x="4201376" y="144284"/>
                </a:lnTo>
                <a:lnTo>
                  <a:pt x="4224210" y="98793"/>
                </a:lnTo>
                <a:lnTo>
                  <a:pt x="4236707" y="75539"/>
                </a:lnTo>
                <a:lnTo>
                  <a:pt x="4262513" y="100660"/>
                </a:lnTo>
                <a:lnTo>
                  <a:pt x="4345571" y="183007"/>
                </a:lnTo>
                <a:lnTo>
                  <a:pt x="4352188" y="192036"/>
                </a:lnTo>
                <a:lnTo>
                  <a:pt x="4352696" y="200761"/>
                </a:lnTo>
                <a:lnTo>
                  <a:pt x="4348277" y="209080"/>
                </a:lnTo>
                <a:lnTo>
                  <a:pt x="4340098" y="216941"/>
                </a:lnTo>
                <a:lnTo>
                  <a:pt x="4307433" y="247319"/>
                </a:lnTo>
                <a:lnTo>
                  <a:pt x="4137672" y="407250"/>
                </a:lnTo>
                <a:lnTo>
                  <a:pt x="4111320" y="432549"/>
                </a:lnTo>
                <a:lnTo>
                  <a:pt x="4087571" y="456222"/>
                </a:lnTo>
                <a:lnTo>
                  <a:pt x="4082846" y="459803"/>
                </a:lnTo>
                <a:lnTo>
                  <a:pt x="4069397" y="458787"/>
                </a:lnTo>
                <a:lnTo>
                  <a:pt x="4064622" y="453961"/>
                </a:lnTo>
                <a:lnTo>
                  <a:pt x="3927932" y="339775"/>
                </a:lnTo>
                <a:lnTo>
                  <a:pt x="3918077" y="331597"/>
                </a:lnTo>
                <a:lnTo>
                  <a:pt x="3912349" y="331228"/>
                </a:lnTo>
                <a:lnTo>
                  <a:pt x="3908018" y="334289"/>
                </a:lnTo>
                <a:lnTo>
                  <a:pt x="3905593" y="335965"/>
                </a:lnTo>
                <a:lnTo>
                  <a:pt x="3902824" y="338162"/>
                </a:lnTo>
                <a:lnTo>
                  <a:pt x="3900513" y="339953"/>
                </a:lnTo>
                <a:lnTo>
                  <a:pt x="3894759" y="344512"/>
                </a:lnTo>
                <a:lnTo>
                  <a:pt x="3894683" y="353568"/>
                </a:lnTo>
                <a:lnTo>
                  <a:pt x="3900411" y="358203"/>
                </a:lnTo>
                <a:lnTo>
                  <a:pt x="4053890" y="484517"/>
                </a:lnTo>
                <a:lnTo>
                  <a:pt x="4062006" y="490677"/>
                </a:lnTo>
                <a:lnTo>
                  <a:pt x="4071797" y="494461"/>
                </a:lnTo>
                <a:lnTo>
                  <a:pt x="4082275" y="495604"/>
                </a:lnTo>
                <a:lnTo>
                  <a:pt x="4092422" y="493826"/>
                </a:lnTo>
                <a:lnTo>
                  <a:pt x="4098874" y="491769"/>
                </a:lnTo>
                <a:lnTo>
                  <a:pt x="4105491" y="488403"/>
                </a:lnTo>
                <a:lnTo>
                  <a:pt x="4110444" y="481088"/>
                </a:lnTo>
                <a:lnTo>
                  <a:pt x="4109948" y="481838"/>
                </a:lnTo>
                <a:lnTo>
                  <a:pt x="4110621" y="481088"/>
                </a:lnTo>
                <a:lnTo>
                  <a:pt x="4110850" y="480847"/>
                </a:lnTo>
                <a:lnTo>
                  <a:pt x="4113860" y="477558"/>
                </a:lnTo>
                <a:lnTo>
                  <a:pt x="4121531" y="469506"/>
                </a:lnTo>
                <a:lnTo>
                  <a:pt x="4122331" y="468655"/>
                </a:lnTo>
                <a:lnTo>
                  <a:pt x="4126903" y="464070"/>
                </a:lnTo>
                <a:lnTo>
                  <a:pt x="4361307" y="224790"/>
                </a:lnTo>
                <a:lnTo>
                  <a:pt x="4371048" y="214426"/>
                </a:lnTo>
                <a:lnTo>
                  <a:pt x="4376534" y="202717"/>
                </a:lnTo>
                <a:close/>
              </a:path>
            </a:pathLst>
          </a:custGeom>
          <a:solidFill>
            <a:srgbClr val="EA00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FE5D0536-2C7C-E7F9-ABC2-7B6E1CF7584E}"/>
              </a:ext>
            </a:extLst>
          </p:cNvPr>
          <p:cNvSpPr txBox="1"/>
          <p:nvPr/>
        </p:nvSpPr>
        <p:spPr>
          <a:xfrm>
            <a:off x="13065118" y="5616338"/>
            <a:ext cx="2337302" cy="739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2350" spc="-10" dirty="0">
                <a:latin typeface="Trebuchet MS"/>
                <a:cs typeface="Trebuchet MS"/>
              </a:rPr>
              <a:t>Reduce el uso de  Plástico</a:t>
            </a:r>
            <a:endParaRPr sz="2350" dirty="0">
              <a:latin typeface="Trebuchet MS"/>
              <a:cs typeface="Trebuchet MS"/>
            </a:endParaRPr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4CDAC1DA-0F2F-81A4-80AA-790F02C65A3A}"/>
              </a:ext>
            </a:extLst>
          </p:cNvPr>
          <p:cNvSpPr txBox="1"/>
          <p:nvPr/>
        </p:nvSpPr>
        <p:spPr>
          <a:xfrm>
            <a:off x="13056055" y="6403747"/>
            <a:ext cx="3075447" cy="110094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2350" spc="-50" dirty="0">
                <a:latin typeface="Trebuchet MS"/>
                <a:cs typeface="Trebuchet MS"/>
              </a:rPr>
              <a:t>Ingredientes Biodegradables en sus formulaciones</a:t>
            </a:r>
            <a:endParaRPr sz="2350" dirty="0">
              <a:latin typeface="Trebuchet MS"/>
              <a:cs typeface="Trebuchet MS"/>
            </a:endParaRPr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F9556832-42D1-DC4C-4C86-1C89E7A2582B}"/>
              </a:ext>
            </a:extLst>
          </p:cNvPr>
          <p:cNvSpPr txBox="1"/>
          <p:nvPr/>
        </p:nvSpPr>
        <p:spPr>
          <a:xfrm>
            <a:off x="16894118" y="6479946"/>
            <a:ext cx="2494016" cy="68865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570"/>
              </a:spcBef>
            </a:pPr>
            <a:r>
              <a:rPr lang="es-ES" sz="2350" spc="-65" dirty="0">
                <a:latin typeface="Trebuchet MS"/>
                <a:cs typeface="Trebuchet MS"/>
              </a:rPr>
              <a:t>Economía para su bolsillo</a:t>
            </a:r>
            <a:endParaRPr sz="2350" dirty="0">
              <a:latin typeface="Trebuchet MS"/>
              <a:cs typeface="Trebuchet MS"/>
            </a:endParaRPr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55C8261B-355B-EC7D-83BC-0F8C08C02898}"/>
              </a:ext>
            </a:extLst>
          </p:cNvPr>
          <p:cNvSpPr txBox="1"/>
          <p:nvPr/>
        </p:nvSpPr>
        <p:spPr>
          <a:xfrm>
            <a:off x="16884733" y="5601456"/>
            <a:ext cx="1539875" cy="739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2350" spc="-35" dirty="0">
                <a:latin typeface="Trebuchet MS"/>
                <a:cs typeface="Trebuchet MS"/>
              </a:rPr>
              <a:t>Limpieza profunda</a:t>
            </a:r>
            <a:endParaRPr sz="2350" dirty="0">
              <a:latin typeface="Trebuchet MS"/>
              <a:cs typeface="Trebuchet MS"/>
            </a:endParaRPr>
          </a:p>
        </p:txBody>
      </p:sp>
      <p:pic>
        <p:nvPicPr>
          <p:cNvPr id="58" name="Imagen 57" descr="Imagen que contiene nombre de la empresa&#10;&#10;El contenido generado por IA puede ser incorrecto.">
            <a:extLst>
              <a:ext uri="{FF2B5EF4-FFF2-40B4-BE49-F238E27FC236}">
                <a16:creationId xmlns:a16="http://schemas.microsoft.com/office/drawing/2014/main" id="{DA941653-4CE8-081B-7C8B-2021784A4A5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35" y="5951795"/>
            <a:ext cx="3878897" cy="4041314"/>
          </a:xfrm>
          <a:prstGeom prst="rect">
            <a:avLst/>
          </a:prstGeom>
        </p:spPr>
      </p:pic>
      <p:pic>
        <p:nvPicPr>
          <p:cNvPr id="59" name="Imagen 58" descr="Imagen que contiene alimentos, tabla, computadora, computer&#10;&#10;El contenido generado por IA puede ser incorrecto.">
            <a:extLst>
              <a:ext uri="{FF2B5EF4-FFF2-40B4-BE49-F238E27FC236}">
                <a16:creationId xmlns:a16="http://schemas.microsoft.com/office/drawing/2014/main" id="{E6160F58-4141-6FF7-A4AB-FEA029C115B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60" y="6356651"/>
            <a:ext cx="3678978" cy="3833022"/>
          </a:xfrm>
          <a:prstGeom prst="rect">
            <a:avLst/>
          </a:prstGeom>
        </p:spPr>
      </p:pic>
      <p:pic>
        <p:nvPicPr>
          <p:cNvPr id="56" name="Imagen 55" descr="Imagen que contiene tabla, libro, alimentos, rosa&#10;&#10;El contenido generado por IA puede ser incorrecto.">
            <a:extLst>
              <a:ext uri="{FF2B5EF4-FFF2-40B4-BE49-F238E27FC236}">
                <a16:creationId xmlns:a16="http://schemas.microsoft.com/office/drawing/2014/main" id="{B9365377-6B42-85DB-2B65-71AB63499CE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290" y="6449189"/>
            <a:ext cx="3878898" cy="4041314"/>
          </a:xfrm>
          <a:prstGeom prst="rect">
            <a:avLst/>
          </a:prstGeom>
        </p:spPr>
      </p:pic>
      <p:pic>
        <p:nvPicPr>
          <p:cNvPr id="57" name="Imagen 56" descr="Imagen que contiene alimentos, verde, tabla, camioneta&#10;&#10;El contenido generado por IA puede ser incorrecto.">
            <a:extLst>
              <a:ext uri="{FF2B5EF4-FFF2-40B4-BE49-F238E27FC236}">
                <a16:creationId xmlns:a16="http://schemas.microsoft.com/office/drawing/2014/main" id="{E43486EF-63F5-0657-0E23-85344D736AD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921" y="6641206"/>
            <a:ext cx="3878898" cy="4041314"/>
          </a:xfrm>
          <a:prstGeom prst="rect">
            <a:avLst/>
          </a:prstGeom>
        </p:spPr>
      </p:pic>
      <p:pic>
        <p:nvPicPr>
          <p:cNvPr id="60" name="Imagen 59" descr="Imagen que contiene tabla, alimentos, computadora, camión&#10;&#10;El contenido generado por IA puede ser incorrecto.">
            <a:extLst>
              <a:ext uri="{FF2B5EF4-FFF2-40B4-BE49-F238E27FC236}">
                <a16:creationId xmlns:a16="http://schemas.microsoft.com/office/drawing/2014/main" id="{1B762584-647C-D835-86C6-E322FF9D1772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48" y="6641206"/>
            <a:ext cx="4059968" cy="4233331"/>
          </a:xfrm>
          <a:prstGeom prst="rect">
            <a:avLst/>
          </a:prstGeom>
        </p:spPr>
      </p:pic>
      <p:grpSp>
        <p:nvGrpSpPr>
          <p:cNvPr id="62" name="object 57">
            <a:extLst>
              <a:ext uri="{FF2B5EF4-FFF2-40B4-BE49-F238E27FC236}">
                <a16:creationId xmlns:a16="http://schemas.microsoft.com/office/drawing/2014/main" id="{F678F219-EE46-109A-6C9C-FB00BDDCC484}"/>
              </a:ext>
            </a:extLst>
          </p:cNvPr>
          <p:cNvGrpSpPr/>
          <p:nvPr/>
        </p:nvGrpSpPr>
        <p:grpSpPr>
          <a:xfrm>
            <a:off x="12390687" y="4721118"/>
            <a:ext cx="7102475" cy="482600"/>
            <a:chOff x="12451388" y="5082861"/>
            <a:chExt cx="7102475" cy="482600"/>
          </a:xfrm>
        </p:grpSpPr>
        <p:sp>
          <p:nvSpPr>
            <p:cNvPr id="63" name="object 58">
              <a:extLst>
                <a:ext uri="{FF2B5EF4-FFF2-40B4-BE49-F238E27FC236}">
                  <a16:creationId xmlns:a16="http://schemas.microsoft.com/office/drawing/2014/main" id="{C738882E-8120-3DAF-7AD2-987AC35D74DE}"/>
                </a:ext>
              </a:extLst>
            </p:cNvPr>
            <p:cNvSpPr/>
            <p:nvPr/>
          </p:nvSpPr>
          <p:spPr>
            <a:xfrm>
              <a:off x="12455582" y="5087352"/>
              <a:ext cx="7093584" cy="473709"/>
            </a:xfrm>
            <a:custGeom>
              <a:avLst/>
              <a:gdLst/>
              <a:ahLst/>
              <a:cxnLst/>
              <a:rect l="l" t="t" r="r" b="b"/>
              <a:pathLst>
                <a:path w="7093584" h="473710">
                  <a:moveTo>
                    <a:pt x="7026990" y="473409"/>
                  </a:moveTo>
                  <a:lnTo>
                    <a:pt x="66573" y="473409"/>
                  </a:lnTo>
                  <a:lnTo>
                    <a:pt x="40724" y="468156"/>
                  </a:lnTo>
                  <a:lnTo>
                    <a:pt x="19555" y="453853"/>
                  </a:lnTo>
                  <a:lnTo>
                    <a:pt x="5252" y="432685"/>
                  </a:lnTo>
                  <a:lnTo>
                    <a:pt x="0" y="406835"/>
                  </a:lnTo>
                  <a:lnTo>
                    <a:pt x="0" y="66563"/>
                  </a:lnTo>
                  <a:lnTo>
                    <a:pt x="5252" y="40719"/>
                  </a:lnTo>
                  <a:lnTo>
                    <a:pt x="19555" y="19554"/>
                  </a:lnTo>
                  <a:lnTo>
                    <a:pt x="40724" y="5252"/>
                  </a:lnTo>
                  <a:lnTo>
                    <a:pt x="66573" y="0"/>
                  </a:lnTo>
                  <a:lnTo>
                    <a:pt x="7026990" y="0"/>
                  </a:lnTo>
                  <a:lnTo>
                    <a:pt x="7052840" y="5252"/>
                  </a:lnTo>
                  <a:lnTo>
                    <a:pt x="7074008" y="19554"/>
                  </a:lnTo>
                  <a:lnTo>
                    <a:pt x="7088311" y="40719"/>
                  </a:lnTo>
                  <a:lnTo>
                    <a:pt x="7093564" y="66563"/>
                  </a:lnTo>
                  <a:lnTo>
                    <a:pt x="7093564" y="406835"/>
                  </a:lnTo>
                  <a:lnTo>
                    <a:pt x="7088311" y="432685"/>
                  </a:lnTo>
                  <a:lnTo>
                    <a:pt x="7074008" y="453853"/>
                  </a:lnTo>
                  <a:lnTo>
                    <a:pt x="7052840" y="468156"/>
                  </a:lnTo>
                  <a:lnTo>
                    <a:pt x="7026990" y="473409"/>
                  </a:lnTo>
                  <a:close/>
                </a:path>
              </a:pathLst>
            </a:custGeom>
            <a:ln w="8387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59">
              <a:extLst>
                <a:ext uri="{FF2B5EF4-FFF2-40B4-BE49-F238E27FC236}">
                  <a16:creationId xmlns:a16="http://schemas.microsoft.com/office/drawing/2014/main" id="{95F22745-1A1C-7B18-8AC9-5338C140C180}"/>
                </a:ext>
              </a:extLst>
            </p:cNvPr>
            <p:cNvSpPr/>
            <p:nvPr/>
          </p:nvSpPr>
          <p:spPr>
            <a:xfrm>
              <a:off x="13564187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34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0">
              <a:extLst>
                <a:ext uri="{FF2B5EF4-FFF2-40B4-BE49-F238E27FC236}">
                  <a16:creationId xmlns:a16="http://schemas.microsoft.com/office/drawing/2014/main" id="{30FA91E0-6C90-9FFF-EA5A-7B10D3C1DAF6}"/>
                </a:ext>
              </a:extLst>
            </p:cNvPr>
            <p:cNvSpPr/>
            <p:nvPr/>
          </p:nvSpPr>
          <p:spPr>
            <a:xfrm>
              <a:off x="15397873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34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1">
              <a:extLst>
                <a:ext uri="{FF2B5EF4-FFF2-40B4-BE49-F238E27FC236}">
                  <a16:creationId xmlns:a16="http://schemas.microsoft.com/office/drawing/2014/main" id="{987648F8-277E-8CDB-4BC3-B489B712FD0A}"/>
                </a:ext>
              </a:extLst>
            </p:cNvPr>
            <p:cNvSpPr/>
            <p:nvPr/>
          </p:nvSpPr>
          <p:spPr>
            <a:xfrm>
              <a:off x="17450167" y="5082861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524"/>
                  </a:lnTo>
                </a:path>
              </a:pathLst>
            </a:custGeom>
            <a:ln w="8387">
              <a:solidFill>
                <a:srgbClr val="1C1C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39">
            <a:extLst>
              <a:ext uri="{FF2B5EF4-FFF2-40B4-BE49-F238E27FC236}">
                <a16:creationId xmlns:a16="http://schemas.microsoft.com/office/drawing/2014/main" id="{4FFB7CF0-193E-D6EB-6556-00DB375B55DA}"/>
              </a:ext>
            </a:extLst>
          </p:cNvPr>
          <p:cNvSpPr txBox="1"/>
          <p:nvPr/>
        </p:nvSpPr>
        <p:spPr>
          <a:xfrm>
            <a:off x="15489313" y="4773637"/>
            <a:ext cx="3977640" cy="343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02789" algn="l"/>
              </a:tabLst>
            </a:pPr>
            <a:r>
              <a:rPr lang="es-419" sz="2150" spc="-10" dirty="0">
                <a:latin typeface="Trebuchet MS"/>
                <a:cs typeface="Trebuchet MS"/>
              </a:rPr>
              <a:t>7707426913633</a:t>
            </a:r>
            <a:r>
              <a:rPr lang="es-ES" sz="2150" spc="-10" dirty="0">
                <a:latin typeface="Trebuchet MS"/>
                <a:cs typeface="Trebuchet MS"/>
              </a:rPr>
              <a:t>     Suavizante</a:t>
            </a:r>
            <a:endParaRPr sz="2150" dirty="0">
              <a:latin typeface="Trebuchet MS"/>
              <a:cs typeface="Trebuchet MS"/>
            </a:endParaRPr>
          </a:p>
        </p:txBody>
      </p:sp>
      <p:sp>
        <p:nvSpPr>
          <p:cNvPr id="68" name="object 47">
            <a:extLst>
              <a:ext uri="{FF2B5EF4-FFF2-40B4-BE49-F238E27FC236}">
                <a16:creationId xmlns:a16="http://schemas.microsoft.com/office/drawing/2014/main" id="{B73B4BB9-8CE9-A063-2055-2BC465E75EED}"/>
              </a:ext>
            </a:extLst>
          </p:cNvPr>
          <p:cNvSpPr txBox="1"/>
          <p:nvPr/>
        </p:nvSpPr>
        <p:spPr>
          <a:xfrm>
            <a:off x="12544900" y="4780083"/>
            <a:ext cx="2409825" cy="343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  <a:tabLst>
                <a:tab pos="1375410" algn="l"/>
              </a:tabLst>
            </a:pPr>
            <a:r>
              <a:rPr lang="es-ES" sz="2150" spc="-30" dirty="0">
                <a:latin typeface="Trebuchet MS"/>
                <a:cs typeface="Trebuchet MS"/>
              </a:rPr>
              <a:t>50</a:t>
            </a:r>
            <a:r>
              <a:rPr sz="2150" spc="-30" dirty="0">
                <a:latin typeface="Trebuchet MS"/>
                <a:cs typeface="Trebuchet MS"/>
              </a:rPr>
              <a:t>0</a:t>
            </a:r>
            <a:r>
              <a:rPr sz="2150" spc="-175" dirty="0">
                <a:latin typeface="Trebuchet MS"/>
                <a:cs typeface="Trebuchet MS"/>
              </a:rPr>
              <a:t> </a:t>
            </a:r>
            <a:r>
              <a:rPr sz="2150" spc="-25" dirty="0">
                <a:latin typeface="Trebuchet MS"/>
                <a:cs typeface="Trebuchet MS"/>
              </a:rPr>
              <a:t>mL</a:t>
            </a:r>
            <a:r>
              <a:rPr sz="2150" dirty="0">
                <a:latin typeface="Trebuchet MS"/>
                <a:cs typeface="Trebuchet MS"/>
              </a:rPr>
              <a:t>	</a:t>
            </a:r>
            <a:r>
              <a:rPr sz="2150" spc="-140" dirty="0">
                <a:latin typeface="Trebuchet MS"/>
                <a:cs typeface="Trebuchet MS"/>
              </a:rPr>
              <a:t>Caja</a:t>
            </a:r>
            <a:r>
              <a:rPr sz="2150" spc="-175" dirty="0">
                <a:latin typeface="Trebuchet MS"/>
                <a:cs typeface="Trebuchet MS"/>
              </a:rPr>
              <a:t> </a:t>
            </a:r>
            <a:r>
              <a:rPr sz="2150" spc="-95" dirty="0">
                <a:latin typeface="Trebuchet MS"/>
                <a:cs typeface="Trebuchet MS"/>
              </a:rPr>
              <a:t>x</a:t>
            </a:r>
            <a:r>
              <a:rPr sz="2150" spc="-170" dirty="0">
                <a:latin typeface="Trebuchet MS"/>
                <a:cs typeface="Trebuchet MS"/>
              </a:rPr>
              <a:t> </a:t>
            </a:r>
            <a:r>
              <a:rPr lang="es-ES" sz="2150" spc="-25" dirty="0">
                <a:latin typeface="Trebuchet MS"/>
                <a:cs typeface="Trebuchet MS"/>
              </a:rPr>
              <a:t>18</a:t>
            </a:r>
            <a:endParaRPr sz="2150" dirty="0">
              <a:latin typeface="Trebuchet MS"/>
              <a:cs typeface="Trebuchet MS"/>
            </a:endParaRPr>
          </a:p>
        </p:txBody>
      </p:sp>
      <p:pic>
        <p:nvPicPr>
          <p:cNvPr id="76" name="Gráfico 75">
            <a:extLst>
              <a:ext uri="{FF2B5EF4-FFF2-40B4-BE49-F238E27FC236}">
                <a16:creationId xmlns:a16="http://schemas.microsoft.com/office/drawing/2014/main" id="{F8BC19A0-4993-44F0-0CBC-034B9E0C5A3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4500" y="1675331"/>
            <a:ext cx="8486483" cy="326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09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Words>690</Words>
  <Application>Microsoft Office PowerPoint</Application>
  <PresentationFormat>Personalizado</PresentationFormat>
  <Paragraphs>304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Calibri</vt:lpstr>
      <vt:lpstr>Lato Black</vt:lpstr>
      <vt:lpstr>Lato Semibold</vt:lpstr>
      <vt:lpstr>Times New Roman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PORTAFOLIO 2025</dc:title>
  <dc:creator>Victor Castaño</dc:creator>
  <cp:lastModifiedBy>John Freddy Ortiz</cp:lastModifiedBy>
  <cp:revision>14</cp:revision>
  <dcterms:created xsi:type="dcterms:W3CDTF">2025-03-21T20:34:47Z</dcterms:created>
  <dcterms:modified xsi:type="dcterms:W3CDTF">2026-02-17T16:52:33Z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2025-03-21T00:00:00Z</vt:filetime>
  </property>
  <property fmtid="{D5CDD505-2E9C-101B-9397-08002B2CF9AE}" pid="3" name="Creator">
    <vt:lpwstr>Adobe Illustrator 28.3 (Windows)</vt:lpwstr>
  </property>
  <property fmtid="{D5CDD505-2E9C-101B-9397-08002B2CF9AE}" pid="4" name="GTS_PDFXVersion">
    <vt:lpwstr>PDF/X-4</vt:lpwstr>
  </property>
  <property fmtid="{D5CDD505-2E9C-101B-9397-08002B2CF9AE}" pid="5" name="LastSaved">
    <vt:filetime>2025-03-21T00:00:00Z</vt:filetime>
  </property>
  <property fmtid="{D5CDD505-2E9C-101B-9397-08002B2CF9AE}" pid="6" name="Producer">
    <vt:lpwstr>Adobe PDF library 17.00</vt:lpwstr>
  </property>
</Properties>
</file>